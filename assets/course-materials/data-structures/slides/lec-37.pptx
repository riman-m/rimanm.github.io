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82" r:id="rId3"/>
    <p:sldId id="297" r:id="rId4"/>
    <p:sldId id="292" r:id="rId5"/>
    <p:sldId id="293" r:id="rId6"/>
    <p:sldId id="290" r:id="rId7"/>
    <p:sldId id="294" r:id="rId8"/>
    <p:sldId id="260" r:id="rId9"/>
    <p:sldId id="308" r:id="rId10"/>
    <p:sldId id="312" r:id="rId11"/>
    <p:sldId id="303" r:id="rId12"/>
    <p:sldId id="304" r:id="rId13"/>
    <p:sldId id="309" r:id="rId14"/>
    <p:sldId id="311" r:id="rId15"/>
    <p:sldId id="288" r:id="rId16"/>
    <p:sldId id="299" r:id="rId17"/>
    <p:sldId id="310" r:id="rId18"/>
    <p:sldId id="301" r:id="rId19"/>
    <p:sldId id="302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01" autoAdjust="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Anupam Kumar Sharma" userId="550e56936179f404" providerId="LiveId" clId="{A3230177-DABA-49D4-AB5C-04BB74AFD6EE}"/>
    <pc:docChg chg="modSld">
      <pc:chgData name="Dr. Anupam Kumar Sharma" userId="550e56936179f404" providerId="LiveId" clId="{A3230177-DABA-49D4-AB5C-04BB74AFD6EE}" dt="2025-02-08T06:24:43.247" v="62" actId="20577"/>
      <pc:docMkLst>
        <pc:docMk/>
      </pc:docMkLst>
      <pc:sldChg chg="modSp mod">
        <pc:chgData name="Dr. Anupam Kumar Sharma" userId="550e56936179f404" providerId="LiveId" clId="{A3230177-DABA-49D4-AB5C-04BB74AFD6EE}" dt="2025-02-08T06:23:49.386" v="0" actId="20577"/>
        <pc:sldMkLst>
          <pc:docMk/>
          <pc:sldMk cId="2766167463" sldId="262"/>
        </pc:sldMkLst>
        <pc:spChg chg="mod">
          <ac:chgData name="Dr. Anupam Kumar Sharma" userId="550e56936179f404" providerId="LiveId" clId="{A3230177-DABA-49D4-AB5C-04BB74AFD6EE}" dt="2025-02-08T06:23:49.386" v="0" actId="20577"/>
          <ac:spMkLst>
            <pc:docMk/>
            <pc:sldMk cId="2766167463" sldId="262"/>
            <ac:spMk id="4" creationId="{C97E1C1E-F10A-E4F4-6797-225812D669BF}"/>
          </ac:spMkLst>
        </pc:spChg>
      </pc:sldChg>
      <pc:sldChg chg="modSp mod">
        <pc:chgData name="Dr. Anupam Kumar Sharma" userId="550e56936179f404" providerId="LiveId" clId="{A3230177-DABA-49D4-AB5C-04BB74AFD6EE}" dt="2025-02-08T06:24:43.247" v="62" actId="20577"/>
        <pc:sldMkLst>
          <pc:docMk/>
          <pc:sldMk cId="1311328748" sldId="284"/>
        </pc:sldMkLst>
        <pc:spChg chg="mod">
          <ac:chgData name="Dr. Anupam Kumar Sharma" userId="550e56936179f404" providerId="LiveId" clId="{A3230177-DABA-49D4-AB5C-04BB74AFD6EE}" dt="2025-02-08T06:24:43.247" v="62" actId="20577"/>
          <ac:spMkLst>
            <pc:docMk/>
            <pc:sldMk cId="1311328748" sldId="284"/>
            <ac:spMk id="10" creationId="{A92BCC8A-DA75-739D-5118-196EB9E2238A}"/>
          </ac:spMkLst>
        </pc:spChg>
      </pc:sldChg>
    </pc:docChg>
  </pc:docChgLst>
  <pc:docChgLst>
    <pc:chgData name="Deepak Gupta" userId="f4ce486c0feb88f7" providerId="LiveId" clId="{677CE2BF-E837-4849-B11C-0944C199F6A4}"/>
    <pc:docChg chg="undo custSel addSld delSld modSld sldOrd">
      <pc:chgData name="Deepak Gupta" userId="f4ce486c0feb88f7" providerId="LiveId" clId="{677CE2BF-E837-4849-B11C-0944C199F6A4}" dt="2024-09-19T16:05:47.471" v="1042" actId="20577"/>
      <pc:docMkLst>
        <pc:docMk/>
      </pc:docMkLst>
      <pc:sldChg chg="addSp delSp modSp mod">
        <pc:chgData name="Deepak Gupta" userId="f4ce486c0feb88f7" providerId="LiveId" clId="{677CE2BF-E837-4849-B11C-0944C199F6A4}" dt="2024-09-19T10:54:48.137" v="896" actId="14100"/>
        <pc:sldMkLst>
          <pc:docMk/>
          <pc:sldMk cId="2827898987" sldId="256"/>
        </pc:sldMkLst>
      </pc:sldChg>
      <pc:sldChg chg="addSp delSp modSp mod">
        <pc:chgData name="Deepak Gupta" userId="f4ce486c0feb88f7" providerId="LiveId" clId="{677CE2BF-E837-4849-B11C-0944C199F6A4}" dt="2024-09-19T13:17:37.213" v="905" actId="20577"/>
        <pc:sldMkLst>
          <pc:docMk/>
          <pc:sldMk cId="2304652768" sldId="257"/>
        </pc:sldMkLst>
      </pc:sldChg>
      <pc:sldChg chg="addSp delSp modSp del mod">
        <pc:chgData name="Deepak Gupta" userId="f4ce486c0feb88f7" providerId="LiveId" clId="{677CE2BF-E837-4849-B11C-0944C199F6A4}" dt="2024-09-19T10:28:20.262" v="603" actId="47"/>
        <pc:sldMkLst>
          <pc:docMk/>
          <pc:sldMk cId="2082919323" sldId="258"/>
        </pc:sldMkLst>
      </pc:sldChg>
      <pc:sldChg chg="addSp delSp modSp mod">
        <pc:chgData name="Deepak Gupta" userId="f4ce486c0feb88f7" providerId="LiveId" clId="{677CE2BF-E837-4849-B11C-0944C199F6A4}" dt="2024-09-19T16:05:37.951" v="1041" actId="20577"/>
        <pc:sldMkLst>
          <pc:docMk/>
          <pc:sldMk cId="2838591685" sldId="259"/>
        </pc:sldMkLst>
      </pc:sldChg>
      <pc:sldChg chg="addSp delSp modSp mod ord">
        <pc:chgData name="Deepak Gupta" userId="f4ce486c0feb88f7" providerId="LiveId" clId="{677CE2BF-E837-4849-B11C-0944C199F6A4}" dt="2024-09-19T13:19:05.241" v="971" actId="20577"/>
        <pc:sldMkLst>
          <pc:docMk/>
          <pc:sldMk cId="3872618460" sldId="260"/>
        </pc:sldMkLst>
      </pc:sldChg>
      <pc:sldChg chg="addSp delSp modSp mod">
        <pc:chgData name="Deepak Gupta" userId="f4ce486c0feb88f7" providerId="LiveId" clId="{677CE2BF-E837-4849-B11C-0944C199F6A4}" dt="2024-09-19T10:49:45.066" v="860" actId="1076"/>
        <pc:sldMkLst>
          <pc:docMk/>
          <pc:sldMk cId="3459659325" sldId="261"/>
        </pc:sldMkLst>
      </pc:sldChg>
      <pc:sldChg chg="addSp delSp modSp mod ord modAnim">
        <pc:chgData name="Deepak Gupta" userId="f4ce486c0feb88f7" providerId="LiveId" clId="{677CE2BF-E837-4849-B11C-0944C199F6A4}" dt="2024-09-19T10:42:32.396" v="827" actId="20577"/>
        <pc:sldMkLst>
          <pc:docMk/>
          <pc:sldMk cId="2766167463" sldId="262"/>
        </pc:sldMkLst>
      </pc:sldChg>
      <pc:sldChg chg="addSp delSp modSp add del mod ord">
        <pc:chgData name="Deepak Gupta" userId="f4ce486c0feb88f7" providerId="LiveId" clId="{677CE2BF-E837-4849-B11C-0944C199F6A4}" dt="2024-09-19T10:49:48.904" v="861" actId="1076"/>
        <pc:sldMkLst>
          <pc:docMk/>
          <pc:sldMk cId="910051450" sldId="263"/>
        </pc:sldMkLst>
      </pc:sldChg>
      <pc:sldChg chg="addSp modSp del">
        <pc:chgData name="Deepak Gupta" userId="f4ce486c0feb88f7" providerId="LiveId" clId="{677CE2BF-E837-4849-B11C-0944C199F6A4}" dt="2024-09-19T09:07:04.651" v="356" actId="47"/>
        <pc:sldMkLst>
          <pc:docMk/>
          <pc:sldMk cId="451014338" sldId="264"/>
        </pc:sldMkLst>
      </pc:sldChg>
      <pc:sldChg chg="addSp delSp modSp del mod modShow">
        <pc:chgData name="Deepak Gupta" userId="f4ce486c0feb88f7" providerId="LiveId" clId="{677CE2BF-E837-4849-B11C-0944C199F6A4}" dt="2024-09-19T10:43:05.663" v="830" actId="47"/>
        <pc:sldMkLst>
          <pc:docMk/>
          <pc:sldMk cId="2876040498" sldId="265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4107507446" sldId="266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4213006857" sldId="267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1424160661" sldId="268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4137767190" sldId="269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2876323008" sldId="270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1915059173" sldId="271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1361921725" sldId="272"/>
        </pc:sldMkLst>
      </pc:sldChg>
      <pc:sldChg chg="delSp del mod">
        <pc:chgData name="Deepak Gupta" userId="f4ce486c0feb88f7" providerId="LiveId" clId="{677CE2BF-E837-4849-B11C-0944C199F6A4}" dt="2024-09-19T10:43:05.663" v="830" actId="47"/>
        <pc:sldMkLst>
          <pc:docMk/>
          <pc:sldMk cId="1087418707" sldId="273"/>
        </pc:sldMkLst>
      </pc:sldChg>
      <pc:sldChg chg="delSp del mod">
        <pc:chgData name="Deepak Gupta" userId="f4ce486c0feb88f7" providerId="LiveId" clId="{677CE2BF-E837-4849-B11C-0944C199F6A4}" dt="2024-09-19T10:43:05.663" v="830" actId="47"/>
        <pc:sldMkLst>
          <pc:docMk/>
          <pc:sldMk cId="556051784" sldId="274"/>
        </pc:sldMkLst>
      </pc:sldChg>
      <pc:sldChg chg="delSp del mod">
        <pc:chgData name="Deepak Gupta" userId="f4ce486c0feb88f7" providerId="LiveId" clId="{677CE2BF-E837-4849-B11C-0944C199F6A4}" dt="2024-09-19T10:43:05.663" v="830" actId="47"/>
        <pc:sldMkLst>
          <pc:docMk/>
          <pc:sldMk cId="1956341652" sldId="275"/>
        </pc:sldMkLst>
      </pc:sldChg>
      <pc:sldChg chg="addSp delSp modSp mod">
        <pc:chgData name="Deepak Gupta" userId="f4ce486c0feb88f7" providerId="LiveId" clId="{677CE2BF-E837-4849-B11C-0944C199F6A4}" dt="2024-09-19T16:02:44.941" v="1020" actId="20577"/>
        <pc:sldMkLst>
          <pc:docMk/>
          <pc:sldMk cId="3038196460" sldId="276"/>
        </pc:sldMkLst>
      </pc:sldChg>
      <pc:sldChg chg="addSp delSp modSp mod ord">
        <pc:chgData name="Deepak Gupta" userId="f4ce486c0feb88f7" providerId="LiveId" clId="{677CE2BF-E837-4849-B11C-0944C199F6A4}" dt="2024-09-19T16:05:12.490" v="1039" actId="122"/>
        <pc:sldMkLst>
          <pc:docMk/>
          <pc:sldMk cId="571638906" sldId="277"/>
        </pc:sldMkLst>
      </pc:sldChg>
      <pc:sldChg chg="delSp del mod modShow">
        <pc:chgData name="Deepak Gupta" userId="f4ce486c0feb88f7" providerId="LiveId" clId="{677CE2BF-E837-4849-B11C-0944C199F6A4}" dt="2024-09-19T10:43:09.124" v="831" actId="47"/>
        <pc:sldMkLst>
          <pc:docMk/>
          <pc:sldMk cId="2898612680" sldId="279"/>
        </pc:sldMkLst>
      </pc:sldChg>
      <pc:sldChg chg="modSp del mod">
        <pc:chgData name="Deepak Gupta" userId="f4ce486c0feb88f7" providerId="LiveId" clId="{677CE2BF-E837-4849-B11C-0944C199F6A4}" dt="2024-09-19T09:07:48.008" v="370" actId="47"/>
        <pc:sldMkLst>
          <pc:docMk/>
          <pc:sldMk cId="2971570162" sldId="280"/>
        </pc:sldMkLst>
      </pc:sldChg>
      <pc:sldChg chg="addSp delSp modSp mod">
        <pc:chgData name="Deepak Gupta" userId="f4ce486c0feb88f7" providerId="LiveId" clId="{677CE2BF-E837-4849-B11C-0944C199F6A4}" dt="2024-09-19T16:04:53.675" v="1036" actId="1076"/>
        <pc:sldMkLst>
          <pc:docMk/>
          <pc:sldMk cId="504224323" sldId="281"/>
        </pc:sldMkLst>
      </pc:sldChg>
      <pc:sldChg chg="addSp delSp modSp mod">
        <pc:chgData name="Deepak Gupta" userId="f4ce486c0feb88f7" providerId="LiveId" clId="{677CE2BF-E837-4849-B11C-0944C199F6A4}" dt="2024-09-19T13:17:44.328" v="912" actId="20577"/>
        <pc:sldMkLst>
          <pc:docMk/>
          <pc:sldMk cId="2767214766" sldId="282"/>
        </pc:sldMkLst>
      </pc:sldChg>
      <pc:sldChg chg="addSp delSp modSp mod">
        <pc:chgData name="Deepak Gupta" userId="f4ce486c0feb88f7" providerId="LiveId" clId="{677CE2BF-E837-4849-B11C-0944C199F6A4}" dt="2024-09-19T09:15:18.724" v="428"/>
        <pc:sldMkLst>
          <pc:docMk/>
          <pc:sldMk cId="2892535565" sldId="283"/>
        </pc:sldMkLst>
      </pc:sldChg>
      <pc:sldChg chg="modSp del mod">
        <pc:chgData name="Deepak Gupta" userId="f4ce486c0feb88f7" providerId="LiveId" clId="{677CE2BF-E837-4849-B11C-0944C199F6A4}" dt="2024-09-19T08:51:09.163" v="57" actId="47"/>
        <pc:sldMkLst>
          <pc:docMk/>
          <pc:sldMk cId="194486472" sldId="284"/>
        </pc:sldMkLst>
      </pc:sldChg>
      <pc:sldChg chg="addSp delSp modSp add mod ord">
        <pc:chgData name="Deepak Gupta" userId="f4ce486c0feb88f7" providerId="LiveId" clId="{677CE2BF-E837-4849-B11C-0944C199F6A4}" dt="2024-09-19T09:16:49.650" v="447"/>
        <pc:sldMkLst>
          <pc:docMk/>
          <pc:sldMk cId="1311328748" sldId="284"/>
        </pc:sldMkLst>
      </pc:sldChg>
      <pc:sldChg chg="addSp delSp modSp new mod setBg">
        <pc:chgData name="Deepak Gupta" userId="f4ce486c0feb88f7" providerId="LiveId" clId="{677CE2BF-E837-4849-B11C-0944C199F6A4}" dt="2024-09-19T16:05:47.471" v="1042" actId="20577"/>
        <pc:sldMkLst>
          <pc:docMk/>
          <pc:sldMk cId="1142559352" sldId="285"/>
        </pc:sldMkLst>
      </pc:sldChg>
      <pc:sldChg chg="addSp delSp modSp add mod setBg delDesignElem">
        <pc:chgData name="Deepak Gupta" userId="f4ce486c0feb88f7" providerId="LiveId" clId="{677CE2BF-E837-4849-B11C-0944C199F6A4}" dt="2024-09-19T10:38:39.066" v="792" actId="20577"/>
        <pc:sldMkLst>
          <pc:docMk/>
          <pc:sldMk cId="2450607305" sldId="286"/>
        </pc:sldMkLst>
      </pc:sldChg>
      <pc:sldChg chg="delSp modSp add del mod setBg delDesignElem">
        <pc:chgData name="Deepak Gupta" userId="f4ce486c0feb88f7" providerId="LiveId" clId="{677CE2BF-E837-4849-B11C-0944C199F6A4}" dt="2024-09-19T09:06:57.341" v="354" actId="47"/>
        <pc:sldMkLst>
          <pc:docMk/>
          <pc:sldMk cId="1874929756" sldId="287"/>
        </pc:sldMkLst>
      </pc:sldChg>
      <pc:sldChg chg="addSp delSp modSp add mod setBg modAnim delDesignElem">
        <pc:chgData name="Deepak Gupta" userId="f4ce486c0feb88f7" providerId="LiveId" clId="{677CE2BF-E837-4849-B11C-0944C199F6A4}" dt="2024-09-19T10:42:45.558" v="829" actId="20577"/>
        <pc:sldMkLst>
          <pc:docMk/>
          <pc:sldMk cId="1420671087" sldId="288"/>
        </pc:sldMkLst>
      </pc:sldChg>
      <pc:sldChg chg="addSp delSp modSp add mod setBg delDesignElem">
        <pc:chgData name="Deepak Gupta" userId="f4ce486c0feb88f7" providerId="LiveId" clId="{677CE2BF-E837-4849-B11C-0944C199F6A4}" dt="2024-09-19T16:03:56.052" v="1030" actId="20577"/>
        <pc:sldMkLst>
          <pc:docMk/>
          <pc:sldMk cId="3874097403" sldId="289"/>
        </pc:sldMkLst>
      </pc:sldChg>
      <pc:sldChg chg="modSp add mod ord">
        <pc:chgData name="Deepak Gupta" userId="f4ce486c0feb88f7" providerId="LiveId" clId="{677CE2BF-E837-4849-B11C-0944C199F6A4}" dt="2024-09-19T16:04:30.742" v="1032" actId="404"/>
        <pc:sldMkLst>
          <pc:docMk/>
          <pc:sldMk cId="398271834" sldId="290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7ED251F-A7A3-4D25-B004-4241BE03EDC3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FBD6BAB-0140-48B9-9073-E08FDCB01885}">
      <dgm:prSet custT="1"/>
      <dgm:spPr/>
      <dgm:t>
        <a:bodyPr/>
        <a:lstStyle/>
        <a:p>
          <a:r>
            <a:rPr lang="en-US" sz="3600" dirty="0"/>
            <a:t>Apply and analyze the deletion operation in a Binary Search Tree. </a:t>
          </a:r>
        </a:p>
      </dgm:t>
    </dgm:pt>
    <dgm:pt modelId="{A7069F57-F0E9-4BC0-BE1B-B8F059C9E5B6}" type="parTrans" cxnId="{32A129EE-3813-43B6-AF53-E9A6D3182FA2}">
      <dgm:prSet/>
      <dgm:spPr/>
      <dgm:t>
        <a:bodyPr/>
        <a:lstStyle/>
        <a:p>
          <a:endParaRPr lang="en-US"/>
        </a:p>
      </dgm:t>
    </dgm:pt>
    <dgm:pt modelId="{0715BA3E-6351-4C71-A2A0-855403651045}" type="sibTrans" cxnId="{32A129EE-3813-43B6-AF53-E9A6D3182FA2}">
      <dgm:prSet/>
      <dgm:spPr/>
      <dgm:t>
        <a:bodyPr/>
        <a:lstStyle/>
        <a:p>
          <a:endParaRPr lang="en-US"/>
        </a:p>
      </dgm:t>
    </dgm:pt>
    <dgm:pt modelId="{A3B4F848-7886-4B10-8E34-39E0B844A474}">
      <dgm:prSet custT="1"/>
      <dgm:spPr/>
      <dgm:t>
        <a:bodyPr/>
        <a:lstStyle/>
        <a:p>
          <a:pPr>
            <a:tabLst>
              <a:tab pos="5994400" algn="l"/>
            </a:tabLst>
          </a:pPr>
          <a:r>
            <a:rPr lang="en-US" sz="3600" dirty="0"/>
            <a:t>Replace null entries in tree by </a:t>
          </a:r>
          <a:r>
            <a:rPr lang="en-US" sz="3600" dirty="0" err="1"/>
            <a:t>usefull</a:t>
          </a:r>
          <a:r>
            <a:rPr lang="en-US" sz="3600" dirty="0"/>
            <a:t> information using Threaded Binary Tree.</a:t>
          </a:r>
        </a:p>
      </dgm:t>
    </dgm:pt>
    <dgm:pt modelId="{421929F8-4756-4702-AAD7-7A5185D82904}" type="parTrans" cxnId="{10F4C3C1-D8D4-465A-A58C-B8F418AC919B}">
      <dgm:prSet/>
      <dgm:spPr/>
      <dgm:t>
        <a:bodyPr/>
        <a:lstStyle/>
        <a:p>
          <a:endParaRPr lang="en-US"/>
        </a:p>
      </dgm:t>
    </dgm:pt>
    <dgm:pt modelId="{3DE2F17F-758E-4FA7-AB6B-444F38F1FFC4}" type="sibTrans" cxnId="{10F4C3C1-D8D4-465A-A58C-B8F418AC919B}">
      <dgm:prSet/>
      <dgm:spPr/>
      <dgm:t>
        <a:bodyPr/>
        <a:lstStyle/>
        <a:p>
          <a:endParaRPr lang="en-US"/>
        </a:p>
      </dgm:t>
    </dgm:pt>
    <dgm:pt modelId="{BCA40D55-9F97-4CA4-8859-68C842EAE88F}" type="pres">
      <dgm:prSet presAssocID="{B7ED251F-A7A3-4D25-B004-4241BE03EDC3}" presName="Name0" presStyleCnt="0">
        <dgm:presLayoutVars>
          <dgm:dir/>
          <dgm:animLvl val="lvl"/>
          <dgm:resizeHandles val="exact"/>
        </dgm:presLayoutVars>
      </dgm:prSet>
      <dgm:spPr/>
    </dgm:pt>
    <dgm:pt modelId="{3450E454-19DE-4E8A-ADE0-3AFF41C6C69B}" type="pres">
      <dgm:prSet presAssocID="{A3B4F848-7886-4B10-8E34-39E0B844A474}" presName="boxAndChildren" presStyleCnt="0"/>
      <dgm:spPr/>
    </dgm:pt>
    <dgm:pt modelId="{9F756ADD-FC73-43E2-8907-B49F92DEF8EA}" type="pres">
      <dgm:prSet presAssocID="{A3B4F848-7886-4B10-8E34-39E0B844A474}" presName="parentTextBox" presStyleLbl="node1" presStyleIdx="0" presStyleCnt="2"/>
      <dgm:spPr/>
    </dgm:pt>
    <dgm:pt modelId="{33B2812D-626E-40CB-8956-89B965634A15}" type="pres">
      <dgm:prSet presAssocID="{0715BA3E-6351-4C71-A2A0-855403651045}" presName="sp" presStyleCnt="0"/>
      <dgm:spPr/>
    </dgm:pt>
    <dgm:pt modelId="{14438BF2-0C50-4C1B-A99E-B1909E184016}" type="pres">
      <dgm:prSet presAssocID="{DFBD6BAB-0140-48B9-9073-E08FDCB01885}" presName="arrowAndChildren" presStyleCnt="0"/>
      <dgm:spPr/>
    </dgm:pt>
    <dgm:pt modelId="{0E541A4F-E68B-477F-BCA6-83AC868DBBCC}" type="pres">
      <dgm:prSet presAssocID="{DFBD6BAB-0140-48B9-9073-E08FDCB01885}" presName="parentTextArrow" presStyleLbl="node1" presStyleIdx="1" presStyleCnt="2"/>
      <dgm:spPr/>
    </dgm:pt>
  </dgm:ptLst>
  <dgm:cxnLst>
    <dgm:cxn modelId="{7186EF2C-C889-49EC-A156-5A68AD0A3CF6}" type="presOf" srcId="{DFBD6BAB-0140-48B9-9073-E08FDCB01885}" destId="{0E541A4F-E68B-477F-BCA6-83AC868DBBCC}" srcOrd="0" destOrd="0" presId="urn:microsoft.com/office/officeart/2005/8/layout/process4"/>
    <dgm:cxn modelId="{BFCB0464-37EB-4B41-A633-D832506204D5}" type="presOf" srcId="{A3B4F848-7886-4B10-8E34-39E0B844A474}" destId="{9F756ADD-FC73-43E2-8907-B49F92DEF8EA}" srcOrd="0" destOrd="0" presId="urn:microsoft.com/office/officeart/2005/8/layout/process4"/>
    <dgm:cxn modelId="{602ADD9D-D77C-4864-85DE-6F786E0BA06C}" type="presOf" srcId="{B7ED251F-A7A3-4D25-B004-4241BE03EDC3}" destId="{BCA40D55-9F97-4CA4-8859-68C842EAE88F}" srcOrd="0" destOrd="0" presId="urn:microsoft.com/office/officeart/2005/8/layout/process4"/>
    <dgm:cxn modelId="{10F4C3C1-D8D4-465A-A58C-B8F418AC919B}" srcId="{B7ED251F-A7A3-4D25-B004-4241BE03EDC3}" destId="{A3B4F848-7886-4B10-8E34-39E0B844A474}" srcOrd="1" destOrd="0" parTransId="{421929F8-4756-4702-AAD7-7A5185D82904}" sibTransId="{3DE2F17F-758E-4FA7-AB6B-444F38F1FFC4}"/>
    <dgm:cxn modelId="{32A129EE-3813-43B6-AF53-E9A6D3182FA2}" srcId="{B7ED251F-A7A3-4D25-B004-4241BE03EDC3}" destId="{DFBD6BAB-0140-48B9-9073-E08FDCB01885}" srcOrd="0" destOrd="0" parTransId="{A7069F57-F0E9-4BC0-BE1B-B8F059C9E5B6}" sibTransId="{0715BA3E-6351-4C71-A2A0-855403651045}"/>
    <dgm:cxn modelId="{9860929F-5D96-4F82-A2F6-03F0C13F45CA}" type="presParOf" srcId="{BCA40D55-9F97-4CA4-8859-68C842EAE88F}" destId="{3450E454-19DE-4E8A-ADE0-3AFF41C6C69B}" srcOrd="0" destOrd="0" presId="urn:microsoft.com/office/officeart/2005/8/layout/process4"/>
    <dgm:cxn modelId="{81075B5D-B3C8-4153-A2C9-6C4D6353CB34}" type="presParOf" srcId="{3450E454-19DE-4E8A-ADE0-3AFF41C6C69B}" destId="{9F756ADD-FC73-43E2-8907-B49F92DEF8EA}" srcOrd="0" destOrd="0" presId="urn:microsoft.com/office/officeart/2005/8/layout/process4"/>
    <dgm:cxn modelId="{8914EA88-2853-4546-98B8-ABA4ED7CAF84}" type="presParOf" srcId="{BCA40D55-9F97-4CA4-8859-68C842EAE88F}" destId="{33B2812D-626E-40CB-8956-89B965634A15}" srcOrd="1" destOrd="0" presId="urn:microsoft.com/office/officeart/2005/8/layout/process4"/>
    <dgm:cxn modelId="{205F827C-DA08-4001-BBA3-EAB63BA21781}" type="presParOf" srcId="{BCA40D55-9F97-4CA4-8859-68C842EAE88F}" destId="{14438BF2-0C50-4C1B-A99E-B1909E184016}" srcOrd="2" destOrd="0" presId="urn:microsoft.com/office/officeart/2005/8/layout/process4"/>
    <dgm:cxn modelId="{A6891BF9-7CFD-4CF1-B514-10FEBA6D9D6A}" type="presParOf" srcId="{14438BF2-0C50-4C1B-A99E-B1909E184016}" destId="{0E541A4F-E68B-477F-BCA6-83AC868DBBCC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7ED251F-A7A3-4D25-B004-4241BE03EDC3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FBD6BAB-0140-48B9-9073-E08FDCB01885}">
      <dgm:prSet custT="1"/>
      <dgm:spPr/>
      <dgm:t>
        <a:bodyPr/>
        <a:lstStyle/>
        <a:p>
          <a:r>
            <a:rPr lang="en-US" sz="3600" dirty="0"/>
            <a:t>Apply and analyze the deletion operation in a Binary Search Tree. </a:t>
          </a:r>
        </a:p>
      </dgm:t>
    </dgm:pt>
    <dgm:pt modelId="{A7069F57-F0E9-4BC0-BE1B-B8F059C9E5B6}" type="parTrans" cxnId="{32A129EE-3813-43B6-AF53-E9A6D3182FA2}">
      <dgm:prSet/>
      <dgm:spPr/>
      <dgm:t>
        <a:bodyPr/>
        <a:lstStyle/>
        <a:p>
          <a:endParaRPr lang="en-US"/>
        </a:p>
      </dgm:t>
    </dgm:pt>
    <dgm:pt modelId="{0715BA3E-6351-4C71-A2A0-855403651045}" type="sibTrans" cxnId="{32A129EE-3813-43B6-AF53-E9A6D3182FA2}">
      <dgm:prSet/>
      <dgm:spPr/>
      <dgm:t>
        <a:bodyPr/>
        <a:lstStyle/>
        <a:p>
          <a:endParaRPr lang="en-US"/>
        </a:p>
      </dgm:t>
    </dgm:pt>
    <dgm:pt modelId="{A3B4F848-7886-4B10-8E34-39E0B844A474}">
      <dgm:prSet custT="1"/>
      <dgm:spPr/>
      <dgm:t>
        <a:bodyPr/>
        <a:lstStyle/>
        <a:p>
          <a:pPr>
            <a:tabLst>
              <a:tab pos="5994400" algn="l"/>
            </a:tabLst>
          </a:pPr>
          <a:r>
            <a:rPr lang="en-US" sz="3600" dirty="0"/>
            <a:t>Replace null entries in tree by </a:t>
          </a:r>
          <a:r>
            <a:rPr lang="en-US" sz="3600" dirty="0" err="1"/>
            <a:t>usefull</a:t>
          </a:r>
          <a:r>
            <a:rPr lang="en-US" sz="3600" dirty="0"/>
            <a:t> information using Threaded Binary Tree.</a:t>
          </a:r>
        </a:p>
      </dgm:t>
    </dgm:pt>
    <dgm:pt modelId="{421929F8-4756-4702-AAD7-7A5185D82904}" type="parTrans" cxnId="{10F4C3C1-D8D4-465A-A58C-B8F418AC919B}">
      <dgm:prSet/>
      <dgm:spPr/>
      <dgm:t>
        <a:bodyPr/>
        <a:lstStyle/>
        <a:p>
          <a:endParaRPr lang="en-US"/>
        </a:p>
      </dgm:t>
    </dgm:pt>
    <dgm:pt modelId="{3DE2F17F-758E-4FA7-AB6B-444F38F1FFC4}" type="sibTrans" cxnId="{10F4C3C1-D8D4-465A-A58C-B8F418AC919B}">
      <dgm:prSet/>
      <dgm:spPr/>
      <dgm:t>
        <a:bodyPr/>
        <a:lstStyle/>
        <a:p>
          <a:endParaRPr lang="en-US"/>
        </a:p>
      </dgm:t>
    </dgm:pt>
    <dgm:pt modelId="{BCA40D55-9F97-4CA4-8859-68C842EAE88F}" type="pres">
      <dgm:prSet presAssocID="{B7ED251F-A7A3-4D25-B004-4241BE03EDC3}" presName="Name0" presStyleCnt="0">
        <dgm:presLayoutVars>
          <dgm:dir/>
          <dgm:animLvl val="lvl"/>
          <dgm:resizeHandles val="exact"/>
        </dgm:presLayoutVars>
      </dgm:prSet>
      <dgm:spPr/>
    </dgm:pt>
    <dgm:pt modelId="{3450E454-19DE-4E8A-ADE0-3AFF41C6C69B}" type="pres">
      <dgm:prSet presAssocID="{A3B4F848-7886-4B10-8E34-39E0B844A474}" presName="boxAndChildren" presStyleCnt="0"/>
      <dgm:spPr/>
    </dgm:pt>
    <dgm:pt modelId="{9F756ADD-FC73-43E2-8907-B49F92DEF8EA}" type="pres">
      <dgm:prSet presAssocID="{A3B4F848-7886-4B10-8E34-39E0B844A474}" presName="parentTextBox" presStyleLbl="node1" presStyleIdx="0" presStyleCnt="2"/>
      <dgm:spPr/>
    </dgm:pt>
    <dgm:pt modelId="{33B2812D-626E-40CB-8956-89B965634A15}" type="pres">
      <dgm:prSet presAssocID="{0715BA3E-6351-4C71-A2A0-855403651045}" presName="sp" presStyleCnt="0"/>
      <dgm:spPr/>
    </dgm:pt>
    <dgm:pt modelId="{14438BF2-0C50-4C1B-A99E-B1909E184016}" type="pres">
      <dgm:prSet presAssocID="{DFBD6BAB-0140-48B9-9073-E08FDCB01885}" presName="arrowAndChildren" presStyleCnt="0"/>
      <dgm:spPr/>
    </dgm:pt>
    <dgm:pt modelId="{0E541A4F-E68B-477F-BCA6-83AC868DBBCC}" type="pres">
      <dgm:prSet presAssocID="{DFBD6BAB-0140-48B9-9073-E08FDCB01885}" presName="parentTextArrow" presStyleLbl="node1" presStyleIdx="1" presStyleCnt="2"/>
      <dgm:spPr/>
    </dgm:pt>
  </dgm:ptLst>
  <dgm:cxnLst>
    <dgm:cxn modelId="{7186EF2C-C889-49EC-A156-5A68AD0A3CF6}" type="presOf" srcId="{DFBD6BAB-0140-48B9-9073-E08FDCB01885}" destId="{0E541A4F-E68B-477F-BCA6-83AC868DBBCC}" srcOrd="0" destOrd="0" presId="urn:microsoft.com/office/officeart/2005/8/layout/process4"/>
    <dgm:cxn modelId="{BFCB0464-37EB-4B41-A633-D832506204D5}" type="presOf" srcId="{A3B4F848-7886-4B10-8E34-39E0B844A474}" destId="{9F756ADD-FC73-43E2-8907-B49F92DEF8EA}" srcOrd="0" destOrd="0" presId="urn:microsoft.com/office/officeart/2005/8/layout/process4"/>
    <dgm:cxn modelId="{602ADD9D-D77C-4864-85DE-6F786E0BA06C}" type="presOf" srcId="{B7ED251F-A7A3-4D25-B004-4241BE03EDC3}" destId="{BCA40D55-9F97-4CA4-8859-68C842EAE88F}" srcOrd="0" destOrd="0" presId="urn:microsoft.com/office/officeart/2005/8/layout/process4"/>
    <dgm:cxn modelId="{10F4C3C1-D8D4-465A-A58C-B8F418AC919B}" srcId="{B7ED251F-A7A3-4D25-B004-4241BE03EDC3}" destId="{A3B4F848-7886-4B10-8E34-39E0B844A474}" srcOrd="1" destOrd="0" parTransId="{421929F8-4756-4702-AAD7-7A5185D82904}" sibTransId="{3DE2F17F-758E-4FA7-AB6B-444F38F1FFC4}"/>
    <dgm:cxn modelId="{32A129EE-3813-43B6-AF53-E9A6D3182FA2}" srcId="{B7ED251F-A7A3-4D25-B004-4241BE03EDC3}" destId="{DFBD6BAB-0140-48B9-9073-E08FDCB01885}" srcOrd="0" destOrd="0" parTransId="{A7069F57-F0E9-4BC0-BE1B-B8F059C9E5B6}" sibTransId="{0715BA3E-6351-4C71-A2A0-855403651045}"/>
    <dgm:cxn modelId="{9860929F-5D96-4F82-A2F6-03F0C13F45CA}" type="presParOf" srcId="{BCA40D55-9F97-4CA4-8859-68C842EAE88F}" destId="{3450E454-19DE-4E8A-ADE0-3AFF41C6C69B}" srcOrd="0" destOrd="0" presId="urn:microsoft.com/office/officeart/2005/8/layout/process4"/>
    <dgm:cxn modelId="{81075B5D-B3C8-4153-A2C9-6C4D6353CB34}" type="presParOf" srcId="{3450E454-19DE-4E8A-ADE0-3AFF41C6C69B}" destId="{9F756ADD-FC73-43E2-8907-B49F92DEF8EA}" srcOrd="0" destOrd="0" presId="urn:microsoft.com/office/officeart/2005/8/layout/process4"/>
    <dgm:cxn modelId="{8914EA88-2853-4546-98B8-ABA4ED7CAF84}" type="presParOf" srcId="{BCA40D55-9F97-4CA4-8859-68C842EAE88F}" destId="{33B2812D-626E-40CB-8956-89B965634A15}" srcOrd="1" destOrd="0" presId="urn:microsoft.com/office/officeart/2005/8/layout/process4"/>
    <dgm:cxn modelId="{205F827C-DA08-4001-BBA3-EAB63BA21781}" type="presParOf" srcId="{BCA40D55-9F97-4CA4-8859-68C842EAE88F}" destId="{14438BF2-0C50-4C1B-A99E-B1909E184016}" srcOrd="2" destOrd="0" presId="urn:microsoft.com/office/officeart/2005/8/layout/process4"/>
    <dgm:cxn modelId="{A6891BF9-7CFD-4CF1-B514-10FEBA6D9D6A}" type="presParOf" srcId="{14438BF2-0C50-4C1B-A99E-B1909E184016}" destId="{0E541A4F-E68B-477F-BCA6-83AC868DBBCC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756ADD-FC73-43E2-8907-B49F92DEF8EA}">
      <dsp:nvSpPr>
        <dsp:cNvPr id="0" name=""/>
        <dsp:cNvSpPr/>
      </dsp:nvSpPr>
      <dsp:spPr>
        <a:xfrm>
          <a:off x="0" y="2226751"/>
          <a:ext cx="10927829" cy="146098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tabLst>
              <a:tab pos="5994400" algn="l"/>
            </a:tabLst>
          </a:pPr>
          <a:r>
            <a:rPr lang="en-US" sz="3600" kern="1200" dirty="0"/>
            <a:t>Replace null entries in tree by </a:t>
          </a:r>
          <a:r>
            <a:rPr lang="en-US" sz="3600" kern="1200" dirty="0" err="1"/>
            <a:t>usefull</a:t>
          </a:r>
          <a:r>
            <a:rPr lang="en-US" sz="3600" kern="1200" dirty="0"/>
            <a:t> information using Threaded Binary Tree.</a:t>
          </a:r>
        </a:p>
      </dsp:txBody>
      <dsp:txXfrm>
        <a:off x="0" y="2226751"/>
        <a:ext cx="10927829" cy="1460989"/>
      </dsp:txXfrm>
    </dsp:sp>
    <dsp:sp modelId="{0E541A4F-E68B-477F-BCA6-83AC868DBBCC}">
      <dsp:nvSpPr>
        <dsp:cNvPr id="0" name=""/>
        <dsp:cNvSpPr/>
      </dsp:nvSpPr>
      <dsp:spPr>
        <a:xfrm rot="10800000">
          <a:off x="0" y="1663"/>
          <a:ext cx="10927829" cy="2247002"/>
        </a:xfrm>
        <a:prstGeom prst="upArrowCallou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Apply and analyze the deletion operation in a Binary Search Tree. </a:t>
          </a:r>
        </a:p>
      </dsp:txBody>
      <dsp:txXfrm rot="10800000">
        <a:off x="0" y="1663"/>
        <a:ext cx="10927829" cy="14600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756ADD-FC73-43E2-8907-B49F92DEF8EA}">
      <dsp:nvSpPr>
        <dsp:cNvPr id="0" name=""/>
        <dsp:cNvSpPr/>
      </dsp:nvSpPr>
      <dsp:spPr>
        <a:xfrm>
          <a:off x="0" y="2226751"/>
          <a:ext cx="10927829" cy="146098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tabLst>
              <a:tab pos="5994400" algn="l"/>
            </a:tabLst>
          </a:pPr>
          <a:r>
            <a:rPr lang="en-US" sz="3600" kern="1200" dirty="0"/>
            <a:t>Replace null entries in tree by </a:t>
          </a:r>
          <a:r>
            <a:rPr lang="en-US" sz="3600" kern="1200" dirty="0" err="1"/>
            <a:t>usefull</a:t>
          </a:r>
          <a:r>
            <a:rPr lang="en-US" sz="3600" kern="1200" dirty="0"/>
            <a:t> information using Threaded Binary Tree.</a:t>
          </a:r>
        </a:p>
      </dsp:txBody>
      <dsp:txXfrm>
        <a:off x="0" y="2226751"/>
        <a:ext cx="10927829" cy="1460989"/>
      </dsp:txXfrm>
    </dsp:sp>
    <dsp:sp modelId="{0E541A4F-E68B-477F-BCA6-83AC868DBBCC}">
      <dsp:nvSpPr>
        <dsp:cNvPr id="0" name=""/>
        <dsp:cNvSpPr/>
      </dsp:nvSpPr>
      <dsp:spPr>
        <a:xfrm rot="10800000">
          <a:off x="0" y="1663"/>
          <a:ext cx="10927829" cy="2247002"/>
        </a:xfrm>
        <a:prstGeom prst="upArrowCallou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Apply and analyze the deletion operation in a Binary Search Tree. </a:t>
          </a:r>
        </a:p>
      </dsp:txBody>
      <dsp:txXfrm rot="10800000">
        <a:off x="0" y="1663"/>
        <a:ext cx="10927829" cy="14600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6FBC31-3F3F-40A8-84DF-BE3B4616B22A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9FE326-85E6-4395-8F28-A8F972B7BB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3760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FE326-85E6-4395-8F28-A8F972B7BB4E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5272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FE326-85E6-4395-8F28-A8F972B7BB4E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72879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ADA65-C0BF-315C-F293-BFD0FCE73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D6C31F-886D-8E46-5C5C-3D302F3B4C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EFF963-8CA0-9BB7-7DD7-677E3ACD27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16D6ED-727B-BDE1-4AEC-47266E04D4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FE326-85E6-4395-8F28-A8F972B7BB4E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081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B9EE2-373D-DDFE-4AAB-63D320DBB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719106-6D69-99A5-F803-4D688C420D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C0EB0A-C7B0-B382-4C74-F76F5C1341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A8C825-A977-96F1-139D-8BA4CF90EB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FE326-85E6-4395-8F28-A8F972B7BB4E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14594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B19AD-E795-8469-CB7A-8D1393914F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09FC3E-A433-5720-2C47-B218104854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33EDBC-57D9-C6A6-6869-371DC35FA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0B00A-0031-4EDD-BEBB-B131E3F68B8B}" type="datetime1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1DC6D-FB05-89AF-D06E-2A214B26A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79841-7A1B-1D77-4E0D-F440971A1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7415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6841F-4D47-CCA2-58EC-D8D2EE9AF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07BEF-2C9D-42DC-3411-00B3A39BC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6B5C3-B400-8ED2-C857-CC6B3B6EB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D233B-F1E7-4818-B22D-9EDEAA6025FD}" type="datetime1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63E68-219E-B6BD-06FF-D09E8B6D7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27A96D-72D0-92EE-3B5C-8BFD78B7D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2334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2F04E-14BF-8146-F649-927656875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EC510D-E40E-01C5-FB7F-09741C6C9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E5ACC9-6839-7636-07F4-E47B104A0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43A29-4BB0-4075-8E30-7986497052F0}" type="datetime1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1B4601-E63D-A03B-1DD8-CFB63233D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09B235-6487-BCE9-DFAA-764CDD446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693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12733-E66D-2C01-CE97-F41A211F2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78475-62F3-3BA2-991E-7D770F7AA9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6E4499-7667-A5BF-CFBF-9B3734E040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E2D099-6445-5C93-00AE-432EFD070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8DEB-068D-4137-AD7C-2A99AB9732F4}" type="datetime1">
              <a:rPr lang="en-IN" smtClean="0"/>
              <a:t>03-01-2026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5B21F9-91D3-7C2A-79CF-2138303F1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1F9FC0-4A14-8219-84DC-B1D61698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8578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7B0A1-9BD6-B0A3-1102-E0773ECBB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E87F29-AEDA-BDF7-8C0B-52CF6D178C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DAB8B1-DB15-81F7-48C3-A6308F8FE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0A757F-7720-AA2F-16DB-5B4172569D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578B9F-AEC2-1CCB-17EA-93BC35E420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ADDEEA-4DF4-410A-B65E-F750E83FB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CC2F0-EA24-4949-874F-5F13F434AA44}" type="datetime1">
              <a:rPr lang="en-IN" smtClean="0"/>
              <a:t>03-01-2026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F839C7-3F7C-98F3-A612-DE6079BE9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ED60D5-B96E-CB10-EF10-24D390209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3610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685F8-3F04-96B2-DFBB-F5EA7C78F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A8FDE9-0DB9-E2EC-9EDB-3F7928924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CA4BE-841D-4DBA-BF59-98160D016E95}" type="datetime1">
              <a:rPr lang="en-IN" smtClean="0"/>
              <a:t>03-01-2026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6EA0CC-2F72-01A7-0018-794D28895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946089-63E6-1B47-884D-22AD3D59D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5177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668AA3-F340-1EBC-A758-E63E971B3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9DE3D-92F0-4B90-9BC3-DF561ACCB514}" type="datetime1">
              <a:rPr lang="en-IN" smtClean="0"/>
              <a:t>03-01-2026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C5A41D-81C9-E2BD-E9AF-3AA5DB41D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F962B3-3ADB-9572-0FD2-4DB07FD87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5772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CF039-A9DA-5A12-2BF1-B6433B9DF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751A8-C228-5300-A485-3F129FD36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584203-9632-6129-E4C9-0F99428BB6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945EB5-72B0-9141-EA99-820C022CC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4D748-5313-48F5-9420-28CC4F9D5D65}" type="datetime1">
              <a:rPr lang="en-IN" smtClean="0"/>
              <a:t>03-01-2026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73D456-31B6-1D53-751D-AC82FEAB7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C32809-415E-2282-E04D-9B200C1C3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9673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84906-117D-5407-AA07-22F539EE4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36F0D2-D921-4FA7-DA84-8E8520EED9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D2AD95-AB02-5A07-7492-E9E0B8545F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2380F9-07CE-6F7A-6038-870977B02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9F97-4389-4CF0-A3AF-539E1666475E}" type="datetime1">
              <a:rPr lang="en-IN" smtClean="0"/>
              <a:t>03-01-2026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35F0A5-FF26-EF42-9F4E-7B487ABBD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CE9705-E90F-F624-39D6-6FCBE3A7B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558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59D05-52FA-1788-519F-7A7F6048A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2B93A4-5BFE-2E5E-89BD-A9A9F0DE2B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D6E1C-2039-6998-16BF-892E575CF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1ADB8-9CB7-40E6-87C8-C7EB8EBBAF06}" type="datetime1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389FC5-03A9-A2BE-8045-500B37083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A79DC-4A34-B800-8BFC-C92A202FB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7501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66ADF1-8D2B-E20D-C592-6643F0F627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7D4B32-ED38-6AD9-3A88-BEE47D427E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D39A2-CFE5-7E4C-6E1A-FABC5CF17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3956E-FF61-4FBC-8614-5AF891B621A7}" type="datetime1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8CE03-A02D-B61D-500E-33B067F58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A42C-489C-58FC-CFE2-833549C6D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3312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AADD83-735E-A88A-3D7F-6385A1A74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67D101-3984-8795-F0E9-CFAF99A14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4624CD-D795-52B1-6203-0AF8F58B88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81F908-E6B3-4617-92D9-99814B0B813F}" type="datetime1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CF967-AE37-65C8-EF03-EB7E3B912D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BD2C0-494D-F5DE-E18D-99B852BA5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2666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9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blue and purple dots&#10;&#10;Description automatically generated">
            <a:extLst>
              <a:ext uri="{FF2B5EF4-FFF2-40B4-BE49-F238E27FC236}">
                <a16:creationId xmlns:a16="http://schemas.microsoft.com/office/drawing/2014/main" id="{B854E15F-5609-7D3B-3655-6DE3E59806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00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B4841D-4109-20CB-B253-8EF7C08060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2"/>
            <a:ext cx="8366216" cy="4909225"/>
          </a:xfrm>
        </p:spPr>
        <p:txBody>
          <a:bodyPr anchor="b">
            <a:normAutofit fontScale="90000"/>
          </a:bodyPr>
          <a:lstStyle/>
          <a:p>
            <a:pPr algn="l"/>
            <a:br>
              <a:rPr lang="en-US" sz="36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br>
              <a:rPr lang="en-US" sz="36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US" sz="36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BST </a:t>
            </a:r>
            <a:r>
              <a:rPr lang="en-US" sz="3600" b="1" dirty="0" err="1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Operation:Deletion</a:t>
            </a:r>
            <a:br>
              <a:rPr lang="en-US" sz="36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US" sz="36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                 And</a:t>
            </a:r>
            <a:br>
              <a:rPr lang="en-US" sz="36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US" sz="36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Threaded Binary Trees</a:t>
            </a:r>
            <a:br>
              <a:rPr lang="en-IN" sz="54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br>
              <a:rPr lang="en-IN" sz="4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br>
              <a:rPr lang="en-IN" sz="4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Session No.: 37</a:t>
            </a:r>
            <a:b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Course Name: Data </a:t>
            </a:r>
            <a:r>
              <a:rPr lang="en-IN" sz="1800" b="1" dirty="0" err="1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Strucutres</a:t>
            </a:r>
            <a:b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Course Code: </a:t>
            </a:r>
            <a:r>
              <a:rPr lang="en-IN" sz="1800" b="1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</a:rPr>
              <a:t>R1UC308B </a:t>
            </a:r>
            <a:r>
              <a:rPr lang="en-IN" sz="1800" b="0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</a:rPr>
              <a:t>	</a:t>
            </a:r>
            <a:br>
              <a:rPr lang="en-IN" sz="1800" b="0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Instructor Name: Akhilesh Tripathi</a:t>
            </a:r>
            <a:b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Duration: 50 mins</a:t>
            </a:r>
            <a:b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Date of Conduction of Class: 10 Dec 2025</a:t>
            </a:r>
            <a:endParaRPr lang="en-IN" sz="4800" b="1" dirty="0">
              <a:solidFill>
                <a:schemeClr val="bg1"/>
              </a:solidFill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2F329F-0D28-AAA9-6271-058B6B36C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4B0897-FD56-B45E-C539-435F743AA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</a:t>
            </a:fld>
            <a:endParaRPr lang="en-IN"/>
          </a:p>
        </p:txBody>
      </p:sp>
      <p:pic>
        <p:nvPicPr>
          <p:cNvPr id="10" name="Picture 9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B8F66ABA-C07C-7B4E-0E32-86C3BB04AA9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5" y="176753"/>
            <a:ext cx="1190469" cy="11904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3174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898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79E5FE6-2AEA-FD10-96D6-84ECB84793BD}"/>
              </a:ext>
            </a:extLst>
          </p:cNvPr>
          <p:cNvSpPr txBox="1"/>
          <p:nvPr/>
        </p:nvSpPr>
        <p:spPr>
          <a:xfrm>
            <a:off x="822739" y="1354784"/>
            <a:ext cx="1081055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Review</a:t>
            </a:r>
          </a:p>
          <a:p>
            <a:pPr algn="ctr"/>
            <a:endParaRPr lang="en-US" sz="2800" dirty="0"/>
          </a:p>
          <a:p>
            <a:r>
              <a:rPr lang="en-US" sz="2800" b="1" dirty="0"/>
              <a:t>Pre-Requisite : </a:t>
            </a:r>
          </a:p>
          <a:p>
            <a:endParaRPr lang="en-US" sz="2800" b="1" dirty="0"/>
          </a:p>
          <a:p>
            <a:r>
              <a:rPr lang="en-US" sz="2800" b="1" dirty="0"/>
              <a:t>Students must have knowledge of Binary Search tree.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214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3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79E5FE6-2AEA-FD10-96D6-84ECB84793BD}"/>
              </a:ext>
            </a:extLst>
          </p:cNvPr>
          <p:cNvSpPr txBox="1"/>
          <p:nvPr/>
        </p:nvSpPr>
        <p:spPr>
          <a:xfrm>
            <a:off x="822739" y="821384"/>
            <a:ext cx="103731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Pre-Class Assessment</a:t>
            </a:r>
          </a:p>
        </p:txBody>
      </p:sp>
      <p:sp>
        <p:nvSpPr>
          <p:cNvPr id="2" name="Rectangle 1"/>
          <p:cNvSpPr/>
          <p:nvPr/>
        </p:nvSpPr>
        <p:spPr>
          <a:xfrm>
            <a:off x="10648330" y="1095420"/>
            <a:ext cx="11766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[2-mins]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90402"/>
            <a:ext cx="3795634" cy="740238"/>
          </a:xfrm>
          <a:prstGeom prst="rect">
            <a:avLst/>
          </a:prstGeom>
        </p:spPr>
      </p:pic>
      <p:pic>
        <p:nvPicPr>
          <p:cNvPr id="6" name="Picture 5" descr="A screenshot of a web page&#10;&#10;AI-generated content may be incorrect.">
            <a:extLst>
              <a:ext uri="{FF2B5EF4-FFF2-40B4-BE49-F238E27FC236}">
                <a16:creationId xmlns:a16="http://schemas.microsoft.com/office/drawing/2014/main" id="{6C42F5CE-061B-2EA1-9FE8-2444F6868A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828" y="1952548"/>
            <a:ext cx="10592344" cy="3523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380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C84D04-41CA-6E97-EFFB-559B6F6A4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DDEC7-A318-B5ED-6B24-23EF9A30C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4</a:t>
            </a:fld>
            <a:endParaRPr lang="en-IN" dirty="0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A15F0BA4-6591-B48C-8EDD-9EEE5C0663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0671589" y="1095420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[1-mins]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12" name="Rectangle 11" descr="Questions"/>
          <p:cNvSpPr/>
          <p:nvPr/>
        </p:nvSpPr>
        <p:spPr>
          <a:xfrm>
            <a:off x="4762213" y="1051486"/>
            <a:ext cx="2716735" cy="2008804"/>
          </a:xfrm>
          <a:prstGeom prst="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grpSp>
        <p:nvGrpSpPr>
          <p:cNvPr id="14" name="Group 13"/>
          <p:cNvGrpSpPr/>
          <p:nvPr/>
        </p:nvGrpSpPr>
        <p:grpSpPr>
          <a:xfrm>
            <a:off x="638332" y="3566830"/>
            <a:ext cx="10994966" cy="2246314"/>
            <a:chOff x="0" y="1991651"/>
            <a:chExt cx="5239339" cy="2246314"/>
          </a:xfrm>
        </p:grpSpPr>
        <p:sp>
          <p:nvSpPr>
            <p:cNvPr id="15" name="Rectangle 14"/>
            <p:cNvSpPr/>
            <p:nvPr/>
          </p:nvSpPr>
          <p:spPr>
            <a:xfrm>
              <a:off x="0" y="1991651"/>
              <a:ext cx="5239339" cy="2231566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sp>
        <p:sp>
          <p:nvSpPr>
            <p:cNvPr id="16" name="Rectangle 15"/>
            <p:cNvSpPr/>
            <p:nvPr/>
          </p:nvSpPr>
          <p:spPr>
            <a:xfrm>
              <a:off x="0" y="2006399"/>
              <a:ext cx="5239339" cy="2231566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algn="ctr"/>
              <a:endParaRPr lang="en-US" sz="3600" dirty="0"/>
            </a:p>
            <a:p>
              <a:pPr algn="ctr"/>
              <a:r>
                <a:rPr lang="en-US" sz="3600" dirty="0"/>
                <a:t>What is BST?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82368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5590906B-7B28-4168-875C-2821760FE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0330" y="483460"/>
            <a:ext cx="5017695" cy="1136052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Learning Outcomes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018FB1-5AC0-A361-622A-D2F46CAE3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1D5415-04E5-9984-5403-67A367538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6510230-8DD5-4BA5-AB2D-CA30FC08F9D7}" type="slidenum">
              <a:rPr lang="en-IN" smtClean="0"/>
              <a:pPr/>
              <a:t>5</a:t>
            </a:fld>
            <a:endParaRPr lang="en-IN"/>
          </a:p>
        </p:txBody>
      </p:sp>
      <p:pic>
        <p:nvPicPr>
          <p:cNvPr id="5" name="Picture 4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3CA3EE49-A6F5-21CE-5CB2-E167474EB0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973C0F83-D21D-A99D-35A6-7A07FC92A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532" y="1435255"/>
            <a:ext cx="108204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n-US" sz="3200" b="1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By the end of this session, You will be able to:</a:t>
            </a:r>
          </a:p>
        </p:txBody>
      </p:sp>
      <p:sp>
        <p:nvSpPr>
          <p:cNvPr id="2" name="Rectangle 1"/>
          <p:cNvSpPr/>
          <p:nvPr/>
        </p:nvSpPr>
        <p:spPr>
          <a:xfrm>
            <a:off x="10671589" y="1065923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[2-mins]</a:t>
            </a:r>
          </a:p>
        </p:txBody>
      </p:sp>
      <p:graphicFrame>
        <p:nvGraphicFramePr>
          <p:cNvPr id="12" name="Title 1">
            <a:extLst>
              <a:ext uri="{FF2B5EF4-FFF2-40B4-BE49-F238E27FC236}">
                <a16:creationId xmlns:a16="http://schemas.microsoft.com/office/drawing/2014/main" id="{FBB5840F-85BE-5580-FDC6-C72FB2C1E2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00012493"/>
              </p:ext>
            </p:extLst>
          </p:nvPr>
        </p:nvGraphicFramePr>
        <p:xfrm>
          <a:off x="297092" y="22857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05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6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79E5FE6-2AEA-FD10-96D6-84ECB84793BD}"/>
              </a:ext>
            </a:extLst>
          </p:cNvPr>
          <p:cNvSpPr txBox="1"/>
          <p:nvPr/>
        </p:nvSpPr>
        <p:spPr>
          <a:xfrm>
            <a:off x="727756" y="1219889"/>
            <a:ext cx="10468176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/>
              <a:t>Session Outline</a:t>
            </a:r>
          </a:p>
          <a:p>
            <a:pPr algn="ctr"/>
            <a:endParaRPr lang="en-US" sz="3200" dirty="0"/>
          </a:p>
          <a:p>
            <a:pPr marL="342900" indent="-342900">
              <a:buFont typeface="Arial" pitchFamily="34" charset="0"/>
              <a:buChar char="•"/>
            </a:pPr>
            <a:r>
              <a:rPr lang="en-US" sz="2800" dirty="0"/>
              <a:t>Delete operation in BST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800" dirty="0"/>
              <a:t>Threaded Binary Tree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800" dirty="0"/>
              <a:t>Type of Threaded Binary Tree</a:t>
            </a:r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800" dirty="0"/>
              <a:t>Provide hands-on activities and reinforce learning through an interactive </a:t>
            </a:r>
            <a:r>
              <a:rPr lang="en-US" sz="2800" dirty="0" err="1"/>
              <a:t>WooClap</a:t>
            </a:r>
            <a:r>
              <a:rPr lang="en-US" sz="2800" dirty="0"/>
              <a:t> and </a:t>
            </a:r>
            <a:r>
              <a:rPr lang="en-US" sz="2800" dirty="0" err="1"/>
              <a:t>WooFlash</a:t>
            </a:r>
            <a:r>
              <a:rPr lang="en-US" sz="2800" dirty="0"/>
              <a:t> tools.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412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614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C84D04-41CA-6E97-EFFB-559B6F6A4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DDEC7-A318-B5ED-6B24-23EF9A30C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7</a:t>
            </a:fld>
            <a:endParaRPr lang="en-IN" dirty="0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A15F0BA4-6591-B48C-8EDD-9EEE5C0663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0671589" y="1095420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[5-mins]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12" name="Rectangle 11" descr="Questions"/>
          <p:cNvSpPr/>
          <p:nvPr/>
        </p:nvSpPr>
        <p:spPr>
          <a:xfrm>
            <a:off x="2002748" y="1280086"/>
            <a:ext cx="2716735" cy="2008804"/>
          </a:xfrm>
          <a:prstGeom prst="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3" name="Rectangle 12" descr="Puzzle Pieces"/>
          <p:cNvSpPr/>
          <p:nvPr/>
        </p:nvSpPr>
        <p:spPr>
          <a:xfrm>
            <a:off x="7663508" y="1256657"/>
            <a:ext cx="2793098" cy="2135471"/>
          </a:xfrm>
          <a:prstGeom prst="rect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grpSp>
        <p:nvGrpSpPr>
          <p:cNvPr id="14" name="Group 13"/>
          <p:cNvGrpSpPr/>
          <p:nvPr/>
        </p:nvGrpSpPr>
        <p:grpSpPr>
          <a:xfrm>
            <a:off x="104932" y="3581578"/>
            <a:ext cx="6015649" cy="2246314"/>
            <a:chOff x="0" y="1991651"/>
            <a:chExt cx="5239339" cy="2246314"/>
          </a:xfrm>
        </p:grpSpPr>
        <p:sp>
          <p:nvSpPr>
            <p:cNvPr id="15" name="Rectangle 14"/>
            <p:cNvSpPr/>
            <p:nvPr/>
          </p:nvSpPr>
          <p:spPr>
            <a:xfrm>
              <a:off x="0" y="1991651"/>
              <a:ext cx="5239339" cy="2231566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sp>
        <p:sp>
          <p:nvSpPr>
            <p:cNvPr id="16" name="Rectangle 15"/>
            <p:cNvSpPr/>
            <p:nvPr/>
          </p:nvSpPr>
          <p:spPr>
            <a:xfrm>
              <a:off x="0" y="2006399"/>
              <a:ext cx="5239339" cy="2231566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algn="ctr"/>
              <a:r>
                <a:rPr lang="en-US" sz="4400" dirty="0"/>
                <a:t>What is BST?</a:t>
              </a:r>
            </a:p>
            <a:p>
              <a:pPr algn="ctr"/>
              <a:endPara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6415549" y="3581578"/>
            <a:ext cx="5217750" cy="2231566"/>
            <a:chOff x="5758250" y="2062546"/>
            <a:chExt cx="4320000" cy="1753990"/>
          </a:xfrm>
        </p:grpSpPr>
        <p:sp>
          <p:nvSpPr>
            <p:cNvPr id="18" name="Rectangle 17"/>
            <p:cNvSpPr/>
            <p:nvPr/>
          </p:nvSpPr>
          <p:spPr>
            <a:xfrm>
              <a:off x="5758250" y="2062546"/>
              <a:ext cx="4320000" cy="175399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5758250" y="2062546"/>
              <a:ext cx="4320000" cy="175399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algn="ctr" defTabSz="1333500">
                <a:spcBef>
                  <a:spcPct val="0"/>
                </a:spcBef>
                <a:spcAft>
                  <a:spcPct val="35000"/>
                </a:spcAft>
              </a:pPr>
              <a:endParaRPr lang="en-US" sz="3200" dirty="0"/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3761668" y="760220"/>
            <a:ext cx="66801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Activity-1 (Think – Pair – Share)</a:t>
            </a:r>
          </a:p>
        </p:txBody>
      </p:sp>
      <p:sp>
        <p:nvSpPr>
          <p:cNvPr id="3" name="Rectangle 2"/>
          <p:cNvSpPr/>
          <p:nvPr/>
        </p:nvSpPr>
        <p:spPr>
          <a:xfrm>
            <a:off x="6522475" y="3771900"/>
            <a:ext cx="500389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What return search algo in BST ?</a:t>
            </a:r>
          </a:p>
        </p:txBody>
      </p:sp>
    </p:spTree>
    <p:extLst>
      <p:ext uri="{BB962C8B-B14F-4D97-AF65-F5344CB8AC3E}">
        <p14:creationId xmlns:p14="http://schemas.microsoft.com/office/powerpoint/2010/main" val="2461999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A0E4E09-FC02-4ADC-951A-3FFA90B6F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0A10B5A-315F-4751-BA35-34556B5D26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A5DAC55-04A1-4AB4-A2C6-C859A915C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018714" cy="6858000"/>
            </a:xfrm>
            <a:custGeom>
              <a:avLst/>
              <a:gdLst>
                <a:gd name="connsiteX0" fmla="*/ 0 w 6018714"/>
                <a:gd name="connsiteY0" fmla="*/ 6499477 h 6858000"/>
                <a:gd name="connsiteX1" fmla="*/ 248639 w 6018714"/>
                <a:gd name="connsiteY1" fmla="*/ 6701197 h 6858000"/>
                <a:gd name="connsiteX2" fmla="*/ 392359 w 6018714"/>
                <a:gd name="connsiteY2" fmla="*/ 6814935 h 6858000"/>
                <a:gd name="connsiteX3" fmla="*/ 448656 w 6018714"/>
                <a:gd name="connsiteY3" fmla="*/ 6858000 h 6858000"/>
                <a:gd name="connsiteX4" fmla="*/ 0 w 6018714"/>
                <a:gd name="connsiteY4" fmla="*/ 6858000 h 6858000"/>
                <a:gd name="connsiteX5" fmla="*/ 998246 w 6018714"/>
                <a:gd name="connsiteY5" fmla="*/ 0 h 6858000"/>
                <a:gd name="connsiteX6" fmla="*/ 1984114 w 6018714"/>
                <a:gd name="connsiteY6" fmla="*/ 0 h 6858000"/>
                <a:gd name="connsiteX7" fmla="*/ 2011390 w 6018714"/>
                <a:gd name="connsiteY7" fmla="*/ 2333 h 6858000"/>
                <a:gd name="connsiteX8" fmla="*/ 4182319 w 6018714"/>
                <a:gd name="connsiteY8" fmla="*/ 838030 h 6858000"/>
                <a:gd name="connsiteX9" fmla="*/ 4785565 w 6018714"/>
                <a:gd name="connsiteY9" fmla="*/ 1338564 h 6858000"/>
                <a:gd name="connsiteX10" fmla="*/ 5695308 w 6018714"/>
                <a:gd name="connsiteY10" fmla="*/ 2616232 h 6858000"/>
                <a:gd name="connsiteX11" fmla="*/ 5937944 w 6018714"/>
                <a:gd name="connsiteY11" fmla="*/ 3368583 h 6858000"/>
                <a:gd name="connsiteX12" fmla="*/ 6018677 w 6018714"/>
                <a:gd name="connsiteY12" fmla="*/ 4153681 h 6858000"/>
                <a:gd name="connsiteX13" fmla="*/ 5990165 w 6018714"/>
                <a:gd name="connsiteY13" fmla="*/ 4557147 h 6858000"/>
                <a:gd name="connsiteX14" fmla="*/ 5982312 w 6018714"/>
                <a:gd name="connsiteY14" fmla="*/ 4607451 h 6858000"/>
                <a:gd name="connsiteX15" fmla="*/ 5972856 w 6018714"/>
                <a:gd name="connsiteY15" fmla="*/ 4657609 h 6858000"/>
                <a:gd name="connsiteX16" fmla="*/ 5951328 w 6018714"/>
                <a:gd name="connsiteY16" fmla="*/ 4757628 h 6858000"/>
                <a:gd name="connsiteX17" fmla="*/ 5893141 w 6018714"/>
                <a:gd name="connsiteY17" fmla="*/ 4953827 h 6858000"/>
                <a:gd name="connsiteX18" fmla="*/ 5817644 w 6018714"/>
                <a:gd name="connsiteY18" fmla="*/ 5141915 h 6858000"/>
                <a:gd name="connsiteX19" fmla="*/ 5728909 w 6018714"/>
                <a:gd name="connsiteY19" fmla="*/ 5322626 h 6858000"/>
                <a:gd name="connsiteX20" fmla="*/ 5532095 w 6018714"/>
                <a:gd name="connsiteY20" fmla="*/ 5663839 h 6858000"/>
                <a:gd name="connsiteX21" fmla="*/ 5330043 w 6018714"/>
                <a:gd name="connsiteY21" fmla="*/ 5988236 h 6858000"/>
                <a:gd name="connsiteX22" fmla="*/ 5232580 w 6018714"/>
                <a:gd name="connsiteY22" fmla="*/ 6146081 h 6858000"/>
                <a:gd name="connsiteX23" fmla="*/ 5183269 w 6018714"/>
                <a:gd name="connsiteY23" fmla="*/ 6227660 h 6858000"/>
                <a:gd name="connsiteX24" fmla="*/ 5131628 w 6018714"/>
                <a:gd name="connsiteY24" fmla="*/ 6311451 h 6858000"/>
                <a:gd name="connsiteX25" fmla="*/ 4910811 w 6018714"/>
                <a:gd name="connsiteY25" fmla="*/ 6641009 h 6858000"/>
                <a:gd name="connsiteX26" fmla="*/ 4788885 w 6018714"/>
                <a:gd name="connsiteY26" fmla="*/ 6800448 h 6858000"/>
                <a:gd name="connsiteX27" fmla="*/ 4739213 w 6018714"/>
                <a:gd name="connsiteY27" fmla="*/ 6858000 h 6858000"/>
                <a:gd name="connsiteX28" fmla="*/ 3950454 w 6018714"/>
                <a:gd name="connsiteY28" fmla="*/ 6858000 h 6858000"/>
                <a:gd name="connsiteX29" fmla="*/ 4012997 w 6018714"/>
                <a:gd name="connsiteY29" fmla="*/ 6806378 h 6858000"/>
                <a:gd name="connsiteX30" fmla="*/ 4268871 w 6018714"/>
                <a:gd name="connsiteY30" fmla="*/ 6566512 h 6858000"/>
                <a:gd name="connsiteX31" fmla="*/ 4750072 w 6018714"/>
                <a:gd name="connsiteY31" fmla="*/ 6033375 h 6858000"/>
                <a:gd name="connsiteX32" fmla="*/ 4806075 w 6018714"/>
                <a:gd name="connsiteY32" fmla="*/ 5961092 h 6858000"/>
                <a:gd name="connsiteX33" fmla="*/ 4863244 w 6018714"/>
                <a:gd name="connsiteY33" fmla="*/ 5885856 h 6858000"/>
                <a:gd name="connsiteX34" fmla="*/ 4982235 w 6018714"/>
                <a:gd name="connsiteY34" fmla="*/ 5732288 h 6858000"/>
                <a:gd name="connsiteX35" fmla="*/ 5221526 w 6018714"/>
                <a:gd name="connsiteY35" fmla="*/ 5438135 h 6858000"/>
                <a:gd name="connsiteX36" fmla="*/ 5442633 w 6018714"/>
                <a:gd name="connsiteY36" fmla="*/ 5146193 h 6858000"/>
                <a:gd name="connsiteX37" fmla="*/ 5538350 w 6018714"/>
                <a:gd name="connsiteY37" fmla="*/ 4995133 h 6858000"/>
                <a:gd name="connsiteX38" fmla="*/ 5621702 w 6018714"/>
                <a:gd name="connsiteY38" fmla="*/ 4839205 h 6858000"/>
                <a:gd name="connsiteX39" fmla="*/ 5741275 w 6018714"/>
                <a:gd name="connsiteY39" fmla="*/ 4507728 h 6858000"/>
                <a:gd name="connsiteX40" fmla="*/ 5781714 w 6018714"/>
                <a:gd name="connsiteY40" fmla="*/ 4153681 h 6858000"/>
                <a:gd name="connsiteX41" fmla="*/ 5685706 w 6018714"/>
                <a:gd name="connsiteY41" fmla="*/ 3428918 h 6858000"/>
                <a:gd name="connsiteX42" fmla="*/ 5422122 w 6018714"/>
                <a:gd name="connsiteY42" fmla="*/ 2750328 h 6858000"/>
                <a:gd name="connsiteX43" fmla="*/ 5033730 w 6018714"/>
                <a:gd name="connsiteY43" fmla="*/ 2136204 h 6858000"/>
                <a:gd name="connsiteX44" fmla="*/ 4542784 w 6018714"/>
                <a:gd name="connsiteY44" fmla="*/ 1601886 h 6858000"/>
                <a:gd name="connsiteX45" fmla="*/ 2668605 w 6018714"/>
                <a:gd name="connsiteY45" fmla="*/ 539746 h 6858000"/>
                <a:gd name="connsiteX46" fmla="*/ 1965570 w 6018714"/>
                <a:gd name="connsiteY46" fmla="*/ 389865 h 6858000"/>
                <a:gd name="connsiteX47" fmla="*/ 1249006 w 6018714"/>
                <a:gd name="connsiteY47" fmla="*/ 363461 h 6858000"/>
                <a:gd name="connsiteX48" fmla="*/ 542188 w 6018714"/>
                <a:gd name="connsiteY48" fmla="*/ 465544 h 6858000"/>
                <a:gd name="connsiteX49" fmla="*/ 37349 w 6018714"/>
                <a:gd name="connsiteY49" fmla="*/ 636266 h 6858000"/>
                <a:gd name="connsiteX50" fmla="*/ 0 w 6018714"/>
                <a:gd name="connsiteY50" fmla="*/ 653785 h 6858000"/>
                <a:gd name="connsiteX51" fmla="*/ 0 w 6018714"/>
                <a:gd name="connsiteY51" fmla="*/ 255198 h 6858000"/>
                <a:gd name="connsiteX52" fmla="*/ 167136 w 6018714"/>
                <a:gd name="connsiteY52" fmla="*/ 188295 h 6858000"/>
                <a:gd name="connsiteX53" fmla="*/ 451417 w 6018714"/>
                <a:gd name="connsiteY53" fmla="*/ 101466 h 6858000"/>
                <a:gd name="connsiteX54" fmla="*/ 836914 w 6018714"/>
                <a:gd name="connsiteY54" fmla="*/ 2139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018714" h="685800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7370387-C8AA-4FC4-B636-C83BA7921D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8834"/>
              <a:ext cx="6015920" cy="6819166"/>
            </a:xfrm>
            <a:custGeom>
              <a:avLst/>
              <a:gdLst>
                <a:gd name="connsiteX0" fmla="*/ 0 w 6015920"/>
                <a:gd name="connsiteY0" fmla="*/ 6143989 h 6819166"/>
                <a:gd name="connsiteX1" fmla="*/ 134018 w 6015920"/>
                <a:gd name="connsiteY1" fmla="*/ 6248665 h 6819166"/>
                <a:gd name="connsiteX2" fmla="*/ 880799 w 6015920"/>
                <a:gd name="connsiteY2" fmla="*/ 6790482 h 6819166"/>
                <a:gd name="connsiteX3" fmla="*/ 929680 w 6015920"/>
                <a:gd name="connsiteY3" fmla="*/ 6819166 h 6819166"/>
                <a:gd name="connsiteX4" fmla="*/ 0 w 6015920"/>
                <a:gd name="connsiteY4" fmla="*/ 6819166 h 6819166"/>
                <a:gd name="connsiteX5" fmla="*/ 1408589 w 6015920"/>
                <a:gd name="connsiteY5" fmla="*/ 0 h 6819166"/>
                <a:gd name="connsiteX6" fmla="*/ 1409171 w 6015920"/>
                <a:gd name="connsiteY6" fmla="*/ 294 h 6819166"/>
                <a:gd name="connsiteX7" fmla="*/ 6015920 w 6015920"/>
                <a:gd name="connsiteY7" fmla="*/ 4129828 h 6819166"/>
                <a:gd name="connsiteX8" fmla="*/ 5101088 w 6015920"/>
                <a:gd name="connsiteY8" fmla="*/ 6096419 h 6819166"/>
                <a:gd name="connsiteX9" fmla="*/ 4546786 w 6015920"/>
                <a:gd name="connsiteY9" fmla="*/ 6797679 h 6819166"/>
                <a:gd name="connsiteX10" fmla="*/ 4525032 w 6015920"/>
                <a:gd name="connsiteY10" fmla="*/ 6819166 h 6819166"/>
                <a:gd name="connsiteX11" fmla="*/ 3362009 w 6015920"/>
                <a:gd name="connsiteY11" fmla="*/ 6819166 h 6819166"/>
                <a:gd name="connsiteX12" fmla="*/ 3559506 w 6015920"/>
                <a:gd name="connsiteY12" fmla="*/ 6694254 h 6819166"/>
                <a:gd name="connsiteX13" fmla="*/ 4499295 w 6015920"/>
                <a:gd name="connsiteY13" fmla="*/ 5685109 h 6819166"/>
                <a:gd name="connsiteX14" fmla="*/ 4763752 w 6015920"/>
                <a:gd name="connsiteY14" fmla="*/ 5310428 h 6819166"/>
                <a:gd name="connsiteX15" fmla="*/ 5288592 w 6015920"/>
                <a:gd name="connsiteY15" fmla="*/ 4129828 h 6819166"/>
                <a:gd name="connsiteX16" fmla="*/ 4971477 w 6015920"/>
                <a:gd name="connsiteY16" fmla="*/ 2858526 h 6819166"/>
                <a:gd name="connsiteX17" fmla="*/ 4096938 w 6015920"/>
                <a:gd name="connsiteY17" fmla="*/ 1766138 h 6819166"/>
                <a:gd name="connsiteX18" fmla="*/ 2832696 w 6015920"/>
                <a:gd name="connsiteY18" fmla="*/ 1008719 h 6819166"/>
                <a:gd name="connsiteX19" fmla="*/ 1409171 w 6015920"/>
                <a:gd name="connsiteY19" fmla="*/ 732948 h 6819166"/>
                <a:gd name="connsiteX20" fmla="*/ 189877 w 6015920"/>
                <a:gd name="connsiteY20" fmla="*/ 989377 h 6819166"/>
                <a:gd name="connsiteX21" fmla="*/ 0 w 6015920"/>
                <a:gd name="connsiteY21" fmla="*/ 1091881 h 6819166"/>
                <a:gd name="connsiteX22" fmla="*/ 0 w 6015920"/>
                <a:gd name="connsiteY22" fmla="*/ 273645 h 6819166"/>
                <a:gd name="connsiteX23" fmla="*/ 53152 w 6015920"/>
                <a:gd name="connsiteY23" fmla="*/ 250589 h 6819166"/>
                <a:gd name="connsiteX24" fmla="*/ 1408589 w 6015920"/>
                <a:gd name="connsiteY24" fmla="*/ 0 h 681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15920" h="6819166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E3C2B3B-4414-484B-8914-7CB18736F2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9880"/>
              <a:ext cx="5997097" cy="6768121"/>
            </a:xfrm>
            <a:custGeom>
              <a:avLst/>
              <a:gdLst>
                <a:gd name="connsiteX0" fmla="*/ 0 w 5997097"/>
                <a:gd name="connsiteY0" fmla="*/ 5929955 h 6768121"/>
                <a:gd name="connsiteX1" fmla="*/ 204947 w 5997097"/>
                <a:gd name="connsiteY1" fmla="*/ 6088753 h 6768121"/>
                <a:gd name="connsiteX2" fmla="*/ 1135927 w 5997097"/>
                <a:gd name="connsiteY2" fmla="*/ 6730112 h 6768121"/>
                <a:gd name="connsiteX3" fmla="*/ 1219620 w 5997097"/>
                <a:gd name="connsiteY3" fmla="*/ 6768121 h 6768121"/>
                <a:gd name="connsiteX4" fmla="*/ 0 w 5997097"/>
                <a:gd name="connsiteY4" fmla="*/ 6768121 h 6768121"/>
                <a:gd name="connsiteX5" fmla="*/ 1389767 w 5997097"/>
                <a:gd name="connsiteY5" fmla="*/ 0 h 6768121"/>
                <a:gd name="connsiteX6" fmla="*/ 1390348 w 5997097"/>
                <a:gd name="connsiteY6" fmla="*/ 292 h 6768121"/>
                <a:gd name="connsiteX7" fmla="*/ 5997097 w 5997097"/>
                <a:gd name="connsiteY7" fmla="*/ 4099802 h 6768121"/>
                <a:gd name="connsiteX8" fmla="*/ 5082265 w 5997097"/>
                <a:gd name="connsiteY8" fmla="*/ 6052096 h 6768121"/>
                <a:gd name="connsiteX9" fmla="*/ 4527964 w 5997097"/>
                <a:gd name="connsiteY9" fmla="*/ 6748257 h 6768121"/>
                <a:gd name="connsiteX10" fmla="*/ 4507706 w 5997097"/>
                <a:gd name="connsiteY10" fmla="*/ 6768121 h 6768121"/>
                <a:gd name="connsiteX11" fmla="*/ 3011909 w 5997097"/>
                <a:gd name="connsiteY11" fmla="*/ 6768121 h 6768121"/>
                <a:gd name="connsiteX12" fmla="*/ 3041514 w 5997097"/>
                <a:gd name="connsiteY12" fmla="*/ 6756841 h 6768121"/>
                <a:gd name="connsiteX13" fmla="*/ 3339587 w 5997097"/>
                <a:gd name="connsiteY13" fmla="*/ 6603120 h 6768121"/>
                <a:gd name="connsiteX14" fmla="*/ 4359591 w 5997097"/>
                <a:gd name="connsiteY14" fmla="*/ 5561878 h 6768121"/>
                <a:gd name="connsiteX15" fmla="*/ 4626956 w 5997097"/>
                <a:gd name="connsiteY15" fmla="*/ 5185850 h 6768121"/>
                <a:gd name="connsiteX16" fmla="*/ 5124303 w 5997097"/>
                <a:gd name="connsiteY16" fmla="*/ 4099802 h 6768121"/>
                <a:gd name="connsiteX17" fmla="*/ 4823481 w 5997097"/>
                <a:gd name="connsiteY17" fmla="*/ 2904512 h 6768121"/>
                <a:gd name="connsiteX18" fmla="*/ 3983561 w 5997097"/>
                <a:gd name="connsiteY18" fmla="*/ 1863706 h 6768121"/>
                <a:gd name="connsiteX19" fmla="*/ 2761651 w 5997097"/>
                <a:gd name="connsiteY19" fmla="*/ 1136378 h 6768121"/>
                <a:gd name="connsiteX20" fmla="*/ 1390348 w 5997097"/>
                <a:gd name="connsiteY20" fmla="*/ 873085 h 6768121"/>
                <a:gd name="connsiteX21" fmla="*/ 232295 w 5997097"/>
                <a:gd name="connsiteY21" fmla="*/ 1114121 h 6768121"/>
                <a:gd name="connsiteX22" fmla="*/ 0 w 5997097"/>
                <a:gd name="connsiteY22" fmla="*/ 1238681 h 6768121"/>
                <a:gd name="connsiteX23" fmla="*/ 0 w 5997097"/>
                <a:gd name="connsiteY23" fmla="*/ 263550 h 6768121"/>
                <a:gd name="connsiteX24" fmla="*/ 34329 w 5997097"/>
                <a:gd name="connsiteY24" fmla="*/ 248767 h 6768121"/>
                <a:gd name="connsiteX25" fmla="*/ 1389767 w 5997097"/>
                <a:gd name="connsiteY25" fmla="*/ 0 h 676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97097" h="6768121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4" name="Freeform: Shape 13">
              <a:extLst>
                <a:ext uri="{FF2B5EF4-FFF2-40B4-BE49-F238E27FC236}">
                  <a16:creationId xmlns:a16="http://schemas.microsoft.com/office/drawing/2014/main" id="{AFB69BCB-EE83-44E6-8C11-3344C73DF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423049" cy="6857275"/>
            </a:xfrm>
            <a:custGeom>
              <a:avLst/>
              <a:gdLst>
                <a:gd name="connsiteX0" fmla="*/ 3207935 w 6423049"/>
                <a:gd name="connsiteY0" fmla="*/ 0 h 6857275"/>
                <a:gd name="connsiteX1" fmla="*/ 6423049 w 6423049"/>
                <a:gd name="connsiteY1" fmla="*/ 0 h 6857275"/>
                <a:gd name="connsiteX2" fmla="*/ 6423049 w 6423049"/>
                <a:gd name="connsiteY2" fmla="*/ 6857275 h 6857275"/>
                <a:gd name="connsiteX3" fmla="*/ 5115455 w 6423049"/>
                <a:gd name="connsiteY3" fmla="*/ 6857275 h 6857275"/>
                <a:gd name="connsiteX4" fmla="*/ 5327016 w 6423049"/>
                <a:gd name="connsiteY4" fmla="*/ 6576778 h 6857275"/>
                <a:gd name="connsiteX5" fmla="*/ 6096492 w 6423049"/>
                <a:gd name="connsiteY5" fmla="*/ 4101445 h 6857275"/>
                <a:gd name="connsiteX6" fmla="*/ 3253269 w 6423049"/>
                <a:gd name="connsiteY6" fmla="*/ 15400 h 6857275"/>
                <a:gd name="connsiteX7" fmla="*/ 0 w 6423049"/>
                <a:gd name="connsiteY7" fmla="*/ 0 h 6857275"/>
                <a:gd name="connsiteX8" fmla="*/ 318887 w 6423049"/>
                <a:gd name="connsiteY8" fmla="*/ 0 h 6857275"/>
                <a:gd name="connsiteX9" fmla="*/ 273553 w 6423049"/>
                <a:gd name="connsiteY9" fmla="*/ 15400 h 6857275"/>
                <a:gd name="connsiteX10" fmla="*/ 76780 w 6423049"/>
                <a:gd name="connsiteY10" fmla="*/ 93287 h 6857275"/>
                <a:gd name="connsiteX11" fmla="*/ 0 w 6423049"/>
                <a:gd name="connsiteY11" fmla="*/ 128134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23049" h="6857275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98E9BA58-2C07-4CA1-99C2-7738FBA37E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158587" cy="6857275"/>
            </a:xfrm>
            <a:custGeom>
              <a:avLst/>
              <a:gdLst>
                <a:gd name="connsiteX0" fmla="*/ 233278 w 6158587"/>
                <a:gd name="connsiteY0" fmla="*/ 0 h 6857275"/>
                <a:gd name="connsiteX1" fmla="*/ 3441063 w 6158587"/>
                <a:gd name="connsiteY1" fmla="*/ 0 h 6857275"/>
                <a:gd name="connsiteX2" fmla="*/ 3535825 w 6158587"/>
                <a:gd name="connsiteY2" fmla="*/ 38136 h 6857275"/>
                <a:gd name="connsiteX3" fmla="*/ 6158587 w 6158587"/>
                <a:gd name="connsiteY3" fmla="*/ 4076179 h 6857275"/>
                <a:gd name="connsiteX4" fmla="*/ 5573039 w 6158587"/>
                <a:gd name="connsiteY4" fmla="*/ 6283960 h 6857275"/>
                <a:gd name="connsiteX5" fmla="*/ 5222761 w 6158587"/>
                <a:gd name="connsiteY5" fmla="*/ 6804016 h 6857275"/>
                <a:gd name="connsiteX6" fmla="*/ 5179011 w 6158587"/>
                <a:gd name="connsiteY6" fmla="*/ 6857275 h 6857275"/>
                <a:gd name="connsiteX7" fmla="*/ 4477061 w 6158587"/>
                <a:gd name="connsiteY7" fmla="*/ 6857275 h 6857275"/>
                <a:gd name="connsiteX8" fmla="*/ 4532922 w 6158587"/>
                <a:gd name="connsiteY8" fmla="*/ 6798071 h 6857275"/>
                <a:gd name="connsiteX9" fmla="*/ 4660563 w 6158587"/>
                <a:gd name="connsiteY9" fmla="*/ 6651672 h 6857275"/>
                <a:gd name="connsiteX10" fmla="*/ 4772511 w 6158587"/>
                <a:gd name="connsiteY10" fmla="*/ 6513379 h 6857275"/>
                <a:gd name="connsiteX11" fmla="*/ 4781959 w 6158587"/>
                <a:gd name="connsiteY11" fmla="*/ 6501404 h 6857275"/>
                <a:gd name="connsiteX12" fmla="*/ 4800713 w 6158587"/>
                <a:gd name="connsiteY12" fmla="*/ 6476578 h 6857275"/>
                <a:gd name="connsiteX13" fmla="*/ 4897916 w 6158587"/>
                <a:gd name="connsiteY13" fmla="*/ 6345878 h 6857275"/>
                <a:gd name="connsiteX14" fmla="*/ 4953461 w 6158587"/>
                <a:gd name="connsiteY14" fmla="*/ 6268773 h 6857275"/>
                <a:gd name="connsiteX15" fmla="*/ 5015304 w 6158587"/>
                <a:gd name="connsiteY15" fmla="*/ 6182904 h 6857275"/>
                <a:gd name="connsiteX16" fmla="*/ 5136557 w 6158587"/>
                <a:gd name="connsiteY16" fmla="*/ 6021245 h 6857275"/>
                <a:gd name="connsiteX17" fmla="*/ 5232471 w 6158587"/>
                <a:gd name="connsiteY17" fmla="*/ 5895802 h 6857275"/>
                <a:gd name="connsiteX18" fmla="*/ 5377488 w 6158587"/>
                <a:gd name="connsiteY18" fmla="*/ 5704644 h 6857275"/>
                <a:gd name="connsiteX19" fmla="*/ 5492012 w 6158587"/>
                <a:gd name="connsiteY19" fmla="*/ 5545320 h 6857275"/>
                <a:gd name="connsiteX20" fmla="*/ 5598378 w 6158587"/>
                <a:gd name="connsiteY20" fmla="*/ 5383077 h 6857275"/>
                <a:gd name="connsiteX21" fmla="*/ 5694293 w 6158587"/>
                <a:gd name="connsiteY21" fmla="*/ 5215869 h 6857275"/>
                <a:gd name="connsiteX22" fmla="*/ 5726646 w 6158587"/>
                <a:gd name="connsiteY22" fmla="*/ 5151759 h 6857275"/>
                <a:gd name="connsiteX23" fmla="*/ 5736953 w 6158587"/>
                <a:gd name="connsiteY23" fmla="*/ 5130730 h 6857275"/>
                <a:gd name="connsiteX24" fmla="*/ 5748406 w 6158587"/>
                <a:gd name="connsiteY24" fmla="*/ 5105613 h 6857275"/>
                <a:gd name="connsiteX25" fmla="*/ 5775318 w 6158587"/>
                <a:gd name="connsiteY25" fmla="*/ 5043695 h 6857275"/>
                <a:gd name="connsiteX26" fmla="*/ 5887267 w 6158587"/>
                <a:gd name="connsiteY26" fmla="*/ 4677444 h 6857275"/>
                <a:gd name="connsiteX27" fmla="*/ 5925776 w 6158587"/>
                <a:gd name="connsiteY27" fmla="*/ 4291476 h 6857275"/>
                <a:gd name="connsiteX28" fmla="*/ 5837592 w 6158587"/>
                <a:gd name="connsiteY28" fmla="*/ 3514285 h 6857275"/>
                <a:gd name="connsiteX29" fmla="*/ 5728651 w 6158587"/>
                <a:gd name="connsiteY29" fmla="*/ 3139270 h 6857275"/>
                <a:gd name="connsiteX30" fmla="*/ 5728651 w 6158587"/>
                <a:gd name="connsiteY30" fmla="*/ 3138540 h 6857275"/>
                <a:gd name="connsiteX31" fmla="*/ 5707749 w 6158587"/>
                <a:gd name="connsiteY31" fmla="*/ 3080127 h 6857275"/>
                <a:gd name="connsiteX32" fmla="*/ 5695151 w 6158587"/>
                <a:gd name="connsiteY32" fmla="*/ 3046393 h 6857275"/>
                <a:gd name="connsiteX33" fmla="*/ 5662512 w 6158587"/>
                <a:gd name="connsiteY33" fmla="*/ 2963300 h 6857275"/>
                <a:gd name="connsiteX34" fmla="*/ 5659648 w 6158587"/>
                <a:gd name="connsiteY34" fmla="*/ 2956436 h 6857275"/>
                <a:gd name="connsiteX35" fmla="*/ 5641039 w 6158587"/>
                <a:gd name="connsiteY35" fmla="*/ 2911751 h 6857275"/>
                <a:gd name="connsiteX36" fmla="*/ 5621283 w 6158587"/>
                <a:gd name="connsiteY36" fmla="*/ 2867941 h 6857275"/>
                <a:gd name="connsiteX37" fmla="*/ 5581056 w 6158587"/>
                <a:gd name="connsiteY37" fmla="*/ 2780320 h 6857275"/>
                <a:gd name="connsiteX38" fmla="*/ 5397674 w 6158587"/>
                <a:gd name="connsiteY38" fmla="*/ 2438163 h 6857275"/>
                <a:gd name="connsiteX39" fmla="*/ 5182080 w 6158587"/>
                <a:gd name="connsiteY39" fmla="*/ 2116889 h 6857275"/>
                <a:gd name="connsiteX40" fmla="*/ 4676024 w 6158587"/>
                <a:gd name="connsiteY40" fmla="*/ 1540786 h 6857275"/>
                <a:gd name="connsiteX41" fmla="*/ 4391860 w 6158587"/>
                <a:gd name="connsiteY41" fmla="*/ 1286395 h 6857275"/>
                <a:gd name="connsiteX42" fmla="*/ 4318851 w 6158587"/>
                <a:gd name="connsiteY42" fmla="*/ 1226959 h 6857275"/>
                <a:gd name="connsiteX43" fmla="*/ 4306254 w 6158587"/>
                <a:gd name="connsiteY43" fmla="*/ 1216883 h 6857275"/>
                <a:gd name="connsiteX44" fmla="*/ 4244123 w 6158587"/>
                <a:gd name="connsiteY44" fmla="*/ 1168254 h 6857275"/>
                <a:gd name="connsiteX45" fmla="*/ 4092378 w 6158587"/>
                <a:gd name="connsiteY45" fmla="*/ 1055078 h 6857275"/>
                <a:gd name="connsiteX46" fmla="*/ 3449179 w 6158587"/>
                <a:gd name="connsiteY46" fmla="*/ 660348 h 6857275"/>
                <a:gd name="connsiteX47" fmla="*/ 3110758 w 6158587"/>
                <a:gd name="connsiteY47" fmla="*/ 500442 h 6857275"/>
                <a:gd name="connsiteX48" fmla="*/ 2762316 w 6158587"/>
                <a:gd name="connsiteY48" fmla="*/ 368135 h 6857275"/>
                <a:gd name="connsiteX49" fmla="*/ 2404426 w 6158587"/>
                <a:gd name="connsiteY49" fmla="*/ 264452 h 6857275"/>
                <a:gd name="connsiteX50" fmla="*/ 2040668 w 6158587"/>
                <a:gd name="connsiteY50" fmla="*/ 191435 h 6857275"/>
                <a:gd name="connsiteX51" fmla="*/ 1461459 w 6158587"/>
                <a:gd name="connsiteY51" fmla="*/ 147625 h 6857275"/>
                <a:gd name="connsiteX52" fmla="*/ 1300837 w 6158587"/>
                <a:gd name="connsiteY52" fmla="*/ 150983 h 6857275"/>
                <a:gd name="connsiteX53" fmla="*/ 932928 w 6158587"/>
                <a:gd name="connsiteY53" fmla="*/ 183842 h 6857275"/>
                <a:gd name="connsiteX54" fmla="*/ 568022 w 6158587"/>
                <a:gd name="connsiteY54" fmla="*/ 256858 h 6857275"/>
                <a:gd name="connsiteX55" fmla="*/ 39597 w 6158587"/>
                <a:gd name="connsiteY55" fmla="*/ 447169 h 6857275"/>
                <a:gd name="connsiteX56" fmla="*/ 0 w 6158587"/>
                <a:gd name="connsiteY56" fmla="*/ 467328 h 6857275"/>
                <a:gd name="connsiteX57" fmla="*/ 0 w 6158587"/>
                <a:gd name="connsiteY57" fmla="*/ 112255 h 6857275"/>
                <a:gd name="connsiteX58" fmla="*/ 79310 w 6158587"/>
                <a:gd name="connsiteY58" fmla="*/ 70390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158587" h="6857275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GSCALE full form and date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EC62E8-F0EB-0BD9-2B59-1AA3588B6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8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20ECE07-CE90-FEA2-59C0-9F6B1480E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0566" y="44352"/>
            <a:ext cx="68580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Concept and Definition for (LO-1) </a:t>
            </a:r>
            <a:endParaRPr lang="en-I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372BEC-C0BE-8B8E-FFFF-97C0F922807B}"/>
              </a:ext>
            </a:extLst>
          </p:cNvPr>
          <p:cNvSpPr txBox="1"/>
          <p:nvPr/>
        </p:nvSpPr>
        <p:spPr>
          <a:xfrm>
            <a:off x="838200" y="1065690"/>
            <a:ext cx="107950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   </a:t>
            </a:r>
            <a:endParaRPr lang="en-US" sz="28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232702E-3178-55FC-D4CB-1830D6CBF7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3311048"/>
              </p:ext>
            </p:extLst>
          </p:nvPr>
        </p:nvGraphicFramePr>
        <p:xfrm>
          <a:off x="1433434" y="1155469"/>
          <a:ext cx="8378120" cy="41480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9060">
                  <a:extLst>
                    <a:ext uri="{9D8B030D-6E8A-4147-A177-3AD203B41FA5}">
                      <a16:colId xmlns:a16="http://schemas.microsoft.com/office/drawing/2014/main" val="1681405412"/>
                    </a:ext>
                  </a:extLst>
                </a:gridCol>
                <a:gridCol w="4189060">
                  <a:extLst>
                    <a:ext uri="{9D8B030D-6E8A-4147-A177-3AD203B41FA5}">
                      <a16:colId xmlns:a16="http://schemas.microsoft.com/office/drawing/2014/main" val="3846919817"/>
                    </a:ext>
                  </a:extLst>
                </a:gridCol>
              </a:tblGrid>
              <a:tr h="4148051">
                <a:tc>
                  <a:txBody>
                    <a:bodyPr/>
                    <a:lstStyle/>
                    <a:p>
                      <a:r>
                        <a:rPr lang="en-US" sz="2000" b="1" dirty="0" err="1"/>
                        <a:t>BST_Delete</a:t>
                      </a:r>
                      <a:r>
                        <a:rPr lang="en-US" sz="2000" b="1" dirty="0"/>
                        <a:t>(</a:t>
                      </a:r>
                      <a:r>
                        <a:rPr lang="en-US" sz="2000" b="1" dirty="0" err="1"/>
                        <a:t>t,loc,par,left,right</a:t>
                      </a:r>
                      <a:r>
                        <a:rPr lang="en-US" sz="2000" b="1" dirty="0"/>
                        <a:t>)</a:t>
                      </a:r>
                      <a:br>
                        <a:rPr lang="en-US" sz="2000" dirty="0"/>
                      </a:br>
                      <a:r>
                        <a:rPr lang="en-US" sz="2000" dirty="0"/>
                        <a:t>1. Call search(t) </a:t>
                      </a:r>
                      <a:br>
                        <a:rPr lang="en-US" sz="2000" dirty="0"/>
                      </a:br>
                      <a:r>
                        <a:rPr lang="en-US" sz="2000" dirty="0"/>
                        <a:t>2. If loc == NULL, then</a:t>
                      </a:r>
                      <a:br>
                        <a:rPr lang="en-US" sz="2000" dirty="0"/>
                      </a:br>
                      <a:r>
                        <a:rPr lang="en-US" sz="2000" dirty="0"/>
                        <a:t>→ Print "value not present"</a:t>
                      </a:r>
                      <a:br>
                        <a:rPr lang="en-US" sz="2000" dirty="0"/>
                      </a:br>
                      <a:r>
                        <a:rPr lang="en-US" sz="2000" dirty="0"/>
                        <a:t>→ Stop.</a:t>
                      </a:r>
                    </a:p>
                    <a:p>
                      <a:r>
                        <a:rPr lang="en-US" sz="2000" b="1" dirty="0"/>
                        <a:t>3.     If loc has zero or one child</a:t>
                      </a:r>
                      <a:endParaRPr lang="en-US" sz="2000" dirty="0"/>
                    </a:p>
                    <a:p>
                      <a:pPr lvl="1"/>
                      <a:r>
                        <a:rPr lang="en-US" sz="2000" dirty="0"/>
                        <a:t>Call </a:t>
                      </a:r>
                      <a:r>
                        <a:rPr lang="en-US" sz="2000" dirty="0" err="1"/>
                        <a:t>deleteone</a:t>
                      </a:r>
                      <a:r>
                        <a:rPr lang="en-US" sz="2000" dirty="0"/>
                        <a:t>() to remove the node.</a:t>
                      </a:r>
                    </a:p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else </a:t>
                      </a:r>
                      <a:r>
                        <a:rPr lang="en-US" sz="2000" b="1" dirty="0"/>
                        <a:t> if Node has two children</a:t>
                      </a:r>
                      <a:br>
                        <a:rPr lang="en-US" sz="2000" dirty="0"/>
                      </a:br>
                      <a:r>
                        <a:rPr lang="en-US" sz="2000" dirty="0"/>
                        <a:t> Call </a:t>
                      </a:r>
                      <a:r>
                        <a:rPr lang="en-US" sz="2000" dirty="0" err="1"/>
                        <a:t>deletetwo</a:t>
                      </a:r>
                      <a:r>
                        <a:rPr lang="en-US" sz="2000" dirty="0"/>
                        <a:t>() to remove the node.</a:t>
                      </a:r>
                    </a:p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/>
                    </a:p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4. Exit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void delete(int t)</a:t>
                      </a:r>
                    </a:p>
                    <a:p>
                      <a:r>
                        <a:rPr lang="en-IN" sz="2000" dirty="0"/>
                        <a:t>    {</a:t>
                      </a:r>
                    </a:p>
                    <a:p>
                      <a:r>
                        <a:rPr lang="en-IN" sz="2000" dirty="0"/>
                        <a:t>        search(t);</a:t>
                      </a:r>
                    </a:p>
                    <a:p>
                      <a:r>
                        <a:rPr lang="en-IN" sz="2000" dirty="0"/>
                        <a:t>        if(loc==null)</a:t>
                      </a:r>
                    </a:p>
                    <a:p>
                      <a:r>
                        <a:rPr lang="en-IN" sz="2000" dirty="0"/>
                        <a:t>        {</a:t>
                      </a:r>
                    </a:p>
                    <a:p>
                      <a:r>
                        <a:rPr lang="en-IN" sz="2000" dirty="0"/>
                        <a:t>            </a:t>
                      </a:r>
                      <a:r>
                        <a:rPr lang="en-IN" sz="2000" dirty="0" err="1"/>
                        <a:t>printf</a:t>
                      </a:r>
                      <a:r>
                        <a:rPr lang="en-IN" sz="2000" dirty="0"/>
                        <a:t>("value not present");</a:t>
                      </a:r>
                    </a:p>
                    <a:p>
                      <a:r>
                        <a:rPr lang="en-IN" sz="2000" dirty="0"/>
                        <a:t>        }</a:t>
                      </a:r>
                    </a:p>
                    <a:p>
                      <a:r>
                        <a:rPr lang="en-IN" sz="2000" dirty="0"/>
                        <a:t>        else if(</a:t>
                      </a:r>
                      <a:r>
                        <a:rPr lang="en-IN" sz="2000" dirty="0" err="1"/>
                        <a:t>loc.left</a:t>
                      </a:r>
                      <a:r>
                        <a:rPr lang="en-IN" sz="2000" dirty="0"/>
                        <a:t>==null || </a:t>
                      </a:r>
                      <a:r>
                        <a:rPr lang="en-IN" sz="2000" dirty="0" err="1"/>
                        <a:t>loc.right</a:t>
                      </a:r>
                      <a:r>
                        <a:rPr lang="en-IN" sz="2000" dirty="0"/>
                        <a:t>==null)</a:t>
                      </a:r>
                    </a:p>
                    <a:p>
                      <a:r>
                        <a:rPr lang="en-IN" sz="2000" dirty="0"/>
                        <a:t>        </a:t>
                      </a:r>
                      <a:r>
                        <a:rPr lang="en-IN" sz="2000" dirty="0" err="1"/>
                        <a:t>deleteone</a:t>
                      </a:r>
                      <a:r>
                        <a:rPr lang="en-IN" sz="2000" dirty="0"/>
                        <a:t>();</a:t>
                      </a:r>
                    </a:p>
                    <a:p>
                      <a:r>
                        <a:rPr lang="en-IN" sz="2000" dirty="0"/>
                        <a:t>        else</a:t>
                      </a:r>
                    </a:p>
                    <a:p>
                      <a:r>
                        <a:rPr lang="en-IN" sz="2000" dirty="0"/>
                        <a:t>        </a:t>
                      </a:r>
                      <a:r>
                        <a:rPr lang="en-IN" sz="2000" dirty="0" err="1"/>
                        <a:t>deletetwo</a:t>
                      </a:r>
                      <a:r>
                        <a:rPr lang="en-IN" sz="2000" dirty="0"/>
                        <a:t>();</a:t>
                      </a:r>
                    </a:p>
                    <a:p>
                      <a:r>
                        <a:rPr lang="en-IN" sz="2000" dirty="0"/>
                        <a:t>    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62912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26184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2C2617-F3D3-DB72-F9BA-0D63EA196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981D794-83DF-2485-37EB-08AA39E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0125E28-5DD4-9D3E-FEDA-7A1B905D46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1A81A86-B11C-30BD-14B0-355036E251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018714" cy="6858000"/>
            </a:xfrm>
            <a:custGeom>
              <a:avLst/>
              <a:gdLst>
                <a:gd name="connsiteX0" fmla="*/ 0 w 6018714"/>
                <a:gd name="connsiteY0" fmla="*/ 6499477 h 6858000"/>
                <a:gd name="connsiteX1" fmla="*/ 248639 w 6018714"/>
                <a:gd name="connsiteY1" fmla="*/ 6701197 h 6858000"/>
                <a:gd name="connsiteX2" fmla="*/ 392359 w 6018714"/>
                <a:gd name="connsiteY2" fmla="*/ 6814935 h 6858000"/>
                <a:gd name="connsiteX3" fmla="*/ 448656 w 6018714"/>
                <a:gd name="connsiteY3" fmla="*/ 6858000 h 6858000"/>
                <a:gd name="connsiteX4" fmla="*/ 0 w 6018714"/>
                <a:gd name="connsiteY4" fmla="*/ 6858000 h 6858000"/>
                <a:gd name="connsiteX5" fmla="*/ 998246 w 6018714"/>
                <a:gd name="connsiteY5" fmla="*/ 0 h 6858000"/>
                <a:gd name="connsiteX6" fmla="*/ 1984114 w 6018714"/>
                <a:gd name="connsiteY6" fmla="*/ 0 h 6858000"/>
                <a:gd name="connsiteX7" fmla="*/ 2011390 w 6018714"/>
                <a:gd name="connsiteY7" fmla="*/ 2333 h 6858000"/>
                <a:gd name="connsiteX8" fmla="*/ 4182319 w 6018714"/>
                <a:gd name="connsiteY8" fmla="*/ 838030 h 6858000"/>
                <a:gd name="connsiteX9" fmla="*/ 4785565 w 6018714"/>
                <a:gd name="connsiteY9" fmla="*/ 1338564 h 6858000"/>
                <a:gd name="connsiteX10" fmla="*/ 5695308 w 6018714"/>
                <a:gd name="connsiteY10" fmla="*/ 2616232 h 6858000"/>
                <a:gd name="connsiteX11" fmla="*/ 5937944 w 6018714"/>
                <a:gd name="connsiteY11" fmla="*/ 3368583 h 6858000"/>
                <a:gd name="connsiteX12" fmla="*/ 6018677 w 6018714"/>
                <a:gd name="connsiteY12" fmla="*/ 4153681 h 6858000"/>
                <a:gd name="connsiteX13" fmla="*/ 5990165 w 6018714"/>
                <a:gd name="connsiteY13" fmla="*/ 4557147 h 6858000"/>
                <a:gd name="connsiteX14" fmla="*/ 5982312 w 6018714"/>
                <a:gd name="connsiteY14" fmla="*/ 4607451 h 6858000"/>
                <a:gd name="connsiteX15" fmla="*/ 5972856 w 6018714"/>
                <a:gd name="connsiteY15" fmla="*/ 4657609 h 6858000"/>
                <a:gd name="connsiteX16" fmla="*/ 5951328 w 6018714"/>
                <a:gd name="connsiteY16" fmla="*/ 4757628 h 6858000"/>
                <a:gd name="connsiteX17" fmla="*/ 5893141 w 6018714"/>
                <a:gd name="connsiteY17" fmla="*/ 4953827 h 6858000"/>
                <a:gd name="connsiteX18" fmla="*/ 5817644 w 6018714"/>
                <a:gd name="connsiteY18" fmla="*/ 5141915 h 6858000"/>
                <a:gd name="connsiteX19" fmla="*/ 5728909 w 6018714"/>
                <a:gd name="connsiteY19" fmla="*/ 5322626 h 6858000"/>
                <a:gd name="connsiteX20" fmla="*/ 5532095 w 6018714"/>
                <a:gd name="connsiteY20" fmla="*/ 5663839 h 6858000"/>
                <a:gd name="connsiteX21" fmla="*/ 5330043 w 6018714"/>
                <a:gd name="connsiteY21" fmla="*/ 5988236 h 6858000"/>
                <a:gd name="connsiteX22" fmla="*/ 5232580 w 6018714"/>
                <a:gd name="connsiteY22" fmla="*/ 6146081 h 6858000"/>
                <a:gd name="connsiteX23" fmla="*/ 5183269 w 6018714"/>
                <a:gd name="connsiteY23" fmla="*/ 6227660 h 6858000"/>
                <a:gd name="connsiteX24" fmla="*/ 5131628 w 6018714"/>
                <a:gd name="connsiteY24" fmla="*/ 6311451 h 6858000"/>
                <a:gd name="connsiteX25" fmla="*/ 4910811 w 6018714"/>
                <a:gd name="connsiteY25" fmla="*/ 6641009 h 6858000"/>
                <a:gd name="connsiteX26" fmla="*/ 4788885 w 6018714"/>
                <a:gd name="connsiteY26" fmla="*/ 6800448 h 6858000"/>
                <a:gd name="connsiteX27" fmla="*/ 4739213 w 6018714"/>
                <a:gd name="connsiteY27" fmla="*/ 6858000 h 6858000"/>
                <a:gd name="connsiteX28" fmla="*/ 3950454 w 6018714"/>
                <a:gd name="connsiteY28" fmla="*/ 6858000 h 6858000"/>
                <a:gd name="connsiteX29" fmla="*/ 4012997 w 6018714"/>
                <a:gd name="connsiteY29" fmla="*/ 6806378 h 6858000"/>
                <a:gd name="connsiteX30" fmla="*/ 4268871 w 6018714"/>
                <a:gd name="connsiteY30" fmla="*/ 6566512 h 6858000"/>
                <a:gd name="connsiteX31" fmla="*/ 4750072 w 6018714"/>
                <a:gd name="connsiteY31" fmla="*/ 6033375 h 6858000"/>
                <a:gd name="connsiteX32" fmla="*/ 4806075 w 6018714"/>
                <a:gd name="connsiteY32" fmla="*/ 5961092 h 6858000"/>
                <a:gd name="connsiteX33" fmla="*/ 4863244 w 6018714"/>
                <a:gd name="connsiteY33" fmla="*/ 5885856 h 6858000"/>
                <a:gd name="connsiteX34" fmla="*/ 4982235 w 6018714"/>
                <a:gd name="connsiteY34" fmla="*/ 5732288 h 6858000"/>
                <a:gd name="connsiteX35" fmla="*/ 5221526 w 6018714"/>
                <a:gd name="connsiteY35" fmla="*/ 5438135 h 6858000"/>
                <a:gd name="connsiteX36" fmla="*/ 5442633 w 6018714"/>
                <a:gd name="connsiteY36" fmla="*/ 5146193 h 6858000"/>
                <a:gd name="connsiteX37" fmla="*/ 5538350 w 6018714"/>
                <a:gd name="connsiteY37" fmla="*/ 4995133 h 6858000"/>
                <a:gd name="connsiteX38" fmla="*/ 5621702 w 6018714"/>
                <a:gd name="connsiteY38" fmla="*/ 4839205 h 6858000"/>
                <a:gd name="connsiteX39" fmla="*/ 5741275 w 6018714"/>
                <a:gd name="connsiteY39" fmla="*/ 4507728 h 6858000"/>
                <a:gd name="connsiteX40" fmla="*/ 5781714 w 6018714"/>
                <a:gd name="connsiteY40" fmla="*/ 4153681 h 6858000"/>
                <a:gd name="connsiteX41" fmla="*/ 5685706 w 6018714"/>
                <a:gd name="connsiteY41" fmla="*/ 3428918 h 6858000"/>
                <a:gd name="connsiteX42" fmla="*/ 5422122 w 6018714"/>
                <a:gd name="connsiteY42" fmla="*/ 2750328 h 6858000"/>
                <a:gd name="connsiteX43" fmla="*/ 5033730 w 6018714"/>
                <a:gd name="connsiteY43" fmla="*/ 2136204 h 6858000"/>
                <a:gd name="connsiteX44" fmla="*/ 4542784 w 6018714"/>
                <a:gd name="connsiteY44" fmla="*/ 1601886 h 6858000"/>
                <a:gd name="connsiteX45" fmla="*/ 2668605 w 6018714"/>
                <a:gd name="connsiteY45" fmla="*/ 539746 h 6858000"/>
                <a:gd name="connsiteX46" fmla="*/ 1965570 w 6018714"/>
                <a:gd name="connsiteY46" fmla="*/ 389865 h 6858000"/>
                <a:gd name="connsiteX47" fmla="*/ 1249006 w 6018714"/>
                <a:gd name="connsiteY47" fmla="*/ 363461 h 6858000"/>
                <a:gd name="connsiteX48" fmla="*/ 542188 w 6018714"/>
                <a:gd name="connsiteY48" fmla="*/ 465544 h 6858000"/>
                <a:gd name="connsiteX49" fmla="*/ 37349 w 6018714"/>
                <a:gd name="connsiteY49" fmla="*/ 636266 h 6858000"/>
                <a:gd name="connsiteX50" fmla="*/ 0 w 6018714"/>
                <a:gd name="connsiteY50" fmla="*/ 653785 h 6858000"/>
                <a:gd name="connsiteX51" fmla="*/ 0 w 6018714"/>
                <a:gd name="connsiteY51" fmla="*/ 255198 h 6858000"/>
                <a:gd name="connsiteX52" fmla="*/ 167136 w 6018714"/>
                <a:gd name="connsiteY52" fmla="*/ 188295 h 6858000"/>
                <a:gd name="connsiteX53" fmla="*/ 451417 w 6018714"/>
                <a:gd name="connsiteY53" fmla="*/ 101466 h 6858000"/>
                <a:gd name="connsiteX54" fmla="*/ 836914 w 6018714"/>
                <a:gd name="connsiteY54" fmla="*/ 2139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018714" h="685800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F877B39-0000-F5DA-3E3E-CFD52819A4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8834"/>
              <a:ext cx="6015920" cy="6819166"/>
            </a:xfrm>
            <a:custGeom>
              <a:avLst/>
              <a:gdLst>
                <a:gd name="connsiteX0" fmla="*/ 0 w 6015920"/>
                <a:gd name="connsiteY0" fmla="*/ 6143989 h 6819166"/>
                <a:gd name="connsiteX1" fmla="*/ 134018 w 6015920"/>
                <a:gd name="connsiteY1" fmla="*/ 6248665 h 6819166"/>
                <a:gd name="connsiteX2" fmla="*/ 880799 w 6015920"/>
                <a:gd name="connsiteY2" fmla="*/ 6790482 h 6819166"/>
                <a:gd name="connsiteX3" fmla="*/ 929680 w 6015920"/>
                <a:gd name="connsiteY3" fmla="*/ 6819166 h 6819166"/>
                <a:gd name="connsiteX4" fmla="*/ 0 w 6015920"/>
                <a:gd name="connsiteY4" fmla="*/ 6819166 h 6819166"/>
                <a:gd name="connsiteX5" fmla="*/ 1408589 w 6015920"/>
                <a:gd name="connsiteY5" fmla="*/ 0 h 6819166"/>
                <a:gd name="connsiteX6" fmla="*/ 1409171 w 6015920"/>
                <a:gd name="connsiteY6" fmla="*/ 294 h 6819166"/>
                <a:gd name="connsiteX7" fmla="*/ 6015920 w 6015920"/>
                <a:gd name="connsiteY7" fmla="*/ 4129828 h 6819166"/>
                <a:gd name="connsiteX8" fmla="*/ 5101088 w 6015920"/>
                <a:gd name="connsiteY8" fmla="*/ 6096419 h 6819166"/>
                <a:gd name="connsiteX9" fmla="*/ 4546786 w 6015920"/>
                <a:gd name="connsiteY9" fmla="*/ 6797679 h 6819166"/>
                <a:gd name="connsiteX10" fmla="*/ 4525032 w 6015920"/>
                <a:gd name="connsiteY10" fmla="*/ 6819166 h 6819166"/>
                <a:gd name="connsiteX11" fmla="*/ 3362009 w 6015920"/>
                <a:gd name="connsiteY11" fmla="*/ 6819166 h 6819166"/>
                <a:gd name="connsiteX12" fmla="*/ 3559506 w 6015920"/>
                <a:gd name="connsiteY12" fmla="*/ 6694254 h 6819166"/>
                <a:gd name="connsiteX13" fmla="*/ 4499295 w 6015920"/>
                <a:gd name="connsiteY13" fmla="*/ 5685109 h 6819166"/>
                <a:gd name="connsiteX14" fmla="*/ 4763752 w 6015920"/>
                <a:gd name="connsiteY14" fmla="*/ 5310428 h 6819166"/>
                <a:gd name="connsiteX15" fmla="*/ 5288592 w 6015920"/>
                <a:gd name="connsiteY15" fmla="*/ 4129828 h 6819166"/>
                <a:gd name="connsiteX16" fmla="*/ 4971477 w 6015920"/>
                <a:gd name="connsiteY16" fmla="*/ 2858526 h 6819166"/>
                <a:gd name="connsiteX17" fmla="*/ 4096938 w 6015920"/>
                <a:gd name="connsiteY17" fmla="*/ 1766138 h 6819166"/>
                <a:gd name="connsiteX18" fmla="*/ 2832696 w 6015920"/>
                <a:gd name="connsiteY18" fmla="*/ 1008719 h 6819166"/>
                <a:gd name="connsiteX19" fmla="*/ 1409171 w 6015920"/>
                <a:gd name="connsiteY19" fmla="*/ 732948 h 6819166"/>
                <a:gd name="connsiteX20" fmla="*/ 189877 w 6015920"/>
                <a:gd name="connsiteY20" fmla="*/ 989377 h 6819166"/>
                <a:gd name="connsiteX21" fmla="*/ 0 w 6015920"/>
                <a:gd name="connsiteY21" fmla="*/ 1091881 h 6819166"/>
                <a:gd name="connsiteX22" fmla="*/ 0 w 6015920"/>
                <a:gd name="connsiteY22" fmla="*/ 273645 h 6819166"/>
                <a:gd name="connsiteX23" fmla="*/ 53152 w 6015920"/>
                <a:gd name="connsiteY23" fmla="*/ 250589 h 6819166"/>
                <a:gd name="connsiteX24" fmla="*/ 1408589 w 6015920"/>
                <a:gd name="connsiteY24" fmla="*/ 0 h 681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15920" h="6819166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D3BD95F-7131-9436-E5A7-9EAACAA909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9880"/>
              <a:ext cx="5997097" cy="6768121"/>
            </a:xfrm>
            <a:custGeom>
              <a:avLst/>
              <a:gdLst>
                <a:gd name="connsiteX0" fmla="*/ 0 w 5997097"/>
                <a:gd name="connsiteY0" fmla="*/ 5929955 h 6768121"/>
                <a:gd name="connsiteX1" fmla="*/ 204947 w 5997097"/>
                <a:gd name="connsiteY1" fmla="*/ 6088753 h 6768121"/>
                <a:gd name="connsiteX2" fmla="*/ 1135927 w 5997097"/>
                <a:gd name="connsiteY2" fmla="*/ 6730112 h 6768121"/>
                <a:gd name="connsiteX3" fmla="*/ 1219620 w 5997097"/>
                <a:gd name="connsiteY3" fmla="*/ 6768121 h 6768121"/>
                <a:gd name="connsiteX4" fmla="*/ 0 w 5997097"/>
                <a:gd name="connsiteY4" fmla="*/ 6768121 h 6768121"/>
                <a:gd name="connsiteX5" fmla="*/ 1389767 w 5997097"/>
                <a:gd name="connsiteY5" fmla="*/ 0 h 6768121"/>
                <a:gd name="connsiteX6" fmla="*/ 1390348 w 5997097"/>
                <a:gd name="connsiteY6" fmla="*/ 292 h 6768121"/>
                <a:gd name="connsiteX7" fmla="*/ 5997097 w 5997097"/>
                <a:gd name="connsiteY7" fmla="*/ 4099802 h 6768121"/>
                <a:gd name="connsiteX8" fmla="*/ 5082265 w 5997097"/>
                <a:gd name="connsiteY8" fmla="*/ 6052096 h 6768121"/>
                <a:gd name="connsiteX9" fmla="*/ 4527964 w 5997097"/>
                <a:gd name="connsiteY9" fmla="*/ 6748257 h 6768121"/>
                <a:gd name="connsiteX10" fmla="*/ 4507706 w 5997097"/>
                <a:gd name="connsiteY10" fmla="*/ 6768121 h 6768121"/>
                <a:gd name="connsiteX11" fmla="*/ 3011909 w 5997097"/>
                <a:gd name="connsiteY11" fmla="*/ 6768121 h 6768121"/>
                <a:gd name="connsiteX12" fmla="*/ 3041514 w 5997097"/>
                <a:gd name="connsiteY12" fmla="*/ 6756841 h 6768121"/>
                <a:gd name="connsiteX13" fmla="*/ 3339587 w 5997097"/>
                <a:gd name="connsiteY13" fmla="*/ 6603120 h 6768121"/>
                <a:gd name="connsiteX14" fmla="*/ 4359591 w 5997097"/>
                <a:gd name="connsiteY14" fmla="*/ 5561878 h 6768121"/>
                <a:gd name="connsiteX15" fmla="*/ 4626956 w 5997097"/>
                <a:gd name="connsiteY15" fmla="*/ 5185850 h 6768121"/>
                <a:gd name="connsiteX16" fmla="*/ 5124303 w 5997097"/>
                <a:gd name="connsiteY16" fmla="*/ 4099802 h 6768121"/>
                <a:gd name="connsiteX17" fmla="*/ 4823481 w 5997097"/>
                <a:gd name="connsiteY17" fmla="*/ 2904512 h 6768121"/>
                <a:gd name="connsiteX18" fmla="*/ 3983561 w 5997097"/>
                <a:gd name="connsiteY18" fmla="*/ 1863706 h 6768121"/>
                <a:gd name="connsiteX19" fmla="*/ 2761651 w 5997097"/>
                <a:gd name="connsiteY19" fmla="*/ 1136378 h 6768121"/>
                <a:gd name="connsiteX20" fmla="*/ 1390348 w 5997097"/>
                <a:gd name="connsiteY20" fmla="*/ 873085 h 6768121"/>
                <a:gd name="connsiteX21" fmla="*/ 232295 w 5997097"/>
                <a:gd name="connsiteY21" fmla="*/ 1114121 h 6768121"/>
                <a:gd name="connsiteX22" fmla="*/ 0 w 5997097"/>
                <a:gd name="connsiteY22" fmla="*/ 1238681 h 6768121"/>
                <a:gd name="connsiteX23" fmla="*/ 0 w 5997097"/>
                <a:gd name="connsiteY23" fmla="*/ 263550 h 6768121"/>
                <a:gd name="connsiteX24" fmla="*/ 34329 w 5997097"/>
                <a:gd name="connsiteY24" fmla="*/ 248767 h 6768121"/>
                <a:gd name="connsiteX25" fmla="*/ 1389767 w 5997097"/>
                <a:gd name="connsiteY25" fmla="*/ 0 h 676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97097" h="6768121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4" name="Freeform: Shape 13">
              <a:extLst>
                <a:ext uri="{FF2B5EF4-FFF2-40B4-BE49-F238E27FC236}">
                  <a16:creationId xmlns:a16="http://schemas.microsoft.com/office/drawing/2014/main" id="{D7290D5A-0C00-4AA1-9112-BCDE7DC2F6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423049" cy="6857275"/>
            </a:xfrm>
            <a:custGeom>
              <a:avLst/>
              <a:gdLst>
                <a:gd name="connsiteX0" fmla="*/ 3207935 w 6423049"/>
                <a:gd name="connsiteY0" fmla="*/ 0 h 6857275"/>
                <a:gd name="connsiteX1" fmla="*/ 6423049 w 6423049"/>
                <a:gd name="connsiteY1" fmla="*/ 0 h 6857275"/>
                <a:gd name="connsiteX2" fmla="*/ 6423049 w 6423049"/>
                <a:gd name="connsiteY2" fmla="*/ 6857275 h 6857275"/>
                <a:gd name="connsiteX3" fmla="*/ 5115455 w 6423049"/>
                <a:gd name="connsiteY3" fmla="*/ 6857275 h 6857275"/>
                <a:gd name="connsiteX4" fmla="*/ 5327016 w 6423049"/>
                <a:gd name="connsiteY4" fmla="*/ 6576778 h 6857275"/>
                <a:gd name="connsiteX5" fmla="*/ 6096492 w 6423049"/>
                <a:gd name="connsiteY5" fmla="*/ 4101445 h 6857275"/>
                <a:gd name="connsiteX6" fmla="*/ 3253269 w 6423049"/>
                <a:gd name="connsiteY6" fmla="*/ 15400 h 6857275"/>
                <a:gd name="connsiteX7" fmla="*/ 0 w 6423049"/>
                <a:gd name="connsiteY7" fmla="*/ 0 h 6857275"/>
                <a:gd name="connsiteX8" fmla="*/ 318887 w 6423049"/>
                <a:gd name="connsiteY8" fmla="*/ 0 h 6857275"/>
                <a:gd name="connsiteX9" fmla="*/ 273553 w 6423049"/>
                <a:gd name="connsiteY9" fmla="*/ 15400 h 6857275"/>
                <a:gd name="connsiteX10" fmla="*/ 76780 w 6423049"/>
                <a:gd name="connsiteY10" fmla="*/ 93287 h 6857275"/>
                <a:gd name="connsiteX11" fmla="*/ 0 w 6423049"/>
                <a:gd name="connsiteY11" fmla="*/ 128134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23049" h="6857275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D7782F5B-2C9E-15A9-90AD-0442654D5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158587" cy="6857275"/>
            </a:xfrm>
            <a:custGeom>
              <a:avLst/>
              <a:gdLst>
                <a:gd name="connsiteX0" fmla="*/ 233278 w 6158587"/>
                <a:gd name="connsiteY0" fmla="*/ 0 h 6857275"/>
                <a:gd name="connsiteX1" fmla="*/ 3441063 w 6158587"/>
                <a:gd name="connsiteY1" fmla="*/ 0 h 6857275"/>
                <a:gd name="connsiteX2" fmla="*/ 3535825 w 6158587"/>
                <a:gd name="connsiteY2" fmla="*/ 38136 h 6857275"/>
                <a:gd name="connsiteX3" fmla="*/ 6158587 w 6158587"/>
                <a:gd name="connsiteY3" fmla="*/ 4076179 h 6857275"/>
                <a:gd name="connsiteX4" fmla="*/ 5573039 w 6158587"/>
                <a:gd name="connsiteY4" fmla="*/ 6283960 h 6857275"/>
                <a:gd name="connsiteX5" fmla="*/ 5222761 w 6158587"/>
                <a:gd name="connsiteY5" fmla="*/ 6804016 h 6857275"/>
                <a:gd name="connsiteX6" fmla="*/ 5179011 w 6158587"/>
                <a:gd name="connsiteY6" fmla="*/ 6857275 h 6857275"/>
                <a:gd name="connsiteX7" fmla="*/ 4477061 w 6158587"/>
                <a:gd name="connsiteY7" fmla="*/ 6857275 h 6857275"/>
                <a:gd name="connsiteX8" fmla="*/ 4532922 w 6158587"/>
                <a:gd name="connsiteY8" fmla="*/ 6798071 h 6857275"/>
                <a:gd name="connsiteX9" fmla="*/ 4660563 w 6158587"/>
                <a:gd name="connsiteY9" fmla="*/ 6651672 h 6857275"/>
                <a:gd name="connsiteX10" fmla="*/ 4772511 w 6158587"/>
                <a:gd name="connsiteY10" fmla="*/ 6513379 h 6857275"/>
                <a:gd name="connsiteX11" fmla="*/ 4781959 w 6158587"/>
                <a:gd name="connsiteY11" fmla="*/ 6501404 h 6857275"/>
                <a:gd name="connsiteX12" fmla="*/ 4800713 w 6158587"/>
                <a:gd name="connsiteY12" fmla="*/ 6476578 h 6857275"/>
                <a:gd name="connsiteX13" fmla="*/ 4897916 w 6158587"/>
                <a:gd name="connsiteY13" fmla="*/ 6345878 h 6857275"/>
                <a:gd name="connsiteX14" fmla="*/ 4953461 w 6158587"/>
                <a:gd name="connsiteY14" fmla="*/ 6268773 h 6857275"/>
                <a:gd name="connsiteX15" fmla="*/ 5015304 w 6158587"/>
                <a:gd name="connsiteY15" fmla="*/ 6182904 h 6857275"/>
                <a:gd name="connsiteX16" fmla="*/ 5136557 w 6158587"/>
                <a:gd name="connsiteY16" fmla="*/ 6021245 h 6857275"/>
                <a:gd name="connsiteX17" fmla="*/ 5232471 w 6158587"/>
                <a:gd name="connsiteY17" fmla="*/ 5895802 h 6857275"/>
                <a:gd name="connsiteX18" fmla="*/ 5377488 w 6158587"/>
                <a:gd name="connsiteY18" fmla="*/ 5704644 h 6857275"/>
                <a:gd name="connsiteX19" fmla="*/ 5492012 w 6158587"/>
                <a:gd name="connsiteY19" fmla="*/ 5545320 h 6857275"/>
                <a:gd name="connsiteX20" fmla="*/ 5598378 w 6158587"/>
                <a:gd name="connsiteY20" fmla="*/ 5383077 h 6857275"/>
                <a:gd name="connsiteX21" fmla="*/ 5694293 w 6158587"/>
                <a:gd name="connsiteY21" fmla="*/ 5215869 h 6857275"/>
                <a:gd name="connsiteX22" fmla="*/ 5726646 w 6158587"/>
                <a:gd name="connsiteY22" fmla="*/ 5151759 h 6857275"/>
                <a:gd name="connsiteX23" fmla="*/ 5736953 w 6158587"/>
                <a:gd name="connsiteY23" fmla="*/ 5130730 h 6857275"/>
                <a:gd name="connsiteX24" fmla="*/ 5748406 w 6158587"/>
                <a:gd name="connsiteY24" fmla="*/ 5105613 h 6857275"/>
                <a:gd name="connsiteX25" fmla="*/ 5775318 w 6158587"/>
                <a:gd name="connsiteY25" fmla="*/ 5043695 h 6857275"/>
                <a:gd name="connsiteX26" fmla="*/ 5887267 w 6158587"/>
                <a:gd name="connsiteY26" fmla="*/ 4677444 h 6857275"/>
                <a:gd name="connsiteX27" fmla="*/ 5925776 w 6158587"/>
                <a:gd name="connsiteY27" fmla="*/ 4291476 h 6857275"/>
                <a:gd name="connsiteX28" fmla="*/ 5837592 w 6158587"/>
                <a:gd name="connsiteY28" fmla="*/ 3514285 h 6857275"/>
                <a:gd name="connsiteX29" fmla="*/ 5728651 w 6158587"/>
                <a:gd name="connsiteY29" fmla="*/ 3139270 h 6857275"/>
                <a:gd name="connsiteX30" fmla="*/ 5728651 w 6158587"/>
                <a:gd name="connsiteY30" fmla="*/ 3138540 h 6857275"/>
                <a:gd name="connsiteX31" fmla="*/ 5707749 w 6158587"/>
                <a:gd name="connsiteY31" fmla="*/ 3080127 h 6857275"/>
                <a:gd name="connsiteX32" fmla="*/ 5695151 w 6158587"/>
                <a:gd name="connsiteY32" fmla="*/ 3046393 h 6857275"/>
                <a:gd name="connsiteX33" fmla="*/ 5662512 w 6158587"/>
                <a:gd name="connsiteY33" fmla="*/ 2963300 h 6857275"/>
                <a:gd name="connsiteX34" fmla="*/ 5659648 w 6158587"/>
                <a:gd name="connsiteY34" fmla="*/ 2956436 h 6857275"/>
                <a:gd name="connsiteX35" fmla="*/ 5641039 w 6158587"/>
                <a:gd name="connsiteY35" fmla="*/ 2911751 h 6857275"/>
                <a:gd name="connsiteX36" fmla="*/ 5621283 w 6158587"/>
                <a:gd name="connsiteY36" fmla="*/ 2867941 h 6857275"/>
                <a:gd name="connsiteX37" fmla="*/ 5581056 w 6158587"/>
                <a:gd name="connsiteY37" fmla="*/ 2780320 h 6857275"/>
                <a:gd name="connsiteX38" fmla="*/ 5397674 w 6158587"/>
                <a:gd name="connsiteY38" fmla="*/ 2438163 h 6857275"/>
                <a:gd name="connsiteX39" fmla="*/ 5182080 w 6158587"/>
                <a:gd name="connsiteY39" fmla="*/ 2116889 h 6857275"/>
                <a:gd name="connsiteX40" fmla="*/ 4676024 w 6158587"/>
                <a:gd name="connsiteY40" fmla="*/ 1540786 h 6857275"/>
                <a:gd name="connsiteX41" fmla="*/ 4391860 w 6158587"/>
                <a:gd name="connsiteY41" fmla="*/ 1286395 h 6857275"/>
                <a:gd name="connsiteX42" fmla="*/ 4318851 w 6158587"/>
                <a:gd name="connsiteY42" fmla="*/ 1226959 h 6857275"/>
                <a:gd name="connsiteX43" fmla="*/ 4306254 w 6158587"/>
                <a:gd name="connsiteY43" fmla="*/ 1216883 h 6857275"/>
                <a:gd name="connsiteX44" fmla="*/ 4244123 w 6158587"/>
                <a:gd name="connsiteY44" fmla="*/ 1168254 h 6857275"/>
                <a:gd name="connsiteX45" fmla="*/ 4092378 w 6158587"/>
                <a:gd name="connsiteY45" fmla="*/ 1055078 h 6857275"/>
                <a:gd name="connsiteX46" fmla="*/ 3449179 w 6158587"/>
                <a:gd name="connsiteY46" fmla="*/ 660348 h 6857275"/>
                <a:gd name="connsiteX47" fmla="*/ 3110758 w 6158587"/>
                <a:gd name="connsiteY47" fmla="*/ 500442 h 6857275"/>
                <a:gd name="connsiteX48" fmla="*/ 2762316 w 6158587"/>
                <a:gd name="connsiteY48" fmla="*/ 368135 h 6857275"/>
                <a:gd name="connsiteX49" fmla="*/ 2404426 w 6158587"/>
                <a:gd name="connsiteY49" fmla="*/ 264452 h 6857275"/>
                <a:gd name="connsiteX50" fmla="*/ 2040668 w 6158587"/>
                <a:gd name="connsiteY50" fmla="*/ 191435 h 6857275"/>
                <a:gd name="connsiteX51" fmla="*/ 1461459 w 6158587"/>
                <a:gd name="connsiteY51" fmla="*/ 147625 h 6857275"/>
                <a:gd name="connsiteX52" fmla="*/ 1300837 w 6158587"/>
                <a:gd name="connsiteY52" fmla="*/ 150983 h 6857275"/>
                <a:gd name="connsiteX53" fmla="*/ 932928 w 6158587"/>
                <a:gd name="connsiteY53" fmla="*/ 183842 h 6857275"/>
                <a:gd name="connsiteX54" fmla="*/ 568022 w 6158587"/>
                <a:gd name="connsiteY54" fmla="*/ 256858 h 6857275"/>
                <a:gd name="connsiteX55" fmla="*/ 39597 w 6158587"/>
                <a:gd name="connsiteY55" fmla="*/ 447169 h 6857275"/>
                <a:gd name="connsiteX56" fmla="*/ 0 w 6158587"/>
                <a:gd name="connsiteY56" fmla="*/ 467328 h 6857275"/>
                <a:gd name="connsiteX57" fmla="*/ 0 w 6158587"/>
                <a:gd name="connsiteY57" fmla="*/ 112255 h 6857275"/>
                <a:gd name="connsiteX58" fmla="*/ 79310 w 6158587"/>
                <a:gd name="connsiteY58" fmla="*/ 70390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158587" h="6857275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CCD707-AFB2-F98B-8F40-C91AE9B90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GSCALE full form and date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BAD5F1-F0CF-A880-A60A-01FBF9BBB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9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93CABA1B-DCE6-923C-062D-2EF83B2ED0A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20015444-7029-6B15-BE29-972760972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0566" y="44352"/>
            <a:ext cx="68580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Concept and Definition for (LO-1)</a:t>
            </a:r>
            <a:b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endParaRPr lang="en-I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17E0C1A-55D7-603F-9723-7F169AD03F96}"/>
              </a:ext>
            </a:extLst>
          </p:cNvPr>
          <p:cNvSpPr txBox="1"/>
          <p:nvPr/>
        </p:nvSpPr>
        <p:spPr>
          <a:xfrm>
            <a:off x="838200" y="1065690"/>
            <a:ext cx="107950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   </a:t>
            </a:r>
            <a:endParaRPr lang="en-US" sz="28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3C7D6C9-28A1-8AB9-0AA3-A6003AC026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5F0E5D8-4D97-AA87-6254-94E8C403F0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4638681"/>
              </p:ext>
            </p:extLst>
          </p:nvPr>
        </p:nvGraphicFramePr>
        <p:xfrm>
          <a:off x="104932" y="1030185"/>
          <a:ext cx="11865394" cy="588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32697">
                  <a:extLst>
                    <a:ext uri="{9D8B030D-6E8A-4147-A177-3AD203B41FA5}">
                      <a16:colId xmlns:a16="http://schemas.microsoft.com/office/drawing/2014/main" val="1681405412"/>
                    </a:ext>
                  </a:extLst>
                </a:gridCol>
                <a:gridCol w="5932697">
                  <a:extLst>
                    <a:ext uri="{9D8B030D-6E8A-4147-A177-3AD203B41FA5}">
                      <a16:colId xmlns:a16="http://schemas.microsoft.com/office/drawing/2014/main" val="3846919817"/>
                    </a:ext>
                  </a:extLst>
                </a:gridCol>
              </a:tblGrid>
              <a:tr h="41480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Algo for deleting node having zero or one child</a:t>
                      </a:r>
                    </a:p>
                    <a:p>
                      <a:pPr>
                        <a:buFont typeface="+mj-lt"/>
                        <a:buAutoNum type="arabicPeriod"/>
                      </a:pPr>
                      <a:r>
                        <a:rPr lang="en-US" sz="2000" dirty="0"/>
                        <a:t>Print "</a:t>
                      </a:r>
                      <a:r>
                        <a:rPr lang="en-US" sz="2000" dirty="0" err="1"/>
                        <a:t>loc.data</a:t>
                      </a:r>
                      <a:r>
                        <a:rPr lang="en-US" sz="2000" dirty="0"/>
                        <a:t> deleted" to show which node is being removed.</a:t>
                      </a:r>
                    </a:p>
                    <a:p>
                      <a:pPr>
                        <a:buFont typeface="+mj-lt"/>
                        <a:buAutoNum type="arabicPeriod"/>
                      </a:pPr>
                      <a:r>
                        <a:rPr lang="en-US" sz="2000" dirty="0"/>
                        <a:t>Initialize a variable child.</a:t>
                      </a:r>
                    </a:p>
                    <a:p>
                      <a:pPr>
                        <a:buFont typeface="+mj-lt"/>
                        <a:buAutoNum type="arabicPeriod"/>
                      </a:pPr>
                      <a:r>
                        <a:rPr lang="en-US" sz="2000" dirty="0"/>
                        <a:t>If </a:t>
                      </a:r>
                      <a:r>
                        <a:rPr lang="en-US" sz="2000" dirty="0" err="1"/>
                        <a:t>loc.left</a:t>
                      </a:r>
                      <a:r>
                        <a:rPr lang="en-US" sz="2000" dirty="0"/>
                        <a:t> == NULL</a:t>
                      </a:r>
                      <a:br>
                        <a:rPr lang="en-US" sz="2000" dirty="0"/>
                      </a:br>
                      <a:r>
                        <a:rPr lang="en-US" sz="2000" dirty="0"/>
                        <a:t>→ set child = </a:t>
                      </a:r>
                      <a:r>
                        <a:rPr lang="en-US" sz="2000" dirty="0" err="1"/>
                        <a:t>loc.right</a:t>
                      </a:r>
                      <a:r>
                        <a:rPr lang="en-US" sz="2000" dirty="0"/>
                        <a:t>.</a:t>
                      </a:r>
                      <a:br>
                        <a:rPr lang="en-US" sz="2000" dirty="0"/>
                      </a:br>
                      <a:r>
                        <a:rPr lang="en-US" sz="2000" dirty="0"/>
                        <a:t>(means node has only right child).</a:t>
                      </a:r>
                    </a:p>
                    <a:p>
                      <a:pPr>
                        <a:buFont typeface="+mj-lt"/>
                        <a:buNone/>
                      </a:pPr>
                      <a:r>
                        <a:rPr lang="en-US" sz="2000" dirty="0"/>
                        <a:t> Else</a:t>
                      </a:r>
                      <a:br>
                        <a:rPr lang="en-US" sz="2000" dirty="0"/>
                      </a:br>
                      <a:r>
                        <a:rPr lang="en-US" sz="2000" dirty="0"/>
                        <a:t>→ set child = </a:t>
                      </a:r>
                      <a:r>
                        <a:rPr lang="en-US" sz="2000" dirty="0" err="1"/>
                        <a:t>loc.left</a:t>
                      </a:r>
                      <a:r>
                        <a:rPr lang="en-US" sz="2000" dirty="0"/>
                        <a:t>.</a:t>
                      </a:r>
                      <a:br>
                        <a:rPr lang="en-US" sz="2000" dirty="0"/>
                      </a:br>
                      <a:r>
                        <a:rPr lang="en-US" sz="2000" dirty="0"/>
                        <a:t>(means node has only left child).</a:t>
                      </a:r>
                    </a:p>
                    <a:p>
                      <a:pPr>
                        <a:buFont typeface="+mj-lt"/>
                        <a:buNone/>
                      </a:pPr>
                      <a:r>
                        <a:rPr lang="en-US" sz="2000" dirty="0"/>
                        <a:t>4. If par == NULL</a:t>
                      </a:r>
                      <a:br>
                        <a:rPr lang="en-US" sz="2000" dirty="0"/>
                      </a:br>
                      <a:r>
                        <a:rPr lang="en-US" sz="2000" dirty="0"/>
                        <a:t>    set root = child (case when loc is root node).</a:t>
                      </a:r>
                    </a:p>
                    <a:p>
                      <a:pPr>
                        <a:buFont typeface="+mj-lt"/>
                        <a:buNone/>
                      </a:pPr>
                      <a:r>
                        <a:rPr lang="en-US" sz="2000" dirty="0"/>
                        <a:t>    Else if loc == </a:t>
                      </a:r>
                      <a:r>
                        <a:rPr lang="en-US" sz="2000" dirty="0" err="1"/>
                        <a:t>par.left</a:t>
                      </a:r>
                      <a:br>
                        <a:rPr lang="en-US" sz="2000" dirty="0"/>
                      </a:br>
                      <a:r>
                        <a:rPr lang="en-US" sz="2000" dirty="0"/>
                        <a:t>  set </a:t>
                      </a:r>
                      <a:r>
                        <a:rPr lang="en-US" sz="2000" dirty="0" err="1"/>
                        <a:t>par.left</a:t>
                      </a:r>
                      <a:r>
                        <a:rPr lang="en-US" sz="2000" dirty="0"/>
                        <a:t> = child (loc was left child of its parent).</a:t>
                      </a:r>
                    </a:p>
                    <a:p>
                      <a:pPr>
                        <a:buFont typeface="+mj-lt"/>
                        <a:buNone/>
                      </a:pPr>
                      <a:r>
                        <a:rPr lang="en-US" sz="2000" dirty="0"/>
                        <a:t>   Else</a:t>
                      </a:r>
                      <a:br>
                        <a:rPr lang="en-US" sz="2000" dirty="0"/>
                      </a:br>
                      <a:r>
                        <a:rPr lang="en-US" sz="2000" dirty="0"/>
                        <a:t>→ set </a:t>
                      </a:r>
                      <a:r>
                        <a:rPr lang="en-US" sz="2000" dirty="0" err="1"/>
                        <a:t>par.right</a:t>
                      </a:r>
                      <a:r>
                        <a:rPr lang="en-US" sz="2000" dirty="0"/>
                        <a:t> = child (loc was right child of its parent).</a:t>
                      </a:r>
                    </a:p>
                    <a:p>
                      <a:pPr>
                        <a:buFont typeface="+mj-lt"/>
                        <a:buNone/>
                      </a:pPr>
                      <a:r>
                        <a:rPr lang="en-US" sz="2000" dirty="0"/>
                        <a:t>5. End.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Algo for deleting node having 2 children</a:t>
                      </a:r>
                    </a:p>
                    <a:p>
                      <a:pPr>
                        <a:buFont typeface="+mj-lt"/>
                        <a:buAutoNum type="arabicPeriod"/>
                      </a:pPr>
                      <a:r>
                        <a:rPr lang="en-IN" dirty="0"/>
                        <a:t>Set </a:t>
                      </a:r>
                      <a:r>
                        <a:rPr lang="en-IN" dirty="0" err="1"/>
                        <a:t>suc</a:t>
                      </a:r>
                      <a:r>
                        <a:rPr lang="en-IN" dirty="0"/>
                        <a:t> = </a:t>
                      </a:r>
                      <a:r>
                        <a:rPr lang="en-IN" dirty="0" err="1"/>
                        <a:t>loc.right</a:t>
                      </a:r>
                      <a:r>
                        <a:rPr lang="en-IN" dirty="0"/>
                        <a:t> (start from right subtree).</a:t>
                      </a:r>
                    </a:p>
                    <a:p>
                      <a:pPr>
                        <a:buFont typeface="+mj-lt"/>
                        <a:buAutoNum type="arabicPeriod"/>
                      </a:pPr>
                      <a:r>
                        <a:rPr lang="en-IN" dirty="0"/>
                        <a:t>Set </a:t>
                      </a:r>
                      <a:r>
                        <a:rPr lang="en-IN" dirty="0" err="1"/>
                        <a:t>parsuc</a:t>
                      </a:r>
                      <a:r>
                        <a:rPr lang="en-IN" dirty="0"/>
                        <a:t> = loc.</a:t>
                      </a:r>
                    </a:p>
                    <a:p>
                      <a:pPr>
                        <a:buFont typeface="+mj-lt"/>
                        <a:buAutoNum type="arabicPeriod"/>
                      </a:pPr>
                      <a:r>
                        <a:rPr lang="en-IN" dirty="0"/>
                        <a:t>While </a:t>
                      </a:r>
                      <a:r>
                        <a:rPr lang="en-IN" dirty="0" err="1"/>
                        <a:t>suc.left</a:t>
                      </a:r>
                      <a:r>
                        <a:rPr lang="en-IN" dirty="0"/>
                        <a:t> != NULL:</a:t>
                      </a:r>
                    </a:p>
                    <a:p>
                      <a:pPr marL="742950" lvl="1" indent="-285750">
                        <a:buFont typeface="+mj-lt"/>
                        <a:buAutoNum type="arabicPeriod"/>
                      </a:pPr>
                      <a:r>
                        <a:rPr lang="en-IN" dirty="0" err="1"/>
                        <a:t>parsuc</a:t>
                      </a:r>
                      <a:r>
                        <a:rPr lang="en-IN" dirty="0"/>
                        <a:t> = </a:t>
                      </a:r>
                      <a:r>
                        <a:rPr lang="en-IN" dirty="0" err="1"/>
                        <a:t>suc</a:t>
                      </a:r>
                      <a:r>
                        <a:rPr lang="en-IN" dirty="0"/>
                        <a:t>.</a:t>
                      </a:r>
                    </a:p>
                    <a:p>
                      <a:pPr marL="742950" lvl="1" indent="-285750">
                        <a:buFont typeface="+mj-lt"/>
                        <a:buAutoNum type="arabicPeriod"/>
                      </a:pPr>
                      <a:r>
                        <a:rPr lang="en-IN" dirty="0" err="1"/>
                        <a:t>suc</a:t>
                      </a:r>
                      <a:r>
                        <a:rPr lang="en-IN" dirty="0"/>
                        <a:t> = </a:t>
                      </a:r>
                      <a:r>
                        <a:rPr lang="en-IN" dirty="0" err="1"/>
                        <a:t>suc.left</a:t>
                      </a:r>
                      <a:r>
                        <a:rPr lang="en-IN" dirty="0"/>
                        <a:t>.</a:t>
                      </a:r>
                      <a:br>
                        <a:rPr lang="en-IN" dirty="0"/>
                      </a:br>
                      <a:r>
                        <a:rPr lang="en-IN" i="1" dirty="0"/>
                        <a:t>(Now </a:t>
                      </a:r>
                      <a:r>
                        <a:rPr lang="en-IN" i="1" dirty="0" err="1"/>
                        <a:t>suc</a:t>
                      </a:r>
                      <a:r>
                        <a:rPr lang="en-IN" i="1" dirty="0"/>
                        <a:t> is </a:t>
                      </a:r>
                      <a:r>
                        <a:rPr lang="en-IN" i="1" dirty="0" err="1"/>
                        <a:t>inorder</a:t>
                      </a:r>
                      <a:r>
                        <a:rPr lang="en-IN" i="1" dirty="0"/>
                        <a:t> successor.)</a:t>
                      </a:r>
                      <a:endParaRPr lang="en-IN" dirty="0"/>
                    </a:p>
                    <a:p>
                      <a:pPr>
                        <a:buFont typeface="+mj-lt"/>
                        <a:buAutoNum type="arabicPeriod"/>
                      </a:pPr>
                      <a:r>
                        <a:rPr lang="en-IN" dirty="0"/>
                        <a:t>Swap </a:t>
                      </a:r>
                      <a:r>
                        <a:rPr lang="en-IN" dirty="0" err="1"/>
                        <a:t>loc.data</a:t>
                      </a:r>
                      <a:r>
                        <a:rPr lang="en-IN" dirty="0"/>
                        <a:t> with </a:t>
                      </a:r>
                      <a:r>
                        <a:rPr lang="en-IN" dirty="0" err="1"/>
                        <a:t>suc.data</a:t>
                      </a:r>
                      <a:r>
                        <a:rPr lang="en-IN" dirty="0"/>
                        <a:t>.</a:t>
                      </a:r>
                    </a:p>
                    <a:p>
                      <a:pPr>
                        <a:buFont typeface="+mj-lt"/>
                        <a:buAutoNum type="arabicPeriod"/>
                      </a:pPr>
                      <a:r>
                        <a:rPr lang="en-IN" dirty="0"/>
                        <a:t>Set loc = </a:t>
                      </a:r>
                      <a:r>
                        <a:rPr lang="en-IN" dirty="0" err="1"/>
                        <a:t>suc</a:t>
                      </a:r>
                      <a:r>
                        <a:rPr lang="en-IN" dirty="0"/>
                        <a:t>, par = </a:t>
                      </a:r>
                      <a:r>
                        <a:rPr lang="en-IN" dirty="0" err="1"/>
                        <a:t>parsuc</a:t>
                      </a:r>
                      <a:r>
                        <a:rPr lang="en-IN" dirty="0"/>
                        <a:t>.</a:t>
                      </a:r>
                    </a:p>
                    <a:p>
                      <a:pPr>
                        <a:buFont typeface="+mj-lt"/>
                        <a:buAutoNum type="arabicPeriod"/>
                      </a:pPr>
                      <a:r>
                        <a:rPr lang="en-IN" dirty="0"/>
                        <a:t>Call </a:t>
                      </a:r>
                      <a:r>
                        <a:rPr lang="en-IN" dirty="0" err="1"/>
                        <a:t>deleteone</a:t>
                      </a:r>
                      <a:r>
                        <a:rPr lang="en-IN" dirty="0"/>
                        <a:t>() to delete successor (which now has ≤ 1 child).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62912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7636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063467-85EB-4CCC-371D-ABFE4133A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00597E4-ED7B-B2FB-8BB3-407BFE44F6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C078568-846A-4501-039F-4D48E7748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911757E-5FFE-41C3-C42C-C10DD0B89D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018714" cy="6858000"/>
            </a:xfrm>
            <a:custGeom>
              <a:avLst/>
              <a:gdLst>
                <a:gd name="connsiteX0" fmla="*/ 0 w 6018714"/>
                <a:gd name="connsiteY0" fmla="*/ 6499477 h 6858000"/>
                <a:gd name="connsiteX1" fmla="*/ 248639 w 6018714"/>
                <a:gd name="connsiteY1" fmla="*/ 6701197 h 6858000"/>
                <a:gd name="connsiteX2" fmla="*/ 392359 w 6018714"/>
                <a:gd name="connsiteY2" fmla="*/ 6814935 h 6858000"/>
                <a:gd name="connsiteX3" fmla="*/ 448656 w 6018714"/>
                <a:gd name="connsiteY3" fmla="*/ 6858000 h 6858000"/>
                <a:gd name="connsiteX4" fmla="*/ 0 w 6018714"/>
                <a:gd name="connsiteY4" fmla="*/ 6858000 h 6858000"/>
                <a:gd name="connsiteX5" fmla="*/ 998246 w 6018714"/>
                <a:gd name="connsiteY5" fmla="*/ 0 h 6858000"/>
                <a:gd name="connsiteX6" fmla="*/ 1984114 w 6018714"/>
                <a:gd name="connsiteY6" fmla="*/ 0 h 6858000"/>
                <a:gd name="connsiteX7" fmla="*/ 2011390 w 6018714"/>
                <a:gd name="connsiteY7" fmla="*/ 2333 h 6858000"/>
                <a:gd name="connsiteX8" fmla="*/ 4182319 w 6018714"/>
                <a:gd name="connsiteY8" fmla="*/ 838030 h 6858000"/>
                <a:gd name="connsiteX9" fmla="*/ 4785565 w 6018714"/>
                <a:gd name="connsiteY9" fmla="*/ 1338564 h 6858000"/>
                <a:gd name="connsiteX10" fmla="*/ 5695308 w 6018714"/>
                <a:gd name="connsiteY10" fmla="*/ 2616232 h 6858000"/>
                <a:gd name="connsiteX11" fmla="*/ 5937944 w 6018714"/>
                <a:gd name="connsiteY11" fmla="*/ 3368583 h 6858000"/>
                <a:gd name="connsiteX12" fmla="*/ 6018677 w 6018714"/>
                <a:gd name="connsiteY12" fmla="*/ 4153681 h 6858000"/>
                <a:gd name="connsiteX13" fmla="*/ 5990165 w 6018714"/>
                <a:gd name="connsiteY13" fmla="*/ 4557147 h 6858000"/>
                <a:gd name="connsiteX14" fmla="*/ 5982312 w 6018714"/>
                <a:gd name="connsiteY14" fmla="*/ 4607451 h 6858000"/>
                <a:gd name="connsiteX15" fmla="*/ 5972856 w 6018714"/>
                <a:gd name="connsiteY15" fmla="*/ 4657609 h 6858000"/>
                <a:gd name="connsiteX16" fmla="*/ 5951328 w 6018714"/>
                <a:gd name="connsiteY16" fmla="*/ 4757628 h 6858000"/>
                <a:gd name="connsiteX17" fmla="*/ 5893141 w 6018714"/>
                <a:gd name="connsiteY17" fmla="*/ 4953827 h 6858000"/>
                <a:gd name="connsiteX18" fmla="*/ 5817644 w 6018714"/>
                <a:gd name="connsiteY18" fmla="*/ 5141915 h 6858000"/>
                <a:gd name="connsiteX19" fmla="*/ 5728909 w 6018714"/>
                <a:gd name="connsiteY19" fmla="*/ 5322626 h 6858000"/>
                <a:gd name="connsiteX20" fmla="*/ 5532095 w 6018714"/>
                <a:gd name="connsiteY20" fmla="*/ 5663839 h 6858000"/>
                <a:gd name="connsiteX21" fmla="*/ 5330043 w 6018714"/>
                <a:gd name="connsiteY21" fmla="*/ 5988236 h 6858000"/>
                <a:gd name="connsiteX22" fmla="*/ 5232580 w 6018714"/>
                <a:gd name="connsiteY22" fmla="*/ 6146081 h 6858000"/>
                <a:gd name="connsiteX23" fmla="*/ 5183269 w 6018714"/>
                <a:gd name="connsiteY23" fmla="*/ 6227660 h 6858000"/>
                <a:gd name="connsiteX24" fmla="*/ 5131628 w 6018714"/>
                <a:gd name="connsiteY24" fmla="*/ 6311451 h 6858000"/>
                <a:gd name="connsiteX25" fmla="*/ 4910811 w 6018714"/>
                <a:gd name="connsiteY25" fmla="*/ 6641009 h 6858000"/>
                <a:gd name="connsiteX26" fmla="*/ 4788885 w 6018714"/>
                <a:gd name="connsiteY26" fmla="*/ 6800448 h 6858000"/>
                <a:gd name="connsiteX27" fmla="*/ 4739213 w 6018714"/>
                <a:gd name="connsiteY27" fmla="*/ 6858000 h 6858000"/>
                <a:gd name="connsiteX28" fmla="*/ 3950454 w 6018714"/>
                <a:gd name="connsiteY28" fmla="*/ 6858000 h 6858000"/>
                <a:gd name="connsiteX29" fmla="*/ 4012997 w 6018714"/>
                <a:gd name="connsiteY29" fmla="*/ 6806378 h 6858000"/>
                <a:gd name="connsiteX30" fmla="*/ 4268871 w 6018714"/>
                <a:gd name="connsiteY30" fmla="*/ 6566512 h 6858000"/>
                <a:gd name="connsiteX31" fmla="*/ 4750072 w 6018714"/>
                <a:gd name="connsiteY31" fmla="*/ 6033375 h 6858000"/>
                <a:gd name="connsiteX32" fmla="*/ 4806075 w 6018714"/>
                <a:gd name="connsiteY32" fmla="*/ 5961092 h 6858000"/>
                <a:gd name="connsiteX33" fmla="*/ 4863244 w 6018714"/>
                <a:gd name="connsiteY33" fmla="*/ 5885856 h 6858000"/>
                <a:gd name="connsiteX34" fmla="*/ 4982235 w 6018714"/>
                <a:gd name="connsiteY34" fmla="*/ 5732288 h 6858000"/>
                <a:gd name="connsiteX35" fmla="*/ 5221526 w 6018714"/>
                <a:gd name="connsiteY35" fmla="*/ 5438135 h 6858000"/>
                <a:gd name="connsiteX36" fmla="*/ 5442633 w 6018714"/>
                <a:gd name="connsiteY36" fmla="*/ 5146193 h 6858000"/>
                <a:gd name="connsiteX37" fmla="*/ 5538350 w 6018714"/>
                <a:gd name="connsiteY37" fmla="*/ 4995133 h 6858000"/>
                <a:gd name="connsiteX38" fmla="*/ 5621702 w 6018714"/>
                <a:gd name="connsiteY38" fmla="*/ 4839205 h 6858000"/>
                <a:gd name="connsiteX39" fmla="*/ 5741275 w 6018714"/>
                <a:gd name="connsiteY39" fmla="*/ 4507728 h 6858000"/>
                <a:gd name="connsiteX40" fmla="*/ 5781714 w 6018714"/>
                <a:gd name="connsiteY40" fmla="*/ 4153681 h 6858000"/>
                <a:gd name="connsiteX41" fmla="*/ 5685706 w 6018714"/>
                <a:gd name="connsiteY41" fmla="*/ 3428918 h 6858000"/>
                <a:gd name="connsiteX42" fmla="*/ 5422122 w 6018714"/>
                <a:gd name="connsiteY42" fmla="*/ 2750328 h 6858000"/>
                <a:gd name="connsiteX43" fmla="*/ 5033730 w 6018714"/>
                <a:gd name="connsiteY43" fmla="*/ 2136204 h 6858000"/>
                <a:gd name="connsiteX44" fmla="*/ 4542784 w 6018714"/>
                <a:gd name="connsiteY44" fmla="*/ 1601886 h 6858000"/>
                <a:gd name="connsiteX45" fmla="*/ 2668605 w 6018714"/>
                <a:gd name="connsiteY45" fmla="*/ 539746 h 6858000"/>
                <a:gd name="connsiteX46" fmla="*/ 1965570 w 6018714"/>
                <a:gd name="connsiteY46" fmla="*/ 389865 h 6858000"/>
                <a:gd name="connsiteX47" fmla="*/ 1249006 w 6018714"/>
                <a:gd name="connsiteY47" fmla="*/ 363461 h 6858000"/>
                <a:gd name="connsiteX48" fmla="*/ 542188 w 6018714"/>
                <a:gd name="connsiteY48" fmla="*/ 465544 h 6858000"/>
                <a:gd name="connsiteX49" fmla="*/ 37349 w 6018714"/>
                <a:gd name="connsiteY49" fmla="*/ 636266 h 6858000"/>
                <a:gd name="connsiteX50" fmla="*/ 0 w 6018714"/>
                <a:gd name="connsiteY50" fmla="*/ 653785 h 6858000"/>
                <a:gd name="connsiteX51" fmla="*/ 0 w 6018714"/>
                <a:gd name="connsiteY51" fmla="*/ 255198 h 6858000"/>
                <a:gd name="connsiteX52" fmla="*/ 167136 w 6018714"/>
                <a:gd name="connsiteY52" fmla="*/ 188295 h 6858000"/>
                <a:gd name="connsiteX53" fmla="*/ 451417 w 6018714"/>
                <a:gd name="connsiteY53" fmla="*/ 101466 h 6858000"/>
                <a:gd name="connsiteX54" fmla="*/ 836914 w 6018714"/>
                <a:gd name="connsiteY54" fmla="*/ 2139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018714" h="685800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241D1E87-83A4-6BF6-BEFB-7AC8C01601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8834"/>
              <a:ext cx="6015920" cy="6819166"/>
            </a:xfrm>
            <a:custGeom>
              <a:avLst/>
              <a:gdLst>
                <a:gd name="connsiteX0" fmla="*/ 0 w 6015920"/>
                <a:gd name="connsiteY0" fmla="*/ 6143989 h 6819166"/>
                <a:gd name="connsiteX1" fmla="*/ 134018 w 6015920"/>
                <a:gd name="connsiteY1" fmla="*/ 6248665 h 6819166"/>
                <a:gd name="connsiteX2" fmla="*/ 880799 w 6015920"/>
                <a:gd name="connsiteY2" fmla="*/ 6790482 h 6819166"/>
                <a:gd name="connsiteX3" fmla="*/ 929680 w 6015920"/>
                <a:gd name="connsiteY3" fmla="*/ 6819166 h 6819166"/>
                <a:gd name="connsiteX4" fmla="*/ 0 w 6015920"/>
                <a:gd name="connsiteY4" fmla="*/ 6819166 h 6819166"/>
                <a:gd name="connsiteX5" fmla="*/ 1408589 w 6015920"/>
                <a:gd name="connsiteY5" fmla="*/ 0 h 6819166"/>
                <a:gd name="connsiteX6" fmla="*/ 1409171 w 6015920"/>
                <a:gd name="connsiteY6" fmla="*/ 294 h 6819166"/>
                <a:gd name="connsiteX7" fmla="*/ 6015920 w 6015920"/>
                <a:gd name="connsiteY7" fmla="*/ 4129828 h 6819166"/>
                <a:gd name="connsiteX8" fmla="*/ 5101088 w 6015920"/>
                <a:gd name="connsiteY8" fmla="*/ 6096419 h 6819166"/>
                <a:gd name="connsiteX9" fmla="*/ 4546786 w 6015920"/>
                <a:gd name="connsiteY9" fmla="*/ 6797679 h 6819166"/>
                <a:gd name="connsiteX10" fmla="*/ 4525032 w 6015920"/>
                <a:gd name="connsiteY10" fmla="*/ 6819166 h 6819166"/>
                <a:gd name="connsiteX11" fmla="*/ 3362009 w 6015920"/>
                <a:gd name="connsiteY11" fmla="*/ 6819166 h 6819166"/>
                <a:gd name="connsiteX12" fmla="*/ 3559506 w 6015920"/>
                <a:gd name="connsiteY12" fmla="*/ 6694254 h 6819166"/>
                <a:gd name="connsiteX13" fmla="*/ 4499295 w 6015920"/>
                <a:gd name="connsiteY13" fmla="*/ 5685109 h 6819166"/>
                <a:gd name="connsiteX14" fmla="*/ 4763752 w 6015920"/>
                <a:gd name="connsiteY14" fmla="*/ 5310428 h 6819166"/>
                <a:gd name="connsiteX15" fmla="*/ 5288592 w 6015920"/>
                <a:gd name="connsiteY15" fmla="*/ 4129828 h 6819166"/>
                <a:gd name="connsiteX16" fmla="*/ 4971477 w 6015920"/>
                <a:gd name="connsiteY16" fmla="*/ 2858526 h 6819166"/>
                <a:gd name="connsiteX17" fmla="*/ 4096938 w 6015920"/>
                <a:gd name="connsiteY17" fmla="*/ 1766138 h 6819166"/>
                <a:gd name="connsiteX18" fmla="*/ 2832696 w 6015920"/>
                <a:gd name="connsiteY18" fmla="*/ 1008719 h 6819166"/>
                <a:gd name="connsiteX19" fmla="*/ 1409171 w 6015920"/>
                <a:gd name="connsiteY19" fmla="*/ 732948 h 6819166"/>
                <a:gd name="connsiteX20" fmla="*/ 189877 w 6015920"/>
                <a:gd name="connsiteY20" fmla="*/ 989377 h 6819166"/>
                <a:gd name="connsiteX21" fmla="*/ 0 w 6015920"/>
                <a:gd name="connsiteY21" fmla="*/ 1091881 h 6819166"/>
                <a:gd name="connsiteX22" fmla="*/ 0 w 6015920"/>
                <a:gd name="connsiteY22" fmla="*/ 273645 h 6819166"/>
                <a:gd name="connsiteX23" fmla="*/ 53152 w 6015920"/>
                <a:gd name="connsiteY23" fmla="*/ 250589 h 6819166"/>
                <a:gd name="connsiteX24" fmla="*/ 1408589 w 6015920"/>
                <a:gd name="connsiteY24" fmla="*/ 0 h 681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15920" h="6819166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29ACD9-C358-F1D1-3011-3D2982E4C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9880"/>
              <a:ext cx="5997097" cy="6768121"/>
            </a:xfrm>
            <a:custGeom>
              <a:avLst/>
              <a:gdLst>
                <a:gd name="connsiteX0" fmla="*/ 0 w 5997097"/>
                <a:gd name="connsiteY0" fmla="*/ 5929955 h 6768121"/>
                <a:gd name="connsiteX1" fmla="*/ 204947 w 5997097"/>
                <a:gd name="connsiteY1" fmla="*/ 6088753 h 6768121"/>
                <a:gd name="connsiteX2" fmla="*/ 1135927 w 5997097"/>
                <a:gd name="connsiteY2" fmla="*/ 6730112 h 6768121"/>
                <a:gd name="connsiteX3" fmla="*/ 1219620 w 5997097"/>
                <a:gd name="connsiteY3" fmla="*/ 6768121 h 6768121"/>
                <a:gd name="connsiteX4" fmla="*/ 0 w 5997097"/>
                <a:gd name="connsiteY4" fmla="*/ 6768121 h 6768121"/>
                <a:gd name="connsiteX5" fmla="*/ 1389767 w 5997097"/>
                <a:gd name="connsiteY5" fmla="*/ 0 h 6768121"/>
                <a:gd name="connsiteX6" fmla="*/ 1390348 w 5997097"/>
                <a:gd name="connsiteY6" fmla="*/ 292 h 6768121"/>
                <a:gd name="connsiteX7" fmla="*/ 5997097 w 5997097"/>
                <a:gd name="connsiteY7" fmla="*/ 4099802 h 6768121"/>
                <a:gd name="connsiteX8" fmla="*/ 5082265 w 5997097"/>
                <a:gd name="connsiteY8" fmla="*/ 6052096 h 6768121"/>
                <a:gd name="connsiteX9" fmla="*/ 4527964 w 5997097"/>
                <a:gd name="connsiteY9" fmla="*/ 6748257 h 6768121"/>
                <a:gd name="connsiteX10" fmla="*/ 4507706 w 5997097"/>
                <a:gd name="connsiteY10" fmla="*/ 6768121 h 6768121"/>
                <a:gd name="connsiteX11" fmla="*/ 3011909 w 5997097"/>
                <a:gd name="connsiteY11" fmla="*/ 6768121 h 6768121"/>
                <a:gd name="connsiteX12" fmla="*/ 3041514 w 5997097"/>
                <a:gd name="connsiteY12" fmla="*/ 6756841 h 6768121"/>
                <a:gd name="connsiteX13" fmla="*/ 3339587 w 5997097"/>
                <a:gd name="connsiteY13" fmla="*/ 6603120 h 6768121"/>
                <a:gd name="connsiteX14" fmla="*/ 4359591 w 5997097"/>
                <a:gd name="connsiteY14" fmla="*/ 5561878 h 6768121"/>
                <a:gd name="connsiteX15" fmla="*/ 4626956 w 5997097"/>
                <a:gd name="connsiteY15" fmla="*/ 5185850 h 6768121"/>
                <a:gd name="connsiteX16" fmla="*/ 5124303 w 5997097"/>
                <a:gd name="connsiteY16" fmla="*/ 4099802 h 6768121"/>
                <a:gd name="connsiteX17" fmla="*/ 4823481 w 5997097"/>
                <a:gd name="connsiteY17" fmla="*/ 2904512 h 6768121"/>
                <a:gd name="connsiteX18" fmla="*/ 3983561 w 5997097"/>
                <a:gd name="connsiteY18" fmla="*/ 1863706 h 6768121"/>
                <a:gd name="connsiteX19" fmla="*/ 2761651 w 5997097"/>
                <a:gd name="connsiteY19" fmla="*/ 1136378 h 6768121"/>
                <a:gd name="connsiteX20" fmla="*/ 1390348 w 5997097"/>
                <a:gd name="connsiteY20" fmla="*/ 873085 h 6768121"/>
                <a:gd name="connsiteX21" fmla="*/ 232295 w 5997097"/>
                <a:gd name="connsiteY21" fmla="*/ 1114121 h 6768121"/>
                <a:gd name="connsiteX22" fmla="*/ 0 w 5997097"/>
                <a:gd name="connsiteY22" fmla="*/ 1238681 h 6768121"/>
                <a:gd name="connsiteX23" fmla="*/ 0 w 5997097"/>
                <a:gd name="connsiteY23" fmla="*/ 263550 h 6768121"/>
                <a:gd name="connsiteX24" fmla="*/ 34329 w 5997097"/>
                <a:gd name="connsiteY24" fmla="*/ 248767 h 6768121"/>
                <a:gd name="connsiteX25" fmla="*/ 1389767 w 5997097"/>
                <a:gd name="connsiteY25" fmla="*/ 0 h 676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97097" h="6768121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4" name="Freeform: Shape 13">
              <a:extLst>
                <a:ext uri="{FF2B5EF4-FFF2-40B4-BE49-F238E27FC236}">
                  <a16:creationId xmlns:a16="http://schemas.microsoft.com/office/drawing/2014/main" id="{F5C85BEF-DF16-C9B4-3DB1-1344AEFF9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423049" cy="6857275"/>
            </a:xfrm>
            <a:custGeom>
              <a:avLst/>
              <a:gdLst>
                <a:gd name="connsiteX0" fmla="*/ 3207935 w 6423049"/>
                <a:gd name="connsiteY0" fmla="*/ 0 h 6857275"/>
                <a:gd name="connsiteX1" fmla="*/ 6423049 w 6423049"/>
                <a:gd name="connsiteY1" fmla="*/ 0 h 6857275"/>
                <a:gd name="connsiteX2" fmla="*/ 6423049 w 6423049"/>
                <a:gd name="connsiteY2" fmla="*/ 6857275 h 6857275"/>
                <a:gd name="connsiteX3" fmla="*/ 5115455 w 6423049"/>
                <a:gd name="connsiteY3" fmla="*/ 6857275 h 6857275"/>
                <a:gd name="connsiteX4" fmla="*/ 5327016 w 6423049"/>
                <a:gd name="connsiteY4" fmla="*/ 6576778 h 6857275"/>
                <a:gd name="connsiteX5" fmla="*/ 6096492 w 6423049"/>
                <a:gd name="connsiteY5" fmla="*/ 4101445 h 6857275"/>
                <a:gd name="connsiteX6" fmla="*/ 3253269 w 6423049"/>
                <a:gd name="connsiteY6" fmla="*/ 15400 h 6857275"/>
                <a:gd name="connsiteX7" fmla="*/ 0 w 6423049"/>
                <a:gd name="connsiteY7" fmla="*/ 0 h 6857275"/>
                <a:gd name="connsiteX8" fmla="*/ 318887 w 6423049"/>
                <a:gd name="connsiteY8" fmla="*/ 0 h 6857275"/>
                <a:gd name="connsiteX9" fmla="*/ 273553 w 6423049"/>
                <a:gd name="connsiteY9" fmla="*/ 15400 h 6857275"/>
                <a:gd name="connsiteX10" fmla="*/ 76780 w 6423049"/>
                <a:gd name="connsiteY10" fmla="*/ 93287 h 6857275"/>
                <a:gd name="connsiteX11" fmla="*/ 0 w 6423049"/>
                <a:gd name="connsiteY11" fmla="*/ 128134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23049" h="6857275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838886F0-B9BB-5FC4-1374-FDACA85195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158587" cy="6857275"/>
            </a:xfrm>
            <a:custGeom>
              <a:avLst/>
              <a:gdLst>
                <a:gd name="connsiteX0" fmla="*/ 233278 w 6158587"/>
                <a:gd name="connsiteY0" fmla="*/ 0 h 6857275"/>
                <a:gd name="connsiteX1" fmla="*/ 3441063 w 6158587"/>
                <a:gd name="connsiteY1" fmla="*/ 0 h 6857275"/>
                <a:gd name="connsiteX2" fmla="*/ 3535825 w 6158587"/>
                <a:gd name="connsiteY2" fmla="*/ 38136 h 6857275"/>
                <a:gd name="connsiteX3" fmla="*/ 6158587 w 6158587"/>
                <a:gd name="connsiteY3" fmla="*/ 4076179 h 6857275"/>
                <a:gd name="connsiteX4" fmla="*/ 5573039 w 6158587"/>
                <a:gd name="connsiteY4" fmla="*/ 6283960 h 6857275"/>
                <a:gd name="connsiteX5" fmla="*/ 5222761 w 6158587"/>
                <a:gd name="connsiteY5" fmla="*/ 6804016 h 6857275"/>
                <a:gd name="connsiteX6" fmla="*/ 5179011 w 6158587"/>
                <a:gd name="connsiteY6" fmla="*/ 6857275 h 6857275"/>
                <a:gd name="connsiteX7" fmla="*/ 4477061 w 6158587"/>
                <a:gd name="connsiteY7" fmla="*/ 6857275 h 6857275"/>
                <a:gd name="connsiteX8" fmla="*/ 4532922 w 6158587"/>
                <a:gd name="connsiteY8" fmla="*/ 6798071 h 6857275"/>
                <a:gd name="connsiteX9" fmla="*/ 4660563 w 6158587"/>
                <a:gd name="connsiteY9" fmla="*/ 6651672 h 6857275"/>
                <a:gd name="connsiteX10" fmla="*/ 4772511 w 6158587"/>
                <a:gd name="connsiteY10" fmla="*/ 6513379 h 6857275"/>
                <a:gd name="connsiteX11" fmla="*/ 4781959 w 6158587"/>
                <a:gd name="connsiteY11" fmla="*/ 6501404 h 6857275"/>
                <a:gd name="connsiteX12" fmla="*/ 4800713 w 6158587"/>
                <a:gd name="connsiteY12" fmla="*/ 6476578 h 6857275"/>
                <a:gd name="connsiteX13" fmla="*/ 4897916 w 6158587"/>
                <a:gd name="connsiteY13" fmla="*/ 6345878 h 6857275"/>
                <a:gd name="connsiteX14" fmla="*/ 4953461 w 6158587"/>
                <a:gd name="connsiteY14" fmla="*/ 6268773 h 6857275"/>
                <a:gd name="connsiteX15" fmla="*/ 5015304 w 6158587"/>
                <a:gd name="connsiteY15" fmla="*/ 6182904 h 6857275"/>
                <a:gd name="connsiteX16" fmla="*/ 5136557 w 6158587"/>
                <a:gd name="connsiteY16" fmla="*/ 6021245 h 6857275"/>
                <a:gd name="connsiteX17" fmla="*/ 5232471 w 6158587"/>
                <a:gd name="connsiteY17" fmla="*/ 5895802 h 6857275"/>
                <a:gd name="connsiteX18" fmla="*/ 5377488 w 6158587"/>
                <a:gd name="connsiteY18" fmla="*/ 5704644 h 6857275"/>
                <a:gd name="connsiteX19" fmla="*/ 5492012 w 6158587"/>
                <a:gd name="connsiteY19" fmla="*/ 5545320 h 6857275"/>
                <a:gd name="connsiteX20" fmla="*/ 5598378 w 6158587"/>
                <a:gd name="connsiteY20" fmla="*/ 5383077 h 6857275"/>
                <a:gd name="connsiteX21" fmla="*/ 5694293 w 6158587"/>
                <a:gd name="connsiteY21" fmla="*/ 5215869 h 6857275"/>
                <a:gd name="connsiteX22" fmla="*/ 5726646 w 6158587"/>
                <a:gd name="connsiteY22" fmla="*/ 5151759 h 6857275"/>
                <a:gd name="connsiteX23" fmla="*/ 5736953 w 6158587"/>
                <a:gd name="connsiteY23" fmla="*/ 5130730 h 6857275"/>
                <a:gd name="connsiteX24" fmla="*/ 5748406 w 6158587"/>
                <a:gd name="connsiteY24" fmla="*/ 5105613 h 6857275"/>
                <a:gd name="connsiteX25" fmla="*/ 5775318 w 6158587"/>
                <a:gd name="connsiteY25" fmla="*/ 5043695 h 6857275"/>
                <a:gd name="connsiteX26" fmla="*/ 5887267 w 6158587"/>
                <a:gd name="connsiteY26" fmla="*/ 4677444 h 6857275"/>
                <a:gd name="connsiteX27" fmla="*/ 5925776 w 6158587"/>
                <a:gd name="connsiteY27" fmla="*/ 4291476 h 6857275"/>
                <a:gd name="connsiteX28" fmla="*/ 5837592 w 6158587"/>
                <a:gd name="connsiteY28" fmla="*/ 3514285 h 6857275"/>
                <a:gd name="connsiteX29" fmla="*/ 5728651 w 6158587"/>
                <a:gd name="connsiteY29" fmla="*/ 3139270 h 6857275"/>
                <a:gd name="connsiteX30" fmla="*/ 5728651 w 6158587"/>
                <a:gd name="connsiteY30" fmla="*/ 3138540 h 6857275"/>
                <a:gd name="connsiteX31" fmla="*/ 5707749 w 6158587"/>
                <a:gd name="connsiteY31" fmla="*/ 3080127 h 6857275"/>
                <a:gd name="connsiteX32" fmla="*/ 5695151 w 6158587"/>
                <a:gd name="connsiteY32" fmla="*/ 3046393 h 6857275"/>
                <a:gd name="connsiteX33" fmla="*/ 5662512 w 6158587"/>
                <a:gd name="connsiteY33" fmla="*/ 2963300 h 6857275"/>
                <a:gd name="connsiteX34" fmla="*/ 5659648 w 6158587"/>
                <a:gd name="connsiteY34" fmla="*/ 2956436 h 6857275"/>
                <a:gd name="connsiteX35" fmla="*/ 5641039 w 6158587"/>
                <a:gd name="connsiteY35" fmla="*/ 2911751 h 6857275"/>
                <a:gd name="connsiteX36" fmla="*/ 5621283 w 6158587"/>
                <a:gd name="connsiteY36" fmla="*/ 2867941 h 6857275"/>
                <a:gd name="connsiteX37" fmla="*/ 5581056 w 6158587"/>
                <a:gd name="connsiteY37" fmla="*/ 2780320 h 6857275"/>
                <a:gd name="connsiteX38" fmla="*/ 5397674 w 6158587"/>
                <a:gd name="connsiteY38" fmla="*/ 2438163 h 6857275"/>
                <a:gd name="connsiteX39" fmla="*/ 5182080 w 6158587"/>
                <a:gd name="connsiteY39" fmla="*/ 2116889 h 6857275"/>
                <a:gd name="connsiteX40" fmla="*/ 4676024 w 6158587"/>
                <a:gd name="connsiteY40" fmla="*/ 1540786 h 6857275"/>
                <a:gd name="connsiteX41" fmla="*/ 4391860 w 6158587"/>
                <a:gd name="connsiteY41" fmla="*/ 1286395 h 6857275"/>
                <a:gd name="connsiteX42" fmla="*/ 4318851 w 6158587"/>
                <a:gd name="connsiteY42" fmla="*/ 1226959 h 6857275"/>
                <a:gd name="connsiteX43" fmla="*/ 4306254 w 6158587"/>
                <a:gd name="connsiteY43" fmla="*/ 1216883 h 6857275"/>
                <a:gd name="connsiteX44" fmla="*/ 4244123 w 6158587"/>
                <a:gd name="connsiteY44" fmla="*/ 1168254 h 6857275"/>
                <a:gd name="connsiteX45" fmla="*/ 4092378 w 6158587"/>
                <a:gd name="connsiteY45" fmla="*/ 1055078 h 6857275"/>
                <a:gd name="connsiteX46" fmla="*/ 3449179 w 6158587"/>
                <a:gd name="connsiteY46" fmla="*/ 660348 h 6857275"/>
                <a:gd name="connsiteX47" fmla="*/ 3110758 w 6158587"/>
                <a:gd name="connsiteY47" fmla="*/ 500442 h 6857275"/>
                <a:gd name="connsiteX48" fmla="*/ 2762316 w 6158587"/>
                <a:gd name="connsiteY48" fmla="*/ 368135 h 6857275"/>
                <a:gd name="connsiteX49" fmla="*/ 2404426 w 6158587"/>
                <a:gd name="connsiteY49" fmla="*/ 264452 h 6857275"/>
                <a:gd name="connsiteX50" fmla="*/ 2040668 w 6158587"/>
                <a:gd name="connsiteY50" fmla="*/ 191435 h 6857275"/>
                <a:gd name="connsiteX51" fmla="*/ 1461459 w 6158587"/>
                <a:gd name="connsiteY51" fmla="*/ 147625 h 6857275"/>
                <a:gd name="connsiteX52" fmla="*/ 1300837 w 6158587"/>
                <a:gd name="connsiteY52" fmla="*/ 150983 h 6857275"/>
                <a:gd name="connsiteX53" fmla="*/ 932928 w 6158587"/>
                <a:gd name="connsiteY53" fmla="*/ 183842 h 6857275"/>
                <a:gd name="connsiteX54" fmla="*/ 568022 w 6158587"/>
                <a:gd name="connsiteY54" fmla="*/ 256858 h 6857275"/>
                <a:gd name="connsiteX55" fmla="*/ 39597 w 6158587"/>
                <a:gd name="connsiteY55" fmla="*/ 447169 h 6857275"/>
                <a:gd name="connsiteX56" fmla="*/ 0 w 6158587"/>
                <a:gd name="connsiteY56" fmla="*/ 467328 h 6857275"/>
                <a:gd name="connsiteX57" fmla="*/ 0 w 6158587"/>
                <a:gd name="connsiteY57" fmla="*/ 112255 h 6857275"/>
                <a:gd name="connsiteX58" fmla="*/ 79310 w 6158587"/>
                <a:gd name="connsiteY58" fmla="*/ 70390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158587" h="6857275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76E0EC-E137-CB05-9DF1-F933C8686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GSCALE full form and date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2E0794-943F-A16E-C615-33D046DE2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10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ECB2F1C4-C66D-787E-0181-04F8D16E9C8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0454361E-6BCE-5986-C592-0DCED31BB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0566" y="44352"/>
            <a:ext cx="68580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Concept and Definition for (LO-1) </a:t>
            </a:r>
            <a:endParaRPr lang="en-I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1D1D69B-366B-17E1-92B1-4B0A001443A2}"/>
              </a:ext>
            </a:extLst>
          </p:cNvPr>
          <p:cNvSpPr txBox="1"/>
          <p:nvPr/>
        </p:nvSpPr>
        <p:spPr>
          <a:xfrm>
            <a:off x="838200" y="1065690"/>
            <a:ext cx="107950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   </a:t>
            </a:r>
            <a:endParaRPr lang="en-US" sz="28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E5663E4-904E-7D72-5CF7-B46B11E4F4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DBBEFB2-E1E3-2103-F7E8-3405CCA49108}"/>
              </a:ext>
            </a:extLst>
          </p:cNvPr>
          <p:cNvGraphicFramePr>
            <a:graphicFrameLocks noGrp="1"/>
          </p:cNvGraphicFramePr>
          <p:nvPr/>
        </p:nvGraphicFramePr>
        <p:xfrm>
          <a:off x="1433434" y="1155469"/>
          <a:ext cx="8378120" cy="496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9060">
                  <a:extLst>
                    <a:ext uri="{9D8B030D-6E8A-4147-A177-3AD203B41FA5}">
                      <a16:colId xmlns:a16="http://schemas.microsoft.com/office/drawing/2014/main" val="1681405412"/>
                    </a:ext>
                  </a:extLst>
                </a:gridCol>
                <a:gridCol w="4189060">
                  <a:extLst>
                    <a:ext uri="{9D8B030D-6E8A-4147-A177-3AD203B41FA5}">
                      <a16:colId xmlns:a16="http://schemas.microsoft.com/office/drawing/2014/main" val="3846919817"/>
                    </a:ext>
                  </a:extLst>
                </a:gridCol>
              </a:tblGrid>
              <a:tr h="4148051">
                <a:tc>
                  <a:txBody>
                    <a:bodyPr/>
                    <a:lstStyle/>
                    <a:p>
                      <a:r>
                        <a:rPr lang="en-IN" sz="2000" dirty="0"/>
                        <a:t>void </a:t>
                      </a:r>
                      <a:r>
                        <a:rPr lang="en-IN" sz="2000" dirty="0" err="1"/>
                        <a:t>deleteone</a:t>
                      </a:r>
                      <a:r>
                        <a:rPr lang="en-IN" sz="2000" dirty="0"/>
                        <a:t>()</a:t>
                      </a:r>
                    </a:p>
                    <a:p>
                      <a:r>
                        <a:rPr lang="en-IN" sz="2000" dirty="0"/>
                        <a:t>    {</a:t>
                      </a:r>
                    </a:p>
                    <a:p>
                      <a:r>
                        <a:rPr lang="en-IN" sz="2000" dirty="0"/>
                        <a:t>        </a:t>
                      </a:r>
                      <a:r>
                        <a:rPr lang="en-IN" sz="2000" dirty="0" err="1"/>
                        <a:t>printf</a:t>
                      </a:r>
                      <a:r>
                        <a:rPr lang="en-IN" sz="2000" dirty="0"/>
                        <a:t>(” %d deleted”, </a:t>
                      </a:r>
                      <a:r>
                        <a:rPr lang="en-IN" sz="2000" dirty="0" err="1"/>
                        <a:t>loc.data</a:t>
                      </a:r>
                      <a:r>
                        <a:rPr lang="en-IN" sz="2000" dirty="0"/>
                        <a:t>);</a:t>
                      </a:r>
                    </a:p>
                    <a:p>
                      <a:r>
                        <a:rPr lang="en-IN" sz="2000" dirty="0"/>
                        <a:t>        Node child;</a:t>
                      </a:r>
                    </a:p>
                    <a:p>
                      <a:r>
                        <a:rPr lang="en-IN" sz="2000" dirty="0"/>
                        <a:t>        if(</a:t>
                      </a:r>
                      <a:r>
                        <a:rPr lang="en-IN" sz="2000" dirty="0" err="1"/>
                        <a:t>loc.left</a:t>
                      </a:r>
                      <a:r>
                        <a:rPr lang="en-IN" sz="2000" dirty="0"/>
                        <a:t>==null)</a:t>
                      </a:r>
                    </a:p>
                    <a:p>
                      <a:r>
                        <a:rPr lang="en-IN" sz="2000" dirty="0"/>
                        <a:t>        child=</a:t>
                      </a:r>
                      <a:r>
                        <a:rPr lang="en-IN" sz="2000" dirty="0" err="1"/>
                        <a:t>loc.right</a:t>
                      </a:r>
                      <a:r>
                        <a:rPr lang="en-IN" sz="2000" dirty="0"/>
                        <a:t>;</a:t>
                      </a:r>
                    </a:p>
                    <a:p>
                      <a:r>
                        <a:rPr lang="en-IN" sz="2000" dirty="0"/>
                        <a:t>        else </a:t>
                      </a:r>
                    </a:p>
                    <a:p>
                      <a:r>
                        <a:rPr lang="en-IN" sz="2000" dirty="0"/>
                        <a:t>        child=</a:t>
                      </a:r>
                      <a:r>
                        <a:rPr lang="en-IN" sz="2000" dirty="0" err="1"/>
                        <a:t>loc.left</a:t>
                      </a:r>
                      <a:r>
                        <a:rPr lang="en-IN" sz="2000" dirty="0"/>
                        <a:t>;</a:t>
                      </a:r>
                    </a:p>
                    <a:p>
                      <a:r>
                        <a:rPr lang="en-IN" sz="2000" dirty="0"/>
                        <a:t>if(par==null)</a:t>
                      </a:r>
                    </a:p>
                    <a:p>
                      <a:r>
                        <a:rPr lang="en-IN" sz="2000" dirty="0"/>
                        <a:t>        root=child;</a:t>
                      </a:r>
                    </a:p>
                    <a:p>
                      <a:r>
                        <a:rPr lang="en-IN" sz="2000" dirty="0"/>
                        <a:t>        else if(loc==</a:t>
                      </a:r>
                      <a:r>
                        <a:rPr lang="en-IN" sz="2000" dirty="0" err="1"/>
                        <a:t>par.left</a:t>
                      </a:r>
                      <a:r>
                        <a:rPr lang="en-IN" sz="2000" dirty="0"/>
                        <a:t>)</a:t>
                      </a:r>
                    </a:p>
                    <a:p>
                      <a:r>
                        <a:rPr lang="en-IN" sz="2000" dirty="0"/>
                        <a:t>        </a:t>
                      </a:r>
                      <a:r>
                        <a:rPr lang="en-IN" sz="2000" dirty="0" err="1"/>
                        <a:t>par.left</a:t>
                      </a:r>
                      <a:r>
                        <a:rPr lang="en-IN" sz="2000" dirty="0"/>
                        <a:t>=child;</a:t>
                      </a:r>
                    </a:p>
                    <a:p>
                      <a:r>
                        <a:rPr lang="en-IN" sz="2000" dirty="0"/>
                        <a:t>        else</a:t>
                      </a:r>
                    </a:p>
                    <a:p>
                      <a:r>
                        <a:rPr lang="en-IN" sz="2000" dirty="0"/>
                        <a:t>        </a:t>
                      </a:r>
                      <a:r>
                        <a:rPr lang="en-IN" sz="2000" dirty="0" err="1"/>
                        <a:t>par.right</a:t>
                      </a:r>
                      <a:r>
                        <a:rPr lang="en-IN" sz="2000" dirty="0"/>
                        <a:t>=child;</a:t>
                      </a:r>
                    </a:p>
                    <a:p>
                      <a:r>
                        <a:rPr lang="en-IN" sz="2000" dirty="0"/>
                        <a:t>    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void </a:t>
                      </a:r>
                      <a:r>
                        <a:rPr lang="en-IN" sz="2000" dirty="0" err="1"/>
                        <a:t>deletetwo</a:t>
                      </a:r>
                      <a:r>
                        <a:rPr lang="en-IN" sz="2000" dirty="0"/>
                        <a:t>()</a:t>
                      </a:r>
                    </a:p>
                    <a:p>
                      <a:r>
                        <a:rPr lang="en-IN" sz="2000" dirty="0"/>
                        <a:t>    {</a:t>
                      </a:r>
                    </a:p>
                    <a:p>
                      <a:r>
                        <a:rPr lang="en-IN" sz="2000" dirty="0"/>
                        <a:t>        Node </a:t>
                      </a:r>
                      <a:r>
                        <a:rPr lang="en-IN" sz="2000" dirty="0" err="1"/>
                        <a:t>suc</a:t>
                      </a:r>
                      <a:r>
                        <a:rPr lang="en-IN" sz="2000" dirty="0"/>
                        <a:t>=</a:t>
                      </a:r>
                      <a:r>
                        <a:rPr lang="en-IN" sz="2000" dirty="0" err="1"/>
                        <a:t>loc.right</a:t>
                      </a:r>
                      <a:r>
                        <a:rPr lang="en-IN" sz="2000" dirty="0"/>
                        <a:t>;</a:t>
                      </a:r>
                    </a:p>
                    <a:p>
                      <a:r>
                        <a:rPr lang="en-IN" sz="2000" dirty="0"/>
                        <a:t>        Node </a:t>
                      </a:r>
                      <a:r>
                        <a:rPr lang="en-IN" sz="2000" dirty="0" err="1"/>
                        <a:t>parsuc</a:t>
                      </a:r>
                      <a:r>
                        <a:rPr lang="en-IN" sz="2000" dirty="0"/>
                        <a:t>=loc;</a:t>
                      </a:r>
                    </a:p>
                    <a:p>
                      <a:r>
                        <a:rPr lang="en-IN" sz="2000" dirty="0"/>
                        <a:t>        while(</a:t>
                      </a:r>
                      <a:r>
                        <a:rPr lang="en-IN" sz="2000" dirty="0" err="1"/>
                        <a:t>suc.left</a:t>
                      </a:r>
                      <a:r>
                        <a:rPr lang="en-IN" sz="2000" dirty="0"/>
                        <a:t>!=null)</a:t>
                      </a:r>
                    </a:p>
                    <a:p>
                      <a:r>
                        <a:rPr lang="en-IN" sz="2000" dirty="0"/>
                        <a:t>        {</a:t>
                      </a:r>
                    </a:p>
                    <a:p>
                      <a:r>
                        <a:rPr lang="en-IN" sz="2000" dirty="0"/>
                        <a:t>        </a:t>
                      </a:r>
                      <a:r>
                        <a:rPr lang="en-IN" sz="2000" dirty="0" err="1"/>
                        <a:t>parsuc</a:t>
                      </a:r>
                      <a:r>
                        <a:rPr lang="en-IN" sz="2000" dirty="0"/>
                        <a:t>=</a:t>
                      </a:r>
                      <a:r>
                        <a:rPr lang="en-IN" sz="2000" dirty="0" err="1"/>
                        <a:t>suc</a:t>
                      </a:r>
                      <a:r>
                        <a:rPr lang="en-IN" sz="2000" dirty="0"/>
                        <a:t>;</a:t>
                      </a:r>
                    </a:p>
                    <a:p>
                      <a:r>
                        <a:rPr lang="en-IN" sz="2000" dirty="0"/>
                        <a:t>        </a:t>
                      </a:r>
                      <a:r>
                        <a:rPr lang="en-IN" sz="2000" dirty="0" err="1"/>
                        <a:t>suc</a:t>
                      </a:r>
                      <a:r>
                        <a:rPr lang="en-IN" sz="2000" dirty="0"/>
                        <a:t>=</a:t>
                      </a:r>
                      <a:r>
                        <a:rPr lang="en-IN" sz="2000" dirty="0" err="1"/>
                        <a:t>suc.left</a:t>
                      </a:r>
                      <a:r>
                        <a:rPr lang="en-IN" sz="2000" dirty="0"/>
                        <a:t>;</a:t>
                      </a:r>
                    </a:p>
                    <a:p>
                      <a:r>
                        <a:rPr lang="en-IN" sz="2000" dirty="0"/>
                        <a:t>        }</a:t>
                      </a:r>
                    </a:p>
                    <a:p>
                      <a:r>
                        <a:rPr lang="en-IN" sz="2000" dirty="0"/>
                        <a:t>        int </a:t>
                      </a:r>
                      <a:r>
                        <a:rPr lang="en-IN" sz="2000" dirty="0" err="1"/>
                        <a:t>tt</a:t>
                      </a:r>
                      <a:r>
                        <a:rPr lang="en-IN" sz="2000" dirty="0"/>
                        <a:t>=</a:t>
                      </a:r>
                      <a:r>
                        <a:rPr lang="en-IN" sz="2000" dirty="0" err="1"/>
                        <a:t>loc.data</a:t>
                      </a:r>
                      <a:r>
                        <a:rPr lang="en-IN" sz="2000" dirty="0"/>
                        <a:t>;</a:t>
                      </a:r>
                    </a:p>
                    <a:p>
                      <a:r>
                        <a:rPr lang="en-IN" sz="2000" dirty="0"/>
                        <a:t>        </a:t>
                      </a:r>
                      <a:r>
                        <a:rPr lang="en-IN" sz="2000" dirty="0" err="1"/>
                        <a:t>loc.data</a:t>
                      </a:r>
                      <a:r>
                        <a:rPr lang="en-IN" sz="2000" dirty="0"/>
                        <a:t>=</a:t>
                      </a:r>
                      <a:r>
                        <a:rPr lang="en-IN" sz="2000" dirty="0" err="1"/>
                        <a:t>suc.data</a:t>
                      </a:r>
                      <a:r>
                        <a:rPr lang="en-IN" sz="2000" dirty="0"/>
                        <a:t>;</a:t>
                      </a:r>
                    </a:p>
                    <a:p>
                      <a:r>
                        <a:rPr lang="en-IN" sz="2000" dirty="0"/>
                        <a:t>        </a:t>
                      </a:r>
                      <a:r>
                        <a:rPr lang="en-IN" sz="2000" dirty="0" err="1"/>
                        <a:t>suc.data</a:t>
                      </a:r>
                      <a:r>
                        <a:rPr lang="en-IN" sz="2000" dirty="0"/>
                        <a:t>=</a:t>
                      </a:r>
                      <a:r>
                        <a:rPr lang="en-IN" sz="2000" dirty="0" err="1"/>
                        <a:t>tt</a:t>
                      </a:r>
                      <a:r>
                        <a:rPr lang="en-IN" sz="2000" dirty="0"/>
                        <a:t>;</a:t>
                      </a:r>
                    </a:p>
                    <a:p>
                      <a:r>
                        <a:rPr lang="en-IN" sz="2000" dirty="0"/>
                        <a:t>        loc=</a:t>
                      </a:r>
                      <a:r>
                        <a:rPr lang="en-IN" sz="2000" dirty="0" err="1"/>
                        <a:t>suc</a:t>
                      </a:r>
                      <a:r>
                        <a:rPr lang="en-IN" sz="2000" dirty="0"/>
                        <a:t>;</a:t>
                      </a:r>
                    </a:p>
                    <a:p>
                      <a:r>
                        <a:rPr lang="en-IN" sz="2000" dirty="0"/>
                        <a:t>        par=</a:t>
                      </a:r>
                      <a:r>
                        <a:rPr lang="en-IN" sz="2000" dirty="0" err="1"/>
                        <a:t>parsuc</a:t>
                      </a:r>
                      <a:r>
                        <a:rPr lang="en-IN" sz="2000" dirty="0"/>
                        <a:t>;</a:t>
                      </a:r>
                    </a:p>
                    <a:p>
                      <a:r>
                        <a:rPr lang="en-IN" sz="2000" dirty="0"/>
                        <a:t>        </a:t>
                      </a:r>
                      <a:r>
                        <a:rPr lang="en-IN" sz="2000" dirty="0" err="1"/>
                        <a:t>deleteone</a:t>
                      </a:r>
                      <a:r>
                        <a:rPr lang="en-IN" sz="2000" dirty="0"/>
                        <a:t>();</a:t>
                      </a:r>
                    </a:p>
                    <a:p>
                      <a:r>
                        <a:rPr lang="en-IN" sz="2000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62912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59053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A0E4E09-FC02-4ADC-951A-3FFA90B6F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0A10B5A-315F-4751-BA35-34556B5D26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A5DAC55-04A1-4AB4-A2C6-C859A915C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018714" cy="6858000"/>
            </a:xfrm>
            <a:custGeom>
              <a:avLst/>
              <a:gdLst>
                <a:gd name="connsiteX0" fmla="*/ 0 w 6018714"/>
                <a:gd name="connsiteY0" fmla="*/ 6499477 h 6858000"/>
                <a:gd name="connsiteX1" fmla="*/ 248639 w 6018714"/>
                <a:gd name="connsiteY1" fmla="*/ 6701197 h 6858000"/>
                <a:gd name="connsiteX2" fmla="*/ 392359 w 6018714"/>
                <a:gd name="connsiteY2" fmla="*/ 6814935 h 6858000"/>
                <a:gd name="connsiteX3" fmla="*/ 448656 w 6018714"/>
                <a:gd name="connsiteY3" fmla="*/ 6858000 h 6858000"/>
                <a:gd name="connsiteX4" fmla="*/ 0 w 6018714"/>
                <a:gd name="connsiteY4" fmla="*/ 6858000 h 6858000"/>
                <a:gd name="connsiteX5" fmla="*/ 998246 w 6018714"/>
                <a:gd name="connsiteY5" fmla="*/ 0 h 6858000"/>
                <a:gd name="connsiteX6" fmla="*/ 1984114 w 6018714"/>
                <a:gd name="connsiteY6" fmla="*/ 0 h 6858000"/>
                <a:gd name="connsiteX7" fmla="*/ 2011390 w 6018714"/>
                <a:gd name="connsiteY7" fmla="*/ 2333 h 6858000"/>
                <a:gd name="connsiteX8" fmla="*/ 4182319 w 6018714"/>
                <a:gd name="connsiteY8" fmla="*/ 838030 h 6858000"/>
                <a:gd name="connsiteX9" fmla="*/ 4785565 w 6018714"/>
                <a:gd name="connsiteY9" fmla="*/ 1338564 h 6858000"/>
                <a:gd name="connsiteX10" fmla="*/ 5695308 w 6018714"/>
                <a:gd name="connsiteY10" fmla="*/ 2616232 h 6858000"/>
                <a:gd name="connsiteX11" fmla="*/ 5937944 w 6018714"/>
                <a:gd name="connsiteY11" fmla="*/ 3368583 h 6858000"/>
                <a:gd name="connsiteX12" fmla="*/ 6018677 w 6018714"/>
                <a:gd name="connsiteY12" fmla="*/ 4153681 h 6858000"/>
                <a:gd name="connsiteX13" fmla="*/ 5990165 w 6018714"/>
                <a:gd name="connsiteY13" fmla="*/ 4557147 h 6858000"/>
                <a:gd name="connsiteX14" fmla="*/ 5982312 w 6018714"/>
                <a:gd name="connsiteY14" fmla="*/ 4607451 h 6858000"/>
                <a:gd name="connsiteX15" fmla="*/ 5972856 w 6018714"/>
                <a:gd name="connsiteY15" fmla="*/ 4657609 h 6858000"/>
                <a:gd name="connsiteX16" fmla="*/ 5951328 w 6018714"/>
                <a:gd name="connsiteY16" fmla="*/ 4757628 h 6858000"/>
                <a:gd name="connsiteX17" fmla="*/ 5893141 w 6018714"/>
                <a:gd name="connsiteY17" fmla="*/ 4953827 h 6858000"/>
                <a:gd name="connsiteX18" fmla="*/ 5817644 w 6018714"/>
                <a:gd name="connsiteY18" fmla="*/ 5141915 h 6858000"/>
                <a:gd name="connsiteX19" fmla="*/ 5728909 w 6018714"/>
                <a:gd name="connsiteY19" fmla="*/ 5322626 h 6858000"/>
                <a:gd name="connsiteX20" fmla="*/ 5532095 w 6018714"/>
                <a:gd name="connsiteY20" fmla="*/ 5663839 h 6858000"/>
                <a:gd name="connsiteX21" fmla="*/ 5330043 w 6018714"/>
                <a:gd name="connsiteY21" fmla="*/ 5988236 h 6858000"/>
                <a:gd name="connsiteX22" fmla="*/ 5232580 w 6018714"/>
                <a:gd name="connsiteY22" fmla="*/ 6146081 h 6858000"/>
                <a:gd name="connsiteX23" fmla="*/ 5183269 w 6018714"/>
                <a:gd name="connsiteY23" fmla="*/ 6227660 h 6858000"/>
                <a:gd name="connsiteX24" fmla="*/ 5131628 w 6018714"/>
                <a:gd name="connsiteY24" fmla="*/ 6311451 h 6858000"/>
                <a:gd name="connsiteX25" fmla="*/ 4910811 w 6018714"/>
                <a:gd name="connsiteY25" fmla="*/ 6641009 h 6858000"/>
                <a:gd name="connsiteX26" fmla="*/ 4788885 w 6018714"/>
                <a:gd name="connsiteY26" fmla="*/ 6800448 h 6858000"/>
                <a:gd name="connsiteX27" fmla="*/ 4739213 w 6018714"/>
                <a:gd name="connsiteY27" fmla="*/ 6858000 h 6858000"/>
                <a:gd name="connsiteX28" fmla="*/ 3950454 w 6018714"/>
                <a:gd name="connsiteY28" fmla="*/ 6858000 h 6858000"/>
                <a:gd name="connsiteX29" fmla="*/ 4012997 w 6018714"/>
                <a:gd name="connsiteY29" fmla="*/ 6806378 h 6858000"/>
                <a:gd name="connsiteX30" fmla="*/ 4268871 w 6018714"/>
                <a:gd name="connsiteY30" fmla="*/ 6566512 h 6858000"/>
                <a:gd name="connsiteX31" fmla="*/ 4750072 w 6018714"/>
                <a:gd name="connsiteY31" fmla="*/ 6033375 h 6858000"/>
                <a:gd name="connsiteX32" fmla="*/ 4806075 w 6018714"/>
                <a:gd name="connsiteY32" fmla="*/ 5961092 h 6858000"/>
                <a:gd name="connsiteX33" fmla="*/ 4863244 w 6018714"/>
                <a:gd name="connsiteY33" fmla="*/ 5885856 h 6858000"/>
                <a:gd name="connsiteX34" fmla="*/ 4982235 w 6018714"/>
                <a:gd name="connsiteY34" fmla="*/ 5732288 h 6858000"/>
                <a:gd name="connsiteX35" fmla="*/ 5221526 w 6018714"/>
                <a:gd name="connsiteY35" fmla="*/ 5438135 h 6858000"/>
                <a:gd name="connsiteX36" fmla="*/ 5442633 w 6018714"/>
                <a:gd name="connsiteY36" fmla="*/ 5146193 h 6858000"/>
                <a:gd name="connsiteX37" fmla="*/ 5538350 w 6018714"/>
                <a:gd name="connsiteY37" fmla="*/ 4995133 h 6858000"/>
                <a:gd name="connsiteX38" fmla="*/ 5621702 w 6018714"/>
                <a:gd name="connsiteY38" fmla="*/ 4839205 h 6858000"/>
                <a:gd name="connsiteX39" fmla="*/ 5741275 w 6018714"/>
                <a:gd name="connsiteY39" fmla="*/ 4507728 h 6858000"/>
                <a:gd name="connsiteX40" fmla="*/ 5781714 w 6018714"/>
                <a:gd name="connsiteY40" fmla="*/ 4153681 h 6858000"/>
                <a:gd name="connsiteX41" fmla="*/ 5685706 w 6018714"/>
                <a:gd name="connsiteY41" fmla="*/ 3428918 h 6858000"/>
                <a:gd name="connsiteX42" fmla="*/ 5422122 w 6018714"/>
                <a:gd name="connsiteY42" fmla="*/ 2750328 h 6858000"/>
                <a:gd name="connsiteX43" fmla="*/ 5033730 w 6018714"/>
                <a:gd name="connsiteY43" fmla="*/ 2136204 h 6858000"/>
                <a:gd name="connsiteX44" fmla="*/ 4542784 w 6018714"/>
                <a:gd name="connsiteY44" fmla="*/ 1601886 h 6858000"/>
                <a:gd name="connsiteX45" fmla="*/ 2668605 w 6018714"/>
                <a:gd name="connsiteY45" fmla="*/ 539746 h 6858000"/>
                <a:gd name="connsiteX46" fmla="*/ 1965570 w 6018714"/>
                <a:gd name="connsiteY46" fmla="*/ 389865 h 6858000"/>
                <a:gd name="connsiteX47" fmla="*/ 1249006 w 6018714"/>
                <a:gd name="connsiteY47" fmla="*/ 363461 h 6858000"/>
                <a:gd name="connsiteX48" fmla="*/ 542188 w 6018714"/>
                <a:gd name="connsiteY48" fmla="*/ 465544 h 6858000"/>
                <a:gd name="connsiteX49" fmla="*/ 37349 w 6018714"/>
                <a:gd name="connsiteY49" fmla="*/ 636266 h 6858000"/>
                <a:gd name="connsiteX50" fmla="*/ 0 w 6018714"/>
                <a:gd name="connsiteY50" fmla="*/ 653785 h 6858000"/>
                <a:gd name="connsiteX51" fmla="*/ 0 w 6018714"/>
                <a:gd name="connsiteY51" fmla="*/ 255198 h 6858000"/>
                <a:gd name="connsiteX52" fmla="*/ 167136 w 6018714"/>
                <a:gd name="connsiteY52" fmla="*/ 188295 h 6858000"/>
                <a:gd name="connsiteX53" fmla="*/ 451417 w 6018714"/>
                <a:gd name="connsiteY53" fmla="*/ 101466 h 6858000"/>
                <a:gd name="connsiteX54" fmla="*/ 836914 w 6018714"/>
                <a:gd name="connsiteY54" fmla="*/ 2139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018714" h="685800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7370387-C8AA-4FC4-B636-C83BA7921D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8834"/>
              <a:ext cx="6015920" cy="6819166"/>
            </a:xfrm>
            <a:custGeom>
              <a:avLst/>
              <a:gdLst>
                <a:gd name="connsiteX0" fmla="*/ 0 w 6015920"/>
                <a:gd name="connsiteY0" fmla="*/ 6143989 h 6819166"/>
                <a:gd name="connsiteX1" fmla="*/ 134018 w 6015920"/>
                <a:gd name="connsiteY1" fmla="*/ 6248665 h 6819166"/>
                <a:gd name="connsiteX2" fmla="*/ 880799 w 6015920"/>
                <a:gd name="connsiteY2" fmla="*/ 6790482 h 6819166"/>
                <a:gd name="connsiteX3" fmla="*/ 929680 w 6015920"/>
                <a:gd name="connsiteY3" fmla="*/ 6819166 h 6819166"/>
                <a:gd name="connsiteX4" fmla="*/ 0 w 6015920"/>
                <a:gd name="connsiteY4" fmla="*/ 6819166 h 6819166"/>
                <a:gd name="connsiteX5" fmla="*/ 1408589 w 6015920"/>
                <a:gd name="connsiteY5" fmla="*/ 0 h 6819166"/>
                <a:gd name="connsiteX6" fmla="*/ 1409171 w 6015920"/>
                <a:gd name="connsiteY6" fmla="*/ 294 h 6819166"/>
                <a:gd name="connsiteX7" fmla="*/ 6015920 w 6015920"/>
                <a:gd name="connsiteY7" fmla="*/ 4129828 h 6819166"/>
                <a:gd name="connsiteX8" fmla="*/ 5101088 w 6015920"/>
                <a:gd name="connsiteY8" fmla="*/ 6096419 h 6819166"/>
                <a:gd name="connsiteX9" fmla="*/ 4546786 w 6015920"/>
                <a:gd name="connsiteY9" fmla="*/ 6797679 h 6819166"/>
                <a:gd name="connsiteX10" fmla="*/ 4525032 w 6015920"/>
                <a:gd name="connsiteY10" fmla="*/ 6819166 h 6819166"/>
                <a:gd name="connsiteX11" fmla="*/ 3362009 w 6015920"/>
                <a:gd name="connsiteY11" fmla="*/ 6819166 h 6819166"/>
                <a:gd name="connsiteX12" fmla="*/ 3559506 w 6015920"/>
                <a:gd name="connsiteY12" fmla="*/ 6694254 h 6819166"/>
                <a:gd name="connsiteX13" fmla="*/ 4499295 w 6015920"/>
                <a:gd name="connsiteY13" fmla="*/ 5685109 h 6819166"/>
                <a:gd name="connsiteX14" fmla="*/ 4763752 w 6015920"/>
                <a:gd name="connsiteY14" fmla="*/ 5310428 h 6819166"/>
                <a:gd name="connsiteX15" fmla="*/ 5288592 w 6015920"/>
                <a:gd name="connsiteY15" fmla="*/ 4129828 h 6819166"/>
                <a:gd name="connsiteX16" fmla="*/ 4971477 w 6015920"/>
                <a:gd name="connsiteY16" fmla="*/ 2858526 h 6819166"/>
                <a:gd name="connsiteX17" fmla="*/ 4096938 w 6015920"/>
                <a:gd name="connsiteY17" fmla="*/ 1766138 h 6819166"/>
                <a:gd name="connsiteX18" fmla="*/ 2832696 w 6015920"/>
                <a:gd name="connsiteY18" fmla="*/ 1008719 h 6819166"/>
                <a:gd name="connsiteX19" fmla="*/ 1409171 w 6015920"/>
                <a:gd name="connsiteY19" fmla="*/ 732948 h 6819166"/>
                <a:gd name="connsiteX20" fmla="*/ 189877 w 6015920"/>
                <a:gd name="connsiteY20" fmla="*/ 989377 h 6819166"/>
                <a:gd name="connsiteX21" fmla="*/ 0 w 6015920"/>
                <a:gd name="connsiteY21" fmla="*/ 1091881 h 6819166"/>
                <a:gd name="connsiteX22" fmla="*/ 0 w 6015920"/>
                <a:gd name="connsiteY22" fmla="*/ 273645 h 6819166"/>
                <a:gd name="connsiteX23" fmla="*/ 53152 w 6015920"/>
                <a:gd name="connsiteY23" fmla="*/ 250589 h 6819166"/>
                <a:gd name="connsiteX24" fmla="*/ 1408589 w 6015920"/>
                <a:gd name="connsiteY24" fmla="*/ 0 h 681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15920" h="6819166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E3C2B3B-4414-484B-8914-7CB18736F2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9880"/>
              <a:ext cx="5997097" cy="6768121"/>
            </a:xfrm>
            <a:custGeom>
              <a:avLst/>
              <a:gdLst>
                <a:gd name="connsiteX0" fmla="*/ 0 w 5997097"/>
                <a:gd name="connsiteY0" fmla="*/ 5929955 h 6768121"/>
                <a:gd name="connsiteX1" fmla="*/ 204947 w 5997097"/>
                <a:gd name="connsiteY1" fmla="*/ 6088753 h 6768121"/>
                <a:gd name="connsiteX2" fmla="*/ 1135927 w 5997097"/>
                <a:gd name="connsiteY2" fmla="*/ 6730112 h 6768121"/>
                <a:gd name="connsiteX3" fmla="*/ 1219620 w 5997097"/>
                <a:gd name="connsiteY3" fmla="*/ 6768121 h 6768121"/>
                <a:gd name="connsiteX4" fmla="*/ 0 w 5997097"/>
                <a:gd name="connsiteY4" fmla="*/ 6768121 h 6768121"/>
                <a:gd name="connsiteX5" fmla="*/ 1389767 w 5997097"/>
                <a:gd name="connsiteY5" fmla="*/ 0 h 6768121"/>
                <a:gd name="connsiteX6" fmla="*/ 1390348 w 5997097"/>
                <a:gd name="connsiteY6" fmla="*/ 292 h 6768121"/>
                <a:gd name="connsiteX7" fmla="*/ 5997097 w 5997097"/>
                <a:gd name="connsiteY7" fmla="*/ 4099802 h 6768121"/>
                <a:gd name="connsiteX8" fmla="*/ 5082265 w 5997097"/>
                <a:gd name="connsiteY8" fmla="*/ 6052096 h 6768121"/>
                <a:gd name="connsiteX9" fmla="*/ 4527964 w 5997097"/>
                <a:gd name="connsiteY9" fmla="*/ 6748257 h 6768121"/>
                <a:gd name="connsiteX10" fmla="*/ 4507706 w 5997097"/>
                <a:gd name="connsiteY10" fmla="*/ 6768121 h 6768121"/>
                <a:gd name="connsiteX11" fmla="*/ 3011909 w 5997097"/>
                <a:gd name="connsiteY11" fmla="*/ 6768121 h 6768121"/>
                <a:gd name="connsiteX12" fmla="*/ 3041514 w 5997097"/>
                <a:gd name="connsiteY12" fmla="*/ 6756841 h 6768121"/>
                <a:gd name="connsiteX13" fmla="*/ 3339587 w 5997097"/>
                <a:gd name="connsiteY13" fmla="*/ 6603120 h 6768121"/>
                <a:gd name="connsiteX14" fmla="*/ 4359591 w 5997097"/>
                <a:gd name="connsiteY14" fmla="*/ 5561878 h 6768121"/>
                <a:gd name="connsiteX15" fmla="*/ 4626956 w 5997097"/>
                <a:gd name="connsiteY15" fmla="*/ 5185850 h 6768121"/>
                <a:gd name="connsiteX16" fmla="*/ 5124303 w 5997097"/>
                <a:gd name="connsiteY16" fmla="*/ 4099802 h 6768121"/>
                <a:gd name="connsiteX17" fmla="*/ 4823481 w 5997097"/>
                <a:gd name="connsiteY17" fmla="*/ 2904512 h 6768121"/>
                <a:gd name="connsiteX18" fmla="*/ 3983561 w 5997097"/>
                <a:gd name="connsiteY18" fmla="*/ 1863706 h 6768121"/>
                <a:gd name="connsiteX19" fmla="*/ 2761651 w 5997097"/>
                <a:gd name="connsiteY19" fmla="*/ 1136378 h 6768121"/>
                <a:gd name="connsiteX20" fmla="*/ 1390348 w 5997097"/>
                <a:gd name="connsiteY20" fmla="*/ 873085 h 6768121"/>
                <a:gd name="connsiteX21" fmla="*/ 232295 w 5997097"/>
                <a:gd name="connsiteY21" fmla="*/ 1114121 h 6768121"/>
                <a:gd name="connsiteX22" fmla="*/ 0 w 5997097"/>
                <a:gd name="connsiteY22" fmla="*/ 1238681 h 6768121"/>
                <a:gd name="connsiteX23" fmla="*/ 0 w 5997097"/>
                <a:gd name="connsiteY23" fmla="*/ 263550 h 6768121"/>
                <a:gd name="connsiteX24" fmla="*/ 34329 w 5997097"/>
                <a:gd name="connsiteY24" fmla="*/ 248767 h 6768121"/>
                <a:gd name="connsiteX25" fmla="*/ 1389767 w 5997097"/>
                <a:gd name="connsiteY25" fmla="*/ 0 h 676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97097" h="6768121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4" name="Freeform: Shape 13">
              <a:extLst>
                <a:ext uri="{FF2B5EF4-FFF2-40B4-BE49-F238E27FC236}">
                  <a16:creationId xmlns:a16="http://schemas.microsoft.com/office/drawing/2014/main" id="{AFB69BCB-EE83-44E6-8C11-3344C73DF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423049" cy="6857275"/>
            </a:xfrm>
            <a:custGeom>
              <a:avLst/>
              <a:gdLst>
                <a:gd name="connsiteX0" fmla="*/ 3207935 w 6423049"/>
                <a:gd name="connsiteY0" fmla="*/ 0 h 6857275"/>
                <a:gd name="connsiteX1" fmla="*/ 6423049 w 6423049"/>
                <a:gd name="connsiteY1" fmla="*/ 0 h 6857275"/>
                <a:gd name="connsiteX2" fmla="*/ 6423049 w 6423049"/>
                <a:gd name="connsiteY2" fmla="*/ 6857275 h 6857275"/>
                <a:gd name="connsiteX3" fmla="*/ 5115455 w 6423049"/>
                <a:gd name="connsiteY3" fmla="*/ 6857275 h 6857275"/>
                <a:gd name="connsiteX4" fmla="*/ 5327016 w 6423049"/>
                <a:gd name="connsiteY4" fmla="*/ 6576778 h 6857275"/>
                <a:gd name="connsiteX5" fmla="*/ 6096492 w 6423049"/>
                <a:gd name="connsiteY5" fmla="*/ 4101445 h 6857275"/>
                <a:gd name="connsiteX6" fmla="*/ 3253269 w 6423049"/>
                <a:gd name="connsiteY6" fmla="*/ 15400 h 6857275"/>
                <a:gd name="connsiteX7" fmla="*/ 0 w 6423049"/>
                <a:gd name="connsiteY7" fmla="*/ 0 h 6857275"/>
                <a:gd name="connsiteX8" fmla="*/ 318887 w 6423049"/>
                <a:gd name="connsiteY8" fmla="*/ 0 h 6857275"/>
                <a:gd name="connsiteX9" fmla="*/ 273553 w 6423049"/>
                <a:gd name="connsiteY9" fmla="*/ 15400 h 6857275"/>
                <a:gd name="connsiteX10" fmla="*/ 76780 w 6423049"/>
                <a:gd name="connsiteY10" fmla="*/ 93287 h 6857275"/>
                <a:gd name="connsiteX11" fmla="*/ 0 w 6423049"/>
                <a:gd name="connsiteY11" fmla="*/ 128134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23049" h="6857275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98E9BA58-2C07-4CA1-99C2-7738FBA37E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158587" cy="6857275"/>
            </a:xfrm>
            <a:custGeom>
              <a:avLst/>
              <a:gdLst>
                <a:gd name="connsiteX0" fmla="*/ 233278 w 6158587"/>
                <a:gd name="connsiteY0" fmla="*/ 0 h 6857275"/>
                <a:gd name="connsiteX1" fmla="*/ 3441063 w 6158587"/>
                <a:gd name="connsiteY1" fmla="*/ 0 h 6857275"/>
                <a:gd name="connsiteX2" fmla="*/ 3535825 w 6158587"/>
                <a:gd name="connsiteY2" fmla="*/ 38136 h 6857275"/>
                <a:gd name="connsiteX3" fmla="*/ 6158587 w 6158587"/>
                <a:gd name="connsiteY3" fmla="*/ 4076179 h 6857275"/>
                <a:gd name="connsiteX4" fmla="*/ 5573039 w 6158587"/>
                <a:gd name="connsiteY4" fmla="*/ 6283960 h 6857275"/>
                <a:gd name="connsiteX5" fmla="*/ 5222761 w 6158587"/>
                <a:gd name="connsiteY5" fmla="*/ 6804016 h 6857275"/>
                <a:gd name="connsiteX6" fmla="*/ 5179011 w 6158587"/>
                <a:gd name="connsiteY6" fmla="*/ 6857275 h 6857275"/>
                <a:gd name="connsiteX7" fmla="*/ 4477061 w 6158587"/>
                <a:gd name="connsiteY7" fmla="*/ 6857275 h 6857275"/>
                <a:gd name="connsiteX8" fmla="*/ 4532922 w 6158587"/>
                <a:gd name="connsiteY8" fmla="*/ 6798071 h 6857275"/>
                <a:gd name="connsiteX9" fmla="*/ 4660563 w 6158587"/>
                <a:gd name="connsiteY9" fmla="*/ 6651672 h 6857275"/>
                <a:gd name="connsiteX10" fmla="*/ 4772511 w 6158587"/>
                <a:gd name="connsiteY10" fmla="*/ 6513379 h 6857275"/>
                <a:gd name="connsiteX11" fmla="*/ 4781959 w 6158587"/>
                <a:gd name="connsiteY11" fmla="*/ 6501404 h 6857275"/>
                <a:gd name="connsiteX12" fmla="*/ 4800713 w 6158587"/>
                <a:gd name="connsiteY12" fmla="*/ 6476578 h 6857275"/>
                <a:gd name="connsiteX13" fmla="*/ 4897916 w 6158587"/>
                <a:gd name="connsiteY13" fmla="*/ 6345878 h 6857275"/>
                <a:gd name="connsiteX14" fmla="*/ 4953461 w 6158587"/>
                <a:gd name="connsiteY14" fmla="*/ 6268773 h 6857275"/>
                <a:gd name="connsiteX15" fmla="*/ 5015304 w 6158587"/>
                <a:gd name="connsiteY15" fmla="*/ 6182904 h 6857275"/>
                <a:gd name="connsiteX16" fmla="*/ 5136557 w 6158587"/>
                <a:gd name="connsiteY16" fmla="*/ 6021245 h 6857275"/>
                <a:gd name="connsiteX17" fmla="*/ 5232471 w 6158587"/>
                <a:gd name="connsiteY17" fmla="*/ 5895802 h 6857275"/>
                <a:gd name="connsiteX18" fmla="*/ 5377488 w 6158587"/>
                <a:gd name="connsiteY18" fmla="*/ 5704644 h 6857275"/>
                <a:gd name="connsiteX19" fmla="*/ 5492012 w 6158587"/>
                <a:gd name="connsiteY19" fmla="*/ 5545320 h 6857275"/>
                <a:gd name="connsiteX20" fmla="*/ 5598378 w 6158587"/>
                <a:gd name="connsiteY20" fmla="*/ 5383077 h 6857275"/>
                <a:gd name="connsiteX21" fmla="*/ 5694293 w 6158587"/>
                <a:gd name="connsiteY21" fmla="*/ 5215869 h 6857275"/>
                <a:gd name="connsiteX22" fmla="*/ 5726646 w 6158587"/>
                <a:gd name="connsiteY22" fmla="*/ 5151759 h 6857275"/>
                <a:gd name="connsiteX23" fmla="*/ 5736953 w 6158587"/>
                <a:gd name="connsiteY23" fmla="*/ 5130730 h 6857275"/>
                <a:gd name="connsiteX24" fmla="*/ 5748406 w 6158587"/>
                <a:gd name="connsiteY24" fmla="*/ 5105613 h 6857275"/>
                <a:gd name="connsiteX25" fmla="*/ 5775318 w 6158587"/>
                <a:gd name="connsiteY25" fmla="*/ 5043695 h 6857275"/>
                <a:gd name="connsiteX26" fmla="*/ 5887267 w 6158587"/>
                <a:gd name="connsiteY26" fmla="*/ 4677444 h 6857275"/>
                <a:gd name="connsiteX27" fmla="*/ 5925776 w 6158587"/>
                <a:gd name="connsiteY27" fmla="*/ 4291476 h 6857275"/>
                <a:gd name="connsiteX28" fmla="*/ 5837592 w 6158587"/>
                <a:gd name="connsiteY28" fmla="*/ 3514285 h 6857275"/>
                <a:gd name="connsiteX29" fmla="*/ 5728651 w 6158587"/>
                <a:gd name="connsiteY29" fmla="*/ 3139270 h 6857275"/>
                <a:gd name="connsiteX30" fmla="*/ 5728651 w 6158587"/>
                <a:gd name="connsiteY30" fmla="*/ 3138540 h 6857275"/>
                <a:gd name="connsiteX31" fmla="*/ 5707749 w 6158587"/>
                <a:gd name="connsiteY31" fmla="*/ 3080127 h 6857275"/>
                <a:gd name="connsiteX32" fmla="*/ 5695151 w 6158587"/>
                <a:gd name="connsiteY32" fmla="*/ 3046393 h 6857275"/>
                <a:gd name="connsiteX33" fmla="*/ 5662512 w 6158587"/>
                <a:gd name="connsiteY33" fmla="*/ 2963300 h 6857275"/>
                <a:gd name="connsiteX34" fmla="*/ 5659648 w 6158587"/>
                <a:gd name="connsiteY34" fmla="*/ 2956436 h 6857275"/>
                <a:gd name="connsiteX35" fmla="*/ 5641039 w 6158587"/>
                <a:gd name="connsiteY35" fmla="*/ 2911751 h 6857275"/>
                <a:gd name="connsiteX36" fmla="*/ 5621283 w 6158587"/>
                <a:gd name="connsiteY36" fmla="*/ 2867941 h 6857275"/>
                <a:gd name="connsiteX37" fmla="*/ 5581056 w 6158587"/>
                <a:gd name="connsiteY37" fmla="*/ 2780320 h 6857275"/>
                <a:gd name="connsiteX38" fmla="*/ 5397674 w 6158587"/>
                <a:gd name="connsiteY38" fmla="*/ 2438163 h 6857275"/>
                <a:gd name="connsiteX39" fmla="*/ 5182080 w 6158587"/>
                <a:gd name="connsiteY39" fmla="*/ 2116889 h 6857275"/>
                <a:gd name="connsiteX40" fmla="*/ 4676024 w 6158587"/>
                <a:gd name="connsiteY40" fmla="*/ 1540786 h 6857275"/>
                <a:gd name="connsiteX41" fmla="*/ 4391860 w 6158587"/>
                <a:gd name="connsiteY41" fmla="*/ 1286395 h 6857275"/>
                <a:gd name="connsiteX42" fmla="*/ 4318851 w 6158587"/>
                <a:gd name="connsiteY42" fmla="*/ 1226959 h 6857275"/>
                <a:gd name="connsiteX43" fmla="*/ 4306254 w 6158587"/>
                <a:gd name="connsiteY43" fmla="*/ 1216883 h 6857275"/>
                <a:gd name="connsiteX44" fmla="*/ 4244123 w 6158587"/>
                <a:gd name="connsiteY44" fmla="*/ 1168254 h 6857275"/>
                <a:gd name="connsiteX45" fmla="*/ 4092378 w 6158587"/>
                <a:gd name="connsiteY45" fmla="*/ 1055078 h 6857275"/>
                <a:gd name="connsiteX46" fmla="*/ 3449179 w 6158587"/>
                <a:gd name="connsiteY46" fmla="*/ 660348 h 6857275"/>
                <a:gd name="connsiteX47" fmla="*/ 3110758 w 6158587"/>
                <a:gd name="connsiteY47" fmla="*/ 500442 h 6857275"/>
                <a:gd name="connsiteX48" fmla="*/ 2762316 w 6158587"/>
                <a:gd name="connsiteY48" fmla="*/ 368135 h 6857275"/>
                <a:gd name="connsiteX49" fmla="*/ 2404426 w 6158587"/>
                <a:gd name="connsiteY49" fmla="*/ 264452 h 6857275"/>
                <a:gd name="connsiteX50" fmla="*/ 2040668 w 6158587"/>
                <a:gd name="connsiteY50" fmla="*/ 191435 h 6857275"/>
                <a:gd name="connsiteX51" fmla="*/ 1461459 w 6158587"/>
                <a:gd name="connsiteY51" fmla="*/ 147625 h 6857275"/>
                <a:gd name="connsiteX52" fmla="*/ 1300837 w 6158587"/>
                <a:gd name="connsiteY52" fmla="*/ 150983 h 6857275"/>
                <a:gd name="connsiteX53" fmla="*/ 932928 w 6158587"/>
                <a:gd name="connsiteY53" fmla="*/ 183842 h 6857275"/>
                <a:gd name="connsiteX54" fmla="*/ 568022 w 6158587"/>
                <a:gd name="connsiteY54" fmla="*/ 256858 h 6857275"/>
                <a:gd name="connsiteX55" fmla="*/ 39597 w 6158587"/>
                <a:gd name="connsiteY55" fmla="*/ 447169 h 6857275"/>
                <a:gd name="connsiteX56" fmla="*/ 0 w 6158587"/>
                <a:gd name="connsiteY56" fmla="*/ 467328 h 6857275"/>
                <a:gd name="connsiteX57" fmla="*/ 0 w 6158587"/>
                <a:gd name="connsiteY57" fmla="*/ 112255 h 6857275"/>
                <a:gd name="connsiteX58" fmla="*/ 79310 w 6158587"/>
                <a:gd name="connsiteY58" fmla="*/ 70390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158587" h="6857275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GSCALE full form and date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EC62E8-F0EB-0BD9-2B59-1AA3588B6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11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20ECE07-CE90-FEA2-59C0-9F6B1480E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0566" y="44352"/>
            <a:ext cx="68580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Concept and Definition for (LO-2) </a:t>
            </a:r>
            <a:b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I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21" name="Rectangle 12">
            <a:extLst>
              <a:ext uri="{FF2B5EF4-FFF2-40B4-BE49-F238E27FC236}">
                <a16:creationId xmlns:a16="http://schemas.microsoft.com/office/drawing/2014/main" id="{58EED438-C3DD-DC07-54FF-EAD8A7A6F7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702" y="635688"/>
            <a:ext cx="10568471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Threaded Binary Tree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the linked representation of binary trees, more than one half of the link fields contain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NULL values which results in wastage of storage space. If a binary tree consists of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nodes then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n+1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link fields contain NULL values.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So in order to effectively manage the space, a method was devised by Perlis and Thornton in which the NULL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links are replaced with special links known as threads.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Such binary trees with threads are known as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threaded binary trees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Each node in a threaded binary tree either contains a link to its child node or thread to other nodes in the tree.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35" name="Picture 7" descr="Threaded Binary Tree">
            <a:extLst>
              <a:ext uri="{FF2B5EF4-FFF2-40B4-BE49-F238E27FC236}">
                <a16:creationId xmlns:a16="http://schemas.microsoft.com/office/drawing/2014/main" id="{D6CCF10F-A7C2-C4A1-A047-1DC9E40E1B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447"/>
          <a:stretch>
            <a:fillRect/>
          </a:stretch>
        </p:blipFill>
        <p:spPr bwMode="auto">
          <a:xfrm>
            <a:off x="878840" y="3294245"/>
            <a:ext cx="3926085" cy="1834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Rectangle 13">
            <a:extLst>
              <a:ext uri="{FF2B5EF4-FFF2-40B4-BE49-F238E27FC236}">
                <a16:creationId xmlns:a16="http://schemas.microsoft.com/office/drawing/2014/main" id="{49462E44-A4AB-F884-C27C-EB13BDC2D9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4926" y="4315099"/>
            <a:ext cx="5980095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610B4B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200" dirty="0">
              <a:solidFill>
                <a:srgbClr val="610B4B"/>
              </a:solidFill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610B4B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200" dirty="0">
              <a:solidFill>
                <a:srgbClr val="610B4B"/>
              </a:solidFill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10B4B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Types of Threaded Binary Tree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There are two types of threaded Binary Tree: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One-way threaded Binary Tree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Two-way threaded Binary Tree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65847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A0E4E09-FC02-4ADC-951A-3FFA90B6F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0A10B5A-315F-4751-BA35-34556B5D26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A5DAC55-04A1-4AB4-A2C6-C859A915C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018714" cy="6858000"/>
            </a:xfrm>
            <a:custGeom>
              <a:avLst/>
              <a:gdLst>
                <a:gd name="connsiteX0" fmla="*/ 0 w 6018714"/>
                <a:gd name="connsiteY0" fmla="*/ 6499477 h 6858000"/>
                <a:gd name="connsiteX1" fmla="*/ 248639 w 6018714"/>
                <a:gd name="connsiteY1" fmla="*/ 6701197 h 6858000"/>
                <a:gd name="connsiteX2" fmla="*/ 392359 w 6018714"/>
                <a:gd name="connsiteY2" fmla="*/ 6814935 h 6858000"/>
                <a:gd name="connsiteX3" fmla="*/ 448656 w 6018714"/>
                <a:gd name="connsiteY3" fmla="*/ 6858000 h 6858000"/>
                <a:gd name="connsiteX4" fmla="*/ 0 w 6018714"/>
                <a:gd name="connsiteY4" fmla="*/ 6858000 h 6858000"/>
                <a:gd name="connsiteX5" fmla="*/ 998246 w 6018714"/>
                <a:gd name="connsiteY5" fmla="*/ 0 h 6858000"/>
                <a:gd name="connsiteX6" fmla="*/ 1984114 w 6018714"/>
                <a:gd name="connsiteY6" fmla="*/ 0 h 6858000"/>
                <a:gd name="connsiteX7" fmla="*/ 2011390 w 6018714"/>
                <a:gd name="connsiteY7" fmla="*/ 2333 h 6858000"/>
                <a:gd name="connsiteX8" fmla="*/ 4182319 w 6018714"/>
                <a:gd name="connsiteY8" fmla="*/ 838030 h 6858000"/>
                <a:gd name="connsiteX9" fmla="*/ 4785565 w 6018714"/>
                <a:gd name="connsiteY9" fmla="*/ 1338564 h 6858000"/>
                <a:gd name="connsiteX10" fmla="*/ 5695308 w 6018714"/>
                <a:gd name="connsiteY10" fmla="*/ 2616232 h 6858000"/>
                <a:gd name="connsiteX11" fmla="*/ 5937944 w 6018714"/>
                <a:gd name="connsiteY11" fmla="*/ 3368583 h 6858000"/>
                <a:gd name="connsiteX12" fmla="*/ 6018677 w 6018714"/>
                <a:gd name="connsiteY12" fmla="*/ 4153681 h 6858000"/>
                <a:gd name="connsiteX13" fmla="*/ 5990165 w 6018714"/>
                <a:gd name="connsiteY13" fmla="*/ 4557147 h 6858000"/>
                <a:gd name="connsiteX14" fmla="*/ 5982312 w 6018714"/>
                <a:gd name="connsiteY14" fmla="*/ 4607451 h 6858000"/>
                <a:gd name="connsiteX15" fmla="*/ 5972856 w 6018714"/>
                <a:gd name="connsiteY15" fmla="*/ 4657609 h 6858000"/>
                <a:gd name="connsiteX16" fmla="*/ 5951328 w 6018714"/>
                <a:gd name="connsiteY16" fmla="*/ 4757628 h 6858000"/>
                <a:gd name="connsiteX17" fmla="*/ 5893141 w 6018714"/>
                <a:gd name="connsiteY17" fmla="*/ 4953827 h 6858000"/>
                <a:gd name="connsiteX18" fmla="*/ 5817644 w 6018714"/>
                <a:gd name="connsiteY18" fmla="*/ 5141915 h 6858000"/>
                <a:gd name="connsiteX19" fmla="*/ 5728909 w 6018714"/>
                <a:gd name="connsiteY19" fmla="*/ 5322626 h 6858000"/>
                <a:gd name="connsiteX20" fmla="*/ 5532095 w 6018714"/>
                <a:gd name="connsiteY20" fmla="*/ 5663839 h 6858000"/>
                <a:gd name="connsiteX21" fmla="*/ 5330043 w 6018714"/>
                <a:gd name="connsiteY21" fmla="*/ 5988236 h 6858000"/>
                <a:gd name="connsiteX22" fmla="*/ 5232580 w 6018714"/>
                <a:gd name="connsiteY22" fmla="*/ 6146081 h 6858000"/>
                <a:gd name="connsiteX23" fmla="*/ 5183269 w 6018714"/>
                <a:gd name="connsiteY23" fmla="*/ 6227660 h 6858000"/>
                <a:gd name="connsiteX24" fmla="*/ 5131628 w 6018714"/>
                <a:gd name="connsiteY24" fmla="*/ 6311451 h 6858000"/>
                <a:gd name="connsiteX25" fmla="*/ 4910811 w 6018714"/>
                <a:gd name="connsiteY25" fmla="*/ 6641009 h 6858000"/>
                <a:gd name="connsiteX26" fmla="*/ 4788885 w 6018714"/>
                <a:gd name="connsiteY26" fmla="*/ 6800448 h 6858000"/>
                <a:gd name="connsiteX27" fmla="*/ 4739213 w 6018714"/>
                <a:gd name="connsiteY27" fmla="*/ 6858000 h 6858000"/>
                <a:gd name="connsiteX28" fmla="*/ 3950454 w 6018714"/>
                <a:gd name="connsiteY28" fmla="*/ 6858000 h 6858000"/>
                <a:gd name="connsiteX29" fmla="*/ 4012997 w 6018714"/>
                <a:gd name="connsiteY29" fmla="*/ 6806378 h 6858000"/>
                <a:gd name="connsiteX30" fmla="*/ 4268871 w 6018714"/>
                <a:gd name="connsiteY30" fmla="*/ 6566512 h 6858000"/>
                <a:gd name="connsiteX31" fmla="*/ 4750072 w 6018714"/>
                <a:gd name="connsiteY31" fmla="*/ 6033375 h 6858000"/>
                <a:gd name="connsiteX32" fmla="*/ 4806075 w 6018714"/>
                <a:gd name="connsiteY32" fmla="*/ 5961092 h 6858000"/>
                <a:gd name="connsiteX33" fmla="*/ 4863244 w 6018714"/>
                <a:gd name="connsiteY33" fmla="*/ 5885856 h 6858000"/>
                <a:gd name="connsiteX34" fmla="*/ 4982235 w 6018714"/>
                <a:gd name="connsiteY34" fmla="*/ 5732288 h 6858000"/>
                <a:gd name="connsiteX35" fmla="*/ 5221526 w 6018714"/>
                <a:gd name="connsiteY35" fmla="*/ 5438135 h 6858000"/>
                <a:gd name="connsiteX36" fmla="*/ 5442633 w 6018714"/>
                <a:gd name="connsiteY36" fmla="*/ 5146193 h 6858000"/>
                <a:gd name="connsiteX37" fmla="*/ 5538350 w 6018714"/>
                <a:gd name="connsiteY37" fmla="*/ 4995133 h 6858000"/>
                <a:gd name="connsiteX38" fmla="*/ 5621702 w 6018714"/>
                <a:gd name="connsiteY38" fmla="*/ 4839205 h 6858000"/>
                <a:gd name="connsiteX39" fmla="*/ 5741275 w 6018714"/>
                <a:gd name="connsiteY39" fmla="*/ 4507728 h 6858000"/>
                <a:gd name="connsiteX40" fmla="*/ 5781714 w 6018714"/>
                <a:gd name="connsiteY40" fmla="*/ 4153681 h 6858000"/>
                <a:gd name="connsiteX41" fmla="*/ 5685706 w 6018714"/>
                <a:gd name="connsiteY41" fmla="*/ 3428918 h 6858000"/>
                <a:gd name="connsiteX42" fmla="*/ 5422122 w 6018714"/>
                <a:gd name="connsiteY42" fmla="*/ 2750328 h 6858000"/>
                <a:gd name="connsiteX43" fmla="*/ 5033730 w 6018714"/>
                <a:gd name="connsiteY43" fmla="*/ 2136204 h 6858000"/>
                <a:gd name="connsiteX44" fmla="*/ 4542784 w 6018714"/>
                <a:gd name="connsiteY44" fmla="*/ 1601886 h 6858000"/>
                <a:gd name="connsiteX45" fmla="*/ 2668605 w 6018714"/>
                <a:gd name="connsiteY45" fmla="*/ 539746 h 6858000"/>
                <a:gd name="connsiteX46" fmla="*/ 1965570 w 6018714"/>
                <a:gd name="connsiteY46" fmla="*/ 389865 h 6858000"/>
                <a:gd name="connsiteX47" fmla="*/ 1249006 w 6018714"/>
                <a:gd name="connsiteY47" fmla="*/ 363461 h 6858000"/>
                <a:gd name="connsiteX48" fmla="*/ 542188 w 6018714"/>
                <a:gd name="connsiteY48" fmla="*/ 465544 h 6858000"/>
                <a:gd name="connsiteX49" fmla="*/ 37349 w 6018714"/>
                <a:gd name="connsiteY49" fmla="*/ 636266 h 6858000"/>
                <a:gd name="connsiteX50" fmla="*/ 0 w 6018714"/>
                <a:gd name="connsiteY50" fmla="*/ 653785 h 6858000"/>
                <a:gd name="connsiteX51" fmla="*/ 0 w 6018714"/>
                <a:gd name="connsiteY51" fmla="*/ 255198 h 6858000"/>
                <a:gd name="connsiteX52" fmla="*/ 167136 w 6018714"/>
                <a:gd name="connsiteY52" fmla="*/ 188295 h 6858000"/>
                <a:gd name="connsiteX53" fmla="*/ 451417 w 6018714"/>
                <a:gd name="connsiteY53" fmla="*/ 101466 h 6858000"/>
                <a:gd name="connsiteX54" fmla="*/ 836914 w 6018714"/>
                <a:gd name="connsiteY54" fmla="*/ 2139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018714" h="685800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7370387-C8AA-4FC4-B636-C83BA7921D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8834"/>
              <a:ext cx="6015920" cy="6819166"/>
            </a:xfrm>
            <a:custGeom>
              <a:avLst/>
              <a:gdLst>
                <a:gd name="connsiteX0" fmla="*/ 0 w 6015920"/>
                <a:gd name="connsiteY0" fmla="*/ 6143989 h 6819166"/>
                <a:gd name="connsiteX1" fmla="*/ 134018 w 6015920"/>
                <a:gd name="connsiteY1" fmla="*/ 6248665 h 6819166"/>
                <a:gd name="connsiteX2" fmla="*/ 880799 w 6015920"/>
                <a:gd name="connsiteY2" fmla="*/ 6790482 h 6819166"/>
                <a:gd name="connsiteX3" fmla="*/ 929680 w 6015920"/>
                <a:gd name="connsiteY3" fmla="*/ 6819166 h 6819166"/>
                <a:gd name="connsiteX4" fmla="*/ 0 w 6015920"/>
                <a:gd name="connsiteY4" fmla="*/ 6819166 h 6819166"/>
                <a:gd name="connsiteX5" fmla="*/ 1408589 w 6015920"/>
                <a:gd name="connsiteY5" fmla="*/ 0 h 6819166"/>
                <a:gd name="connsiteX6" fmla="*/ 1409171 w 6015920"/>
                <a:gd name="connsiteY6" fmla="*/ 294 h 6819166"/>
                <a:gd name="connsiteX7" fmla="*/ 6015920 w 6015920"/>
                <a:gd name="connsiteY7" fmla="*/ 4129828 h 6819166"/>
                <a:gd name="connsiteX8" fmla="*/ 5101088 w 6015920"/>
                <a:gd name="connsiteY8" fmla="*/ 6096419 h 6819166"/>
                <a:gd name="connsiteX9" fmla="*/ 4546786 w 6015920"/>
                <a:gd name="connsiteY9" fmla="*/ 6797679 h 6819166"/>
                <a:gd name="connsiteX10" fmla="*/ 4525032 w 6015920"/>
                <a:gd name="connsiteY10" fmla="*/ 6819166 h 6819166"/>
                <a:gd name="connsiteX11" fmla="*/ 3362009 w 6015920"/>
                <a:gd name="connsiteY11" fmla="*/ 6819166 h 6819166"/>
                <a:gd name="connsiteX12" fmla="*/ 3559506 w 6015920"/>
                <a:gd name="connsiteY12" fmla="*/ 6694254 h 6819166"/>
                <a:gd name="connsiteX13" fmla="*/ 4499295 w 6015920"/>
                <a:gd name="connsiteY13" fmla="*/ 5685109 h 6819166"/>
                <a:gd name="connsiteX14" fmla="*/ 4763752 w 6015920"/>
                <a:gd name="connsiteY14" fmla="*/ 5310428 h 6819166"/>
                <a:gd name="connsiteX15" fmla="*/ 5288592 w 6015920"/>
                <a:gd name="connsiteY15" fmla="*/ 4129828 h 6819166"/>
                <a:gd name="connsiteX16" fmla="*/ 4971477 w 6015920"/>
                <a:gd name="connsiteY16" fmla="*/ 2858526 h 6819166"/>
                <a:gd name="connsiteX17" fmla="*/ 4096938 w 6015920"/>
                <a:gd name="connsiteY17" fmla="*/ 1766138 h 6819166"/>
                <a:gd name="connsiteX18" fmla="*/ 2832696 w 6015920"/>
                <a:gd name="connsiteY18" fmla="*/ 1008719 h 6819166"/>
                <a:gd name="connsiteX19" fmla="*/ 1409171 w 6015920"/>
                <a:gd name="connsiteY19" fmla="*/ 732948 h 6819166"/>
                <a:gd name="connsiteX20" fmla="*/ 189877 w 6015920"/>
                <a:gd name="connsiteY20" fmla="*/ 989377 h 6819166"/>
                <a:gd name="connsiteX21" fmla="*/ 0 w 6015920"/>
                <a:gd name="connsiteY21" fmla="*/ 1091881 h 6819166"/>
                <a:gd name="connsiteX22" fmla="*/ 0 w 6015920"/>
                <a:gd name="connsiteY22" fmla="*/ 273645 h 6819166"/>
                <a:gd name="connsiteX23" fmla="*/ 53152 w 6015920"/>
                <a:gd name="connsiteY23" fmla="*/ 250589 h 6819166"/>
                <a:gd name="connsiteX24" fmla="*/ 1408589 w 6015920"/>
                <a:gd name="connsiteY24" fmla="*/ 0 h 681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15920" h="6819166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E3C2B3B-4414-484B-8914-7CB18736F2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9880"/>
              <a:ext cx="5997097" cy="6768121"/>
            </a:xfrm>
            <a:custGeom>
              <a:avLst/>
              <a:gdLst>
                <a:gd name="connsiteX0" fmla="*/ 0 w 5997097"/>
                <a:gd name="connsiteY0" fmla="*/ 5929955 h 6768121"/>
                <a:gd name="connsiteX1" fmla="*/ 204947 w 5997097"/>
                <a:gd name="connsiteY1" fmla="*/ 6088753 h 6768121"/>
                <a:gd name="connsiteX2" fmla="*/ 1135927 w 5997097"/>
                <a:gd name="connsiteY2" fmla="*/ 6730112 h 6768121"/>
                <a:gd name="connsiteX3" fmla="*/ 1219620 w 5997097"/>
                <a:gd name="connsiteY3" fmla="*/ 6768121 h 6768121"/>
                <a:gd name="connsiteX4" fmla="*/ 0 w 5997097"/>
                <a:gd name="connsiteY4" fmla="*/ 6768121 h 6768121"/>
                <a:gd name="connsiteX5" fmla="*/ 1389767 w 5997097"/>
                <a:gd name="connsiteY5" fmla="*/ 0 h 6768121"/>
                <a:gd name="connsiteX6" fmla="*/ 1390348 w 5997097"/>
                <a:gd name="connsiteY6" fmla="*/ 292 h 6768121"/>
                <a:gd name="connsiteX7" fmla="*/ 5997097 w 5997097"/>
                <a:gd name="connsiteY7" fmla="*/ 4099802 h 6768121"/>
                <a:gd name="connsiteX8" fmla="*/ 5082265 w 5997097"/>
                <a:gd name="connsiteY8" fmla="*/ 6052096 h 6768121"/>
                <a:gd name="connsiteX9" fmla="*/ 4527964 w 5997097"/>
                <a:gd name="connsiteY9" fmla="*/ 6748257 h 6768121"/>
                <a:gd name="connsiteX10" fmla="*/ 4507706 w 5997097"/>
                <a:gd name="connsiteY10" fmla="*/ 6768121 h 6768121"/>
                <a:gd name="connsiteX11" fmla="*/ 3011909 w 5997097"/>
                <a:gd name="connsiteY11" fmla="*/ 6768121 h 6768121"/>
                <a:gd name="connsiteX12" fmla="*/ 3041514 w 5997097"/>
                <a:gd name="connsiteY12" fmla="*/ 6756841 h 6768121"/>
                <a:gd name="connsiteX13" fmla="*/ 3339587 w 5997097"/>
                <a:gd name="connsiteY13" fmla="*/ 6603120 h 6768121"/>
                <a:gd name="connsiteX14" fmla="*/ 4359591 w 5997097"/>
                <a:gd name="connsiteY14" fmla="*/ 5561878 h 6768121"/>
                <a:gd name="connsiteX15" fmla="*/ 4626956 w 5997097"/>
                <a:gd name="connsiteY15" fmla="*/ 5185850 h 6768121"/>
                <a:gd name="connsiteX16" fmla="*/ 5124303 w 5997097"/>
                <a:gd name="connsiteY16" fmla="*/ 4099802 h 6768121"/>
                <a:gd name="connsiteX17" fmla="*/ 4823481 w 5997097"/>
                <a:gd name="connsiteY17" fmla="*/ 2904512 h 6768121"/>
                <a:gd name="connsiteX18" fmla="*/ 3983561 w 5997097"/>
                <a:gd name="connsiteY18" fmla="*/ 1863706 h 6768121"/>
                <a:gd name="connsiteX19" fmla="*/ 2761651 w 5997097"/>
                <a:gd name="connsiteY19" fmla="*/ 1136378 h 6768121"/>
                <a:gd name="connsiteX20" fmla="*/ 1390348 w 5997097"/>
                <a:gd name="connsiteY20" fmla="*/ 873085 h 6768121"/>
                <a:gd name="connsiteX21" fmla="*/ 232295 w 5997097"/>
                <a:gd name="connsiteY21" fmla="*/ 1114121 h 6768121"/>
                <a:gd name="connsiteX22" fmla="*/ 0 w 5997097"/>
                <a:gd name="connsiteY22" fmla="*/ 1238681 h 6768121"/>
                <a:gd name="connsiteX23" fmla="*/ 0 w 5997097"/>
                <a:gd name="connsiteY23" fmla="*/ 263550 h 6768121"/>
                <a:gd name="connsiteX24" fmla="*/ 34329 w 5997097"/>
                <a:gd name="connsiteY24" fmla="*/ 248767 h 6768121"/>
                <a:gd name="connsiteX25" fmla="*/ 1389767 w 5997097"/>
                <a:gd name="connsiteY25" fmla="*/ 0 h 676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97097" h="6768121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4" name="Freeform: Shape 13">
              <a:extLst>
                <a:ext uri="{FF2B5EF4-FFF2-40B4-BE49-F238E27FC236}">
                  <a16:creationId xmlns:a16="http://schemas.microsoft.com/office/drawing/2014/main" id="{AFB69BCB-EE83-44E6-8C11-3344C73DF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423049" cy="6857275"/>
            </a:xfrm>
            <a:custGeom>
              <a:avLst/>
              <a:gdLst>
                <a:gd name="connsiteX0" fmla="*/ 3207935 w 6423049"/>
                <a:gd name="connsiteY0" fmla="*/ 0 h 6857275"/>
                <a:gd name="connsiteX1" fmla="*/ 6423049 w 6423049"/>
                <a:gd name="connsiteY1" fmla="*/ 0 h 6857275"/>
                <a:gd name="connsiteX2" fmla="*/ 6423049 w 6423049"/>
                <a:gd name="connsiteY2" fmla="*/ 6857275 h 6857275"/>
                <a:gd name="connsiteX3" fmla="*/ 5115455 w 6423049"/>
                <a:gd name="connsiteY3" fmla="*/ 6857275 h 6857275"/>
                <a:gd name="connsiteX4" fmla="*/ 5327016 w 6423049"/>
                <a:gd name="connsiteY4" fmla="*/ 6576778 h 6857275"/>
                <a:gd name="connsiteX5" fmla="*/ 6096492 w 6423049"/>
                <a:gd name="connsiteY5" fmla="*/ 4101445 h 6857275"/>
                <a:gd name="connsiteX6" fmla="*/ 3253269 w 6423049"/>
                <a:gd name="connsiteY6" fmla="*/ 15400 h 6857275"/>
                <a:gd name="connsiteX7" fmla="*/ 0 w 6423049"/>
                <a:gd name="connsiteY7" fmla="*/ 0 h 6857275"/>
                <a:gd name="connsiteX8" fmla="*/ 318887 w 6423049"/>
                <a:gd name="connsiteY8" fmla="*/ 0 h 6857275"/>
                <a:gd name="connsiteX9" fmla="*/ 273553 w 6423049"/>
                <a:gd name="connsiteY9" fmla="*/ 15400 h 6857275"/>
                <a:gd name="connsiteX10" fmla="*/ 76780 w 6423049"/>
                <a:gd name="connsiteY10" fmla="*/ 93287 h 6857275"/>
                <a:gd name="connsiteX11" fmla="*/ 0 w 6423049"/>
                <a:gd name="connsiteY11" fmla="*/ 128134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23049" h="6857275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98E9BA58-2C07-4CA1-99C2-7738FBA37E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158587" cy="6857275"/>
            </a:xfrm>
            <a:custGeom>
              <a:avLst/>
              <a:gdLst>
                <a:gd name="connsiteX0" fmla="*/ 233278 w 6158587"/>
                <a:gd name="connsiteY0" fmla="*/ 0 h 6857275"/>
                <a:gd name="connsiteX1" fmla="*/ 3441063 w 6158587"/>
                <a:gd name="connsiteY1" fmla="*/ 0 h 6857275"/>
                <a:gd name="connsiteX2" fmla="*/ 3535825 w 6158587"/>
                <a:gd name="connsiteY2" fmla="*/ 38136 h 6857275"/>
                <a:gd name="connsiteX3" fmla="*/ 6158587 w 6158587"/>
                <a:gd name="connsiteY3" fmla="*/ 4076179 h 6857275"/>
                <a:gd name="connsiteX4" fmla="*/ 5573039 w 6158587"/>
                <a:gd name="connsiteY4" fmla="*/ 6283960 h 6857275"/>
                <a:gd name="connsiteX5" fmla="*/ 5222761 w 6158587"/>
                <a:gd name="connsiteY5" fmla="*/ 6804016 h 6857275"/>
                <a:gd name="connsiteX6" fmla="*/ 5179011 w 6158587"/>
                <a:gd name="connsiteY6" fmla="*/ 6857275 h 6857275"/>
                <a:gd name="connsiteX7" fmla="*/ 4477061 w 6158587"/>
                <a:gd name="connsiteY7" fmla="*/ 6857275 h 6857275"/>
                <a:gd name="connsiteX8" fmla="*/ 4532922 w 6158587"/>
                <a:gd name="connsiteY8" fmla="*/ 6798071 h 6857275"/>
                <a:gd name="connsiteX9" fmla="*/ 4660563 w 6158587"/>
                <a:gd name="connsiteY9" fmla="*/ 6651672 h 6857275"/>
                <a:gd name="connsiteX10" fmla="*/ 4772511 w 6158587"/>
                <a:gd name="connsiteY10" fmla="*/ 6513379 h 6857275"/>
                <a:gd name="connsiteX11" fmla="*/ 4781959 w 6158587"/>
                <a:gd name="connsiteY11" fmla="*/ 6501404 h 6857275"/>
                <a:gd name="connsiteX12" fmla="*/ 4800713 w 6158587"/>
                <a:gd name="connsiteY12" fmla="*/ 6476578 h 6857275"/>
                <a:gd name="connsiteX13" fmla="*/ 4897916 w 6158587"/>
                <a:gd name="connsiteY13" fmla="*/ 6345878 h 6857275"/>
                <a:gd name="connsiteX14" fmla="*/ 4953461 w 6158587"/>
                <a:gd name="connsiteY14" fmla="*/ 6268773 h 6857275"/>
                <a:gd name="connsiteX15" fmla="*/ 5015304 w 6158587"/>
                <a:gd name="connsiteY15" fmla="*/ 6182904 h 6857275"/>
                <a:gd name="connsiteX16" fmla="*/ 5136557 w 6158587"/>
                <a:gd name="connsiteY16" fmla="*/ 6021245 h 6857275"/>
                <a:gd name="connsiteX17" fmla="*/ 5232471 w 6158587"/>
                <a:gd name="connsiteY17" fmla="*/ 5895802 h 6857275"/>
                <a:gd name="connsiteX18" fmla="*/ 5377488 w 6158587"/>
                <a:gd name="connsiteY18" fmla="*/ 5704644 h 6857275"/>
                <a:gd name="connsiteX19" fmla="*/ 5492012 w 6158587"/>
                <a:gd name="connsiteY19" fmla="*/ 5545320 h 6857275"/>
                <a:gd name="connsiteX20" fmla="*/ 5598378 w 6158587"/>
                <a:gd name="connsiteY20" fmla="*/ 5383077 h 6857275"/>
                <a:gd name="connsiteX21" fmla="*/ 5694293 w 6158587"/>
                <a:gd name="connsiteY21" fmla="*/ 5215869 h 6857275"/>
                <a:gd name="connsiteX22" fmla="*/ 5726646 w 6158587"/>
                <a:gd name="connsiteY22" fmla="*/ 5151759 h 6857275"/>
                <a:gd name="connsiteX23" fmla="*/ 5736953 w 6158587"/>
                <a:gd name="connsiteY23" fmla="*/ 5130730 h 6857275"/>
                <a:gd name="connsiteX24" fmla="*/ 5748406 w 6158587"/>
                <a:gd name="connsiteY24" fmla="*/ 5105613 h 6857275"/>
                <a:gd name="connsiteX25" fmla="*/ 5775318 w 6158587"/>
                <a:gd name="connsiteY25" fmla="*/ 5043695 h 6857275"/>
                <a:gd name="connsiteX26" fmla="*/ 5887267 w 6158587"/>
                <a:gd name="connsiteY26" fmla="*/ 4677444 h 6857275"/>
                <a:gd name="connsiteX27" fmla="*/ 5925776 w 6158587"/>
                <a:gd name="connsiteY27" fmla="*/ 4291476 h 6857275"/>
                <a:gd name="connsiteX28" fmla="*/ 5837592 w 6158587"/>
                <a:gd name="connsiteY28" fmla="*/ 3514285 h 6857275"/>
                <a:gd name="connsiteX29" fmla="*/ 5728651 w 6158587"/>
                <a:gd name="connsiteY29" fmla="*/ 3139270 h 6857275"/>
                <a:gd name="connsiteX30" fmla="*/ 5728651 w 6158587"/>
                <a:gd name="connsiteY30" fmla="*/ 3138540 h 6857275"/>
                <a:gd name="connsiteX31" fmla="*/ 5707749 w 6158587"/>
                <a:gd name="connsiteY31" fmla="*/ 3080127 h 6857275"/>
                <a:gd name="connsiteX32" fmla="*/ 5695151 w 6158587"/>
                <a:gd name="connsiteY32" fmla="*/ 3046393 h 6857275"/>
                <a:gd name="connsiteX33" fmla="*/ 5662512 w 6158587"/>
                <a:gd name="connsiteY33" fmla="*/ 2963300 h 6857275"/>
                <a:gd name="connsiteX34" fmla="*/ 5659648 w 6158587"/>
                <a:gd name="connsiteY34" fmla="*/ 2956436 h 6857275"/>
                <a:gd name="connsiteX35" fmla="*/ 5641039 w 6158587"/>
                <a:gd name="connsiteY35" fmla="*/ 2911751 h 6857275"/>
                <a:gd name="connsiteX36" fmla="*/ 5621283 w 6158587"/>
                <a:gd name="connsiteY36" fmla="*/ 2867941 h 6857275"/>
                <a:gd name="connsiteX37" fmla="*/ 5581056 w 6158587"/>
                <a:gd name="connsiteY37" fmla="*/ 2780320 h 6857275"/>
                <a:gd name="connsiteX38" fmla="*/ 5397674 w 6158587"/>
                <a:gd name="connsiteY38" fmla="*/ 2438163 h 6857275"/>
                <a:gd name="connsiteX39" fmla="*/ 5182080 w 6158587"/>
                <a:gd name="connsiteY39" fmla="*/ 2116889 h 6857275"/>
                <a:gd name="connsiteX40" fmla="*/ 4676024 w 6158587"/>
                <a:gd name="connsiteY40" fmla="*/ 1540786 h 6857275"/>
                <a:gd name="connsiteX41" fmla="*/ 4391860 w 6158587"/>
                <a:gd name="connsiteY41" fmla="*/ 1286395 h 6857275"/>
                <a:gd name="connsiteX42" fmla="*/ 4318851 w 6158587"/>
                <a:gd name="connsiteY42" fmla="*/ 1226959 h 6857275"/>
                <a:gd name="connsiteX43" fmla="*/ 4306254 w 6158587"/>
                <a:gd name="connsiteY43" fmla="*/ 1216883 h 6857275"/>
                <a:gd name="connsiteX44" fmla="*/ 4244123 w 6158587"/>
                <a:gd name="connsiteY44" fmla="*/ 1168254 h 6857275"/>
                <a:gd name="connsiteX45" fmla="*/ 4092378 w 6158587"/>
                <a:gd name="connsiteY45" fmla="*/ 1055078 h 6857275"/>
                <a:gd name="connsiteX46" fmla="*/ 3449179 w 6158587"/>
                <a:gd name="connsiteY46" fmla="*/ 660348 h 6857275"/>
                <a:gd name="connsiteX47" fmla="*/ 3110758 w 6158587"/>
                <a:gd name="connsiteY47" fmla="*/ 500442 h 6857275"/>
                <a:gd name="connsiteX48" fmla="*/ 2762316 w 6158587"/>
                <a:gd name="connsiteY48" fmla="*/ 368135 h 6857275"/>
                <a:gd name="connsiteX49" fmla="*/ 2404426 w 6158587"/>
                <a:gd name="connsiteY49" fmla="*/ 264452 h 6857275"/>
                <a:gd name="connsiteX50" fmla="*/ 2040668 w 6158587"/>
                <a:gd name="connsiteY50" fmla="*/ 191435 h 6857275"/>
                <a:gd name="connsiteX51" fmla="*/ 1461459 w 6158587"/>
                <a:gd name="connsiteY51" fmla="*/ 147625 h 6857275"/>
                <a:gd name="connsiteX52" fmla="*/ 1300837 w 6158587"/>
                <a:gd name="connsiteY52" fmla="*/ 150983 h 6857275"/>
                <a:gd name="connsiteX53" fmla="*/ 932928 w 6158587"/>
                <a:gd name="connsiteY53" fmla="*/ 183842 h 6857275"/>
                <a:gd name="connsiteX54" fmla="*/ 568022 w 6158587"/>
                <a:gd name="connsiteY54" fmla="*/ 256858 h 6857275"/>
                <a:gd name="connsiteX55" fmla="*/ 39597 w 6158587"/>
                <a:gd name="connsiteY55" fmla="*/ 447169 h 6857275"/>
                <a:gd name="connsiteX56" fmla="*/ 0 w 6158587"/>
                <a:gd name="connsiteY56" fmla="*/ 467328 h 6857275"/>
                <a:gd name="connsiteX57" fmla="*/ 0 w 6158587"/>
                <a:gd name="connsiteY57" fmla="*/ 112255 h 6857275"/>
                <a:gd name="connsiteX58" fmla="*/ 79310 w 6158587"/>
                <a:gd name="connsiteY58" fmla="*/ 70390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158587" h="6857275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GSCALE full form and date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EC62E8-F0EB-0BD9-2B59-1AA3588B6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12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20ECE07-CE90-FEA2-59C0-9F6B1480E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0566" y="44352"/>
            <a:ext cx="6593538" cy="740238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Concept and Definition for (LO-2) </a:t>
            </a:r>
            <a:endParaRPr lang="en-I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08" y="167321"/>
            <a:ext cx="3795634" cy="740238"/>
          </a:xfrm>
          <a:prstGeom prst="rect">
            <a:avLst/>
          </a:prstGeom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F0B8683A-49DA-73E8-6992-C0F337CF02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818" y="808211"/>
            <a:ext cx="1143848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One-way threaded Binary trees: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one-way threaded binary trees, a thread will appear either in the right or left link field of a node. If it appears in the right link field of a node then it will point to the next node that will appear on performing in order traversal. Such trees are called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Right threaded binary trees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If thread appears in the left field of a node then it will point to the nodes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inorder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predecessor. Such trees are called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Left threaded binary trees.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Left threaded binary trees are used less often as they don't yield the last advantages of right threaded binary trees. In one-way threaded binary trees, the right link field of last node and left link field of first node contains a NULL. In order to distinguish threads from normal links they are represented by dotted lines.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49" name="Picture 5" descr="Threaded Binary Tree">
            <a:extLst>
              <a:ext uri="{FF2B5EF4-FFF2-40B4-BE49-F238E27FC236}">
                <a16:creationId xmlns:a16="http://schemas.microsoft.com/office/drawing/2014/main" id="{645FB40E-9804-D6A2-105F-BEBFEB78B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550" y="3141538"/>
            <a:ext cx="8336987" cy="2908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67146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00B40-3B6A-28C5-BD87-111A86792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DC41DD8-26C5-F5DD-4EAC-CA7974F60F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1E4961E-27BF-7AE9-CF85-D7D0D0A01F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E85AE5D-DCE0-A60E-65FE-FB4EDE60CA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018714" cy="6858000"/>
            </a:xfrm>
            <a:custGeom>
              <a:avLst/>
              <a:gdLst>
                <a:gd name="connsiteX0" fmla="*/ 0 w 6018714"/>
                <a:gd name="connsiteY0" fmla="*/ 6499477 h 6858000"/>
                <a:gd name="connsiteX1" fmla="*/ 248639 w 6018714"/>
                <a:gd name="connsiteY1" fmla="*/ 6701197 h 6858000"/>
                <a:gd name="connsiteX2" fmla="*/ 392359 w 6018714"/>
                <a:gd name="connsiteY2" fmla="*/ 6814935 h 6858000"/>
                <a:gd name="connsiteX3" fmla="*/ 448656 w 6018714"/>
                <a:gd name="connsiteY3" fmla="*/ 6858000 h 6858000"/>
                <a:gd name="connsiteX4" fmla="*/ 0 w 6018714"/>
                <a:gd name="connsiteY4" fmla="*/ 6858000 h 6858000"/>
                <a:gd name="connsiteX5" fmla="*/ 998246 w 6018714"/>
                <a:gd name="connsiteY5" fmla="*/ 0 h 6858000"/>
                <a:gd name="connsiteX6" fmla="*/ 1984114 w 6018714"/>
                <a:gd name="connsiteY6" fmla="*/ 0 h 6858000"/>
                <a:gd name="connsiteX7" fmla="*/ 2011390 w 6018714"/>
                <a:gd name="connsiteY7" fmla="*/ 2333 h 6858000"/>
                <a:gd name="connsiteX8" fmla="*/ 4182319 w 6018714"/>
                <a:gd name="connsiteY8" fmla="*/ 838030 h 6858000"/>
                <a:gd name="connsiteX9" fmla="*/ 4785565 w 6018714"/>
                <a:gd name="connsiteY9" fmla="*/ 1338564 h 6858000"/>
                <a:gd name="connsiteX10" fmla="*/ 5695308 w 6018714"/>
                <a:gd name="connsiteY10" fmla="*/ 2616232 h 6858000"/>
                <a:gd name="connsiteX11" fmla="*/ 5937944 w 6018714"/>
                <a:gd name="connsiteY11" fmla="*/ 3368583 h 6858000"/>
                <a:gd name="connsiteX12" fmla="*/ 6018677 w 6018714"/>
                <a:gd name="connsiteY12" fmla="*/ 4153681 h 6858000"/>
                <a:gd name="connsiteX13" fmla="*/ 5990165 w 6018714"/>
                <a:gd name="connsiteY13" fmla="*/ 4557147 h 6858000"/>
                <a:gd name="connsiteX14" fmla="*/ 5982312 w 6018714"/>
                <a:gd name="connsiteY14" fmla="*/ 4607451 h 6858000"/>
                <a:gd name="connsiteX15" fmla="*/ 5972856 w 6018714"/>
                <a:gd name="connsiteY15" fmla="*/ 4657609 h 6858000"/>
                <a:gd name="connsiteX16" fmla="*/ 5951328 w 6018714"/>
                <a:gd name="connsiteY16" fmla="*/ 4757628 h 6858000"/>
                <a:gd name="connsiteX17" fmla="*/ 5893141 w 6018714"/>
                <a:gd name="connsiteY17" fmla="*/ 4953827 h 6858000"/>
                <a:gd name="connsiteX18" fmla="*/ 5817644 w 6018714"/>
                <a:gd name="connsiteY18" fmla="*/ 5141915 h 6858000"/>
                <a:gd name="connsiteX19" fmla="*/ 5728909 w 6018714"/>
                <a:gd name="connsiteY19" fmla="*/ 5322626 h 6858000"/>
                <a:gd name="connsiteX20" fmla="*/ 5532095 w 6018714"/>
                <a:gd name="connsiteY20" fmla="*/ 5663839 h 6858000"/>
                <a:gd name="connsiteX21" fmla="*/ 5330043 w 6018714"/>
                <a:gd name="connsiteY21" fmla="*/ 5988236 h 6858000"/>
                <a:gd name="connsiteX22" fmla="*/ 5232580 w 6018714"/>
                <a:gd name="connsiteY22" fmla="*/ 6146081 h 6858000"/>
                <a:gd name="connsiteX23" fmla="*/ 5183269 w 6018714"/>
                <a:gd name="connsiteY23" fmla="*/ 6227660 h 6858000"/>
                <a:gd name="connsiteX24" fmla="*/ 5131628 w 6018714"/>
                <a:gd name="connsiteY24" fmla="*/ 6311451 h 6858000"/>
                <a:gd name="connsiteX25" fmla="*/ 4910811 w 6018714"/>
                <a:gd name="connsiteY25" fmla="*/ 6641009 h 6858000"/>
                <a:gd name="connsiteX26" fmla="*/ 4788885 w 6018714"/>
                <a:gd name="connsiteY26" fmla="*/ 6800448 h 6858000"/>
                <a:gd name="connsiteX27" fmla="*/ 4739213 w 6018714"/>
                <a:gd name="connsiteY27" fmla="*/ 6858000 h 6858000"/>
                <a:gd name="connsiteX28" fmla="*/ 3950454 w 6018714"/>
                <a:gd name="connsiteY28" fmla="*/ 6858000 h 6858000"/>
                <a:gd name="connsiteX29" fmla="*/ 4012997 w 6018714"/>
                <a:gd name="connsiteY29" fmla="*/ 6806378 h 6858000"/>
                <a:gd name="connsiteX30" fmla="*/ 4268871 w 6018714"/>
                <a:gd name="connsiteY30" fmla="*/ 6566512 h 6858000"/>
                <a:gd name="connsiteX31" fmla="*/ 4750072 w 6018714"/>
                <a:gd name="connsiteY31" fmla="*/ 6033375 h 6858000"/>
                <a:gd name="connsiteX32" fmla="*/ 4806075 w 6018714"/>
                <a:gd name="connsiteY32" fmla="*/ 5961092 h 6858000"/>
                <a:gd name="connsiteX33" fmla="*/ 4863244 w 6018714"/>
                <a:gd name="connsiteY33" fmla="*/ 5885856 h 6858000"/>
                <a:gd name="connsiteX34" fmla="*/ 4982235 w 6018714"/>
                <a:gd name="connsiteY34" fmla="*/ 5732288 h 6858000"/>
                <a:gd name="connsiteX35" fmla="*/ 5221526 w 6018714"/>
                <a:gd name="connsiteY35" fmla="*/ 5438135 h 6858000"/>
                <a:gd name="connsiteX36" fmla="*/ 5442633 w 6018714"/>
                <a:gd name="connsiteY36" fmla="*/ 5146193 h 6858000"/>
                <a:gd name="connsiteX37" fmla="*/ 5538350 w 6018714"/>
                <a:gd name="connsiteY37" fmla="*/ 4995133 h 6858000"/>
                <a:gd name="connsiteX38" fmla="*/ 5621702 w 6018714"/>
                <a:gd name="connsiteY38" fmla="*/ 4839205 h 6858000"/>
                <a:gd name="connsiteX39" fmla="*/ 5741275 w 6018714"/>
                <a:gd name="connsiteY39" fmla="*/ 4507728 h 6858000"/>
                <a:gd name="connsiteX40" fmla="*/ 5781714 w 6018714"/>
                <a:gd name="connsiteY40" fmla="*/ 4153681 h 6858000"/>
                <a:gd name="connsiteX41" fmla="*/ 5685706 w 6018714"/>
                <a:gd name="connsiteY41" fmla="*/ 3428918 h 6858000"/>
                <a:gd name="connsiteX42" fmla="*/ 5422122 w 6018714"/>
                <a:gd name="connsiteY42" fmla="*/ 2750328 h 6858000"/>
                <a:gd name="connsiteX43" fmla="*/ 5033730 w 6018714"/>
                <a:gd name="connsiteY43" fmla="*/ 2136204 h 6858000"/>
                <a:gd name="connsiteX44" fmla="*/ 4542784 w 6018714"/>
                <a:gd name="connsiteY44" fmla="*/ 1601886 h 6858000"/>
                <a:gd name="connsiteX45" fmla="*/ 2668605 w 6018714"/>
                <a:gd name="connsiteY45" fmla="*/ 539746 h 6858000"/>
                <a:gd name="connsiteX46" fmla="*/ 1965570 w 6018714"/>
                <a:gd name="connsiteY46" fmla="*/ 389865 h 6858000"/>
                <a:gd name="connsiteX47" fmla="*/ 1249006 w 6018714"/>
                <a:gd name="connsiteY47" fmla="*/ 363461 h 6858000"/>
                <a:gd name="connsiteX48" fmla="*/ 542188 w 6018714"/>
                <a:gd name="connsiteY48" fmla="*/ 465544 h 6858000"/>
                <a:gd name="connsiteX49" fmla="*/ 37349 w 6018714"/>
                <a:gd name="connsiteY49" fmla="*/ 636266 h 6858000"/>
                <a:gd name="connsiteX50" fmla="*/ 0 w 6018714"/>
                <a:gd name="connsiteY50" fmla="*/ 653785 h 6858000"/>
                <a:gd name="connsiteX51" fmla="*/ 0 w 6018714"/>
                <a:gd name="connsiteY51" fmla="*/ 255198 h 6858000"/>
                <a:gd name="connsiteX52" fmla="*/ 167136 w 6018714"/>
                <a:gd name="connsiteY52" fmla="*/ 188295 h 6858000"/>
                <a:gd name="connsiteX53" fmla="*/ 451417 w 6018714"/>
                <a:gd name="connsiteY53" fmla="*/ 101466 h 6858000"/>
                <a:gd name="connsiteX54" fmla="*/ 836914 w 6018714"/>
                <a:gd name="connsiteY54" fmla="*/ 2139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018714" h="685800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83539350-981D-CE73-69EE-1CF82FC363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8834"/>
              <a:ext cx="6015920" cy="6819166"/>
            </a:xfrm>
            <a:custGeom>
              <a:avLst/>
              <a:gdLst>
                <a:gd name="connsiteX0" fmla="*/ 0 w 6015920"/>
                <a:gd name="connsiteY0" fmla="*/ 6143989 h 6819166"/>
                <a:gd name="connsiteX1" fmla="*/ 134018 w 6015920"/>
                <a:gd name="connsiteY1" fmla="*/ 6248665 h 6819166"/>
                <a:gd name="connsiteX2" fmla="*/ 880799 w 6015920"/>
                <a:gd name="connsiteY2" fmla="*/ 6790482 h 6819166"/>
                <a:gd name="connsiteX3" fmla="*/ 929680 w 6015920"/>
                <a:gd name="connsiteY3" fmla="*/ 6819166 h 6819166"/>
                <a:gd name="connsiteX4" fmla="*/ 0 w 6015920"/>
                <a:gd name="connsiteY4" fmla="*/ 6819166 h 6819166"/>
                <a:gd name="connsiteX5" fmla="*/ 1408589 w 6015920"/>
                <a:gd name="connsiteY5" fmla="*/ 0 h 6819166"/>
                <a:gd name="connsiteX6" fmla="*/ 1409171 w 6015920"/>
                <a:gd name="connsiteY6" fmla="*/ 294 h 6819166"/>
                <a:gd name="connsiteX7" fmla="*/ 6015920 w 6015920"/>
                <a:gd name="connsiteY7" fmla="*/ 4129828 h 6819166"/>
                <a:gd name="connsiteX8" fmla="*/ 5101088 w 6015920"/>
                <a:gd name="connsiteY8" fmla="*/ 6096419 h 6819166"/>
                <a:gd name="connsiteX9" fmla="*/ 4546786 w 6015920"/>
                <a:gd name="connsiteY9" fmla="*/ 6797679 h 6819166"/>
                <a:gd name="connsiteX10" fmla="*/ 4525032 w 6015920"/>
                <a:gd name="connsiteY10" fmla="*/ 6819166 h 6819166"/>
                <a:gd name="connsiteX11" fmla="*/ 3362009 w 6015920"/>
                <a:gd name="connsiteY11" fmla="*/ 6819166 h 6819166"/>
                <a:gd name="connsiteX12" fmla="*/ 3559506 w 6015920"/>
                <a:gd name="connsiteY12" fmla="*/ 6694254 h 6819166"/>
                <a:gd name="connsiteX13" fmla="*/ 4499295 w 6015920"/>
                <a:gd name="connsiteY13" fmla="*/ 5685109 h 6819166"/>
                <a:gd name="connsiteX14" fmla="*/ 4763752 w 6015920"/>
                <a:gd name="connsiteY14" fmla="*/ 5310428 h 6819166"/>
                <a:gd name="connsiteX15" fmla="*/ 5288592 w 6015920"/>
                <a:gd name="connsiteY15" fmla="*/ 4129828 h 6819166"/>
                <a:gd name="connsiteX16" fmla="*/ 4971477 w 6015920"/>
                <a:gd name="connsiteY16" fmla="*/ 2858526 h 6819166"/>
                <a:gd name="connsiteX17" fmla="*/ 4096938 w 6015920"/>
                <a:gd name="connsiteY17" fmla="*/ 1766138 h 6819166"/>
                <a:gd name="connsiteX18" fmla="*/ 2832696 w 6015920"/>
                <a:gd name="connsiteY18" fmla="*/ 1008719 h 6819166"/>
                <a:gd name="connsiteX19" fmla="*/ 1409171 w 6015920"/>
                <a:gd name="connsiteY19" fmla="*/ 732948 h 6819166"/>
                <a:gd name="connsiteX20" fmla="*/ 189877 w 6015920"/>
                <a:gd name="connsiteY20" fmla="*/ 989377 h 6819166"/>
                <a:gd name="connsiteX21" fmla="*/ 0 w 6015920"/>
                <a:gd name="connsiteY21" fmla="*/ 1091881 h 6819166"/>
                <a:gd name="connsiteX22" fmla="*/ 0 w 6015920"/>
                <a:gd name="connsiteY22" fmla="*/ 273645 h 6819166"/>
                <a:gd name="connsiteX23" fmla="*/ 53152 w 6015920"/>
                <a:gd name="connsiteY23" fmla="*/ 250589 h 6819166"/>
                <a:gd name="connsiteX24" fmla="*/ 1408589 w 6015920"/>
                <a:gd name="connsiteY24" fmla="*/ 0 h 681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15920" h="6819166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2DDE9BD-A1C3-2BA2-9AA4-4D097044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9880"/>
              <a:ext cx="5997097" cy="6768121"/>
            </a:xfrm>
            <a:custGeom>
              <a:avLst/>
              <a:gdLst>
                <a:gd name="connsiteX0" fmla="*/ 0 w 5997097"/>
                <a:gd name="connsiteY0" fmla="*/ 5929955 h 6768121"/>
                <a:gd name="connsiteX1" fmla="*/ 204947 w 5997097"/>
                <a:gd name="connsiteY1" fmla="*/ 6088753 h 6768121"/>
                <a:gd name="connsiteX2" fmla="*/ 1135927 w 5997097"/>
                <a:gd name="connsiteY2" fmla="*/ 6730112 h 6768121"/>
                <a:gd name="connsiteX3" fmla="*/ 1219620 w 5997097"/>
                <a:gd name="connsiteY3" fmla="*/ 6768121 h 6768121"/>
                <a:gd name="connsiteX4" fmla="*/ 0 w 5997097"/>
                <a:gd name="connsiteY4" fmla="*/ 6768121 h 6768121"/>
                <a:gd name="connsiteX5" fmla="*/ 1389767 w 5997097"/>
                <a:gd name="connsiteY5" fmla="*/ 0 h 6768121"/>
                <a:gd name="connsiteX6" fmla="*/ 1390348 w 5997097"/>
                <a:gd name="connsiteY6" fmla="*/ 292 h 6768121"/>
                <a:gd name="connsiteX7" fmla="*/ 5997097 w 5997097"/>
                <a:gd name="connsiteY7" fmla="*/ 4099802 h 6768121"/>
                <a:gd name="connsiteX8" fmla="*/ 5082265 w 5997097"/>
                <a:gd name="connsiteY8" fmla="*/ 6052096 h 6768121"/>
                <a:gd name="connsiteX9" fmla="*/ 4527964 w 5997097"/>
                <a:gd name="connsiteY9" fmla="*/ 6748257 h 6768121"/>
                <a:gd name="connsiteX10" fmla="*/ 4507706 w 5997097"/>
                <a:gd name="connsiteY10" fmla="*/ 6768121 h 6768121"/>
                <a:gd name="connsiteX11" fmla="*/ 3011909 w 5997097"/>
                <a:gd name="connsiteY11" fmla="*/ 6768121 h 6768121"/>
                <a:gd name="connsiteX12" fmla="*/ 3041514 w 5997097"/>
                <a:gd name="connsiteY12" fmla="*/ 6756841 h 6768121"/>
                <a:gd name="connsiteX13" fmla="*/ 3339587 w 5997097"/>
                <a:gd name="connsiteY13" fmla="*/ 6603120 h 6768121"/>
                <a:gd name="connsiteX14" fmla="*/ 4359591 w 5997097"/>
                <a:gd name="connsiteY14" fmla="*/ 5561878 h 6768121"/>
                <a:gd name="connsiteX15" fmla="*/ 4626956 w 5997097"/>
                <a:gd name="connsiteY15" fmla="*/ 5185850 h 6768121"/>
                <a:gd name="connsiteX16" fmla="*/ 5124303 w 5997097"/>
                <a:gd name="connsiteY16" fmla="*/ 4099802 h 6768121"/>
                <a:gd name="connsiteX17" fmla="*/ 4823481 w 5997097"/>
                <a:gd name="connsiteY17" fmla="*/ 2904512 h 6768121"/>
                <a:gd name="connsiteX18" fmla="*/ 3983561 w 5997097"/>
                <a:gd name="connsiteY18" fmla="*/ 1863706 h 6768121"/>
                <a:gd name="connsiteX19" fmla="*/ 2761651 w 5997097"/>
                <a:gd name="connsiteY19" fmla="*/ 1136378 h 6768121"/>
                <a:gd name="connsiteX20" fmla="*/ 1390348 w 5997097"/>
                <a:gd name="connsiteY20" fmla="*/ 873085 h 6768121"/>
                <a:gd name="connsiteX21" fmla="*/ 232295 w 5997097"/>
                <a:gd name="connsiteY21" fmla="*/ 1114121 h 6768121"/>
                <a:gd name="connsiteX22" fmla="*/ 0 w 5997097"/>
                <a:gd name="connsiteY22" fmla="*/ 1238681 h 6768121"/>
                <a:gd name="connsiteX23" fmla="*/ 0 w 5997097"/>
                <a:gd name="connsiteY23" fmla="*/ 263550 h 6768121"/>
                <a:gd name="connsiteX24" fmla="*/ 34329 w 5997097"/>
                <a:gd name="connsiteY24" fmla="*/ 248767 h 6768121"/>
                <a:gd name="connsiteX25" fmla="*/ 1389767 w 5997097"/>
                <a:gd name="connsiteY25" fmla="*/ 0 h 676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97097" h="6768121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4" name="Freeform: Shape 13">
              <a:extLst>
                <a:ext uri="{FF2B5EF4-FFF2-40B4-BE49-F238E27FC236}">
                  <a16:creationId xmlns:a16="http://schemas.microsoft.com/office/drawing/2014/main" id="{90CD908D-EC94-DA57-1D5F-BA3E2CF25A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423049" cy="6857275"/>
            </a:xfrm>
            <a:custGeom>
              <a:avLst/>
              <a:gdLst>
                <a:gd name="connsiteX0" fmla="*/ 3207935 w 6423049"/>
                <a:gd name="connsiteY0" fmla="*/ 0 h 6857275"/>
                <a:gd name="connsiteX1" fmla="*/ 6423049 w 6423049"/>
                <a:gd name="connsiteY1" fmla="*/ 0 h 6857275"/>
                <a:gd name="connsiteX2" fmla="*/ 6423049 w 6423049"/>
                <a:gd name="connsiteY2" fmla="*/ 6857275 h 6857275"/>
                <a:gd name="connsiteX3" fmla="*/ 5115455 w 6423049"/>
                <a:gd name="connsiteY3" fmla="*/ 6857275 h 6857275"/>
                <a:gd name="connsiteX4" fmla="*/ 5327016 w 6423049"/>
                <a:gd name="connsiteY4" fmla="*/ 6576778 h 6857275"/>
                <a:gd name="connsiteX5" fmla="*/ 6096492 w 6423049"/>
                <a:gd name="connsiteY5" fmla="*/ 4101445 h 6857275"/>
                <a:gd name="connsiteX6" fmla="*/ 3253269 w 6423049"/>
                <a:gd name="connsiteY6" fmla="*/ 15400 h 6857275"/>
                <a:gd name="connsiteX7" fmla="*/ 0 w 6423049"/>
                <a:gd name="connsiteY7" fmla="*/ 0 h 6857275"/>
                <a:gd name="connsiteX8" fmla="*/ 318887 w 6423049"/>
                <a:gd name="connsiteY8" fmla="*/ 0 h 6857275"/>
                <a:gd name="connsiteX9" fmla="*/ 273553 w 6423049"/>
                <a:gd name="connsiteY9" fmla="*/ 15400 h 6857275"/>
                <a:gd name="connsiteX10" fmla="*/ 76780 w 6423049"/>
                <a:gd name="connsiteY10" fmla="*/ 93287 h 6857275"/>
                <a:gd name="connsiteX11" fmla="*/ 0 w 6423049"/>
                <a:gd name="connsiteY11" fmla="*/ 128134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23049" h="6857275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D368ED93-E26F-2F8B-C5B7-665F366BC8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158587" cy="6857275"/>
            </a:xfrm>
            <a:custGeom>
              <a:avLst/>
              <a:gdLst>
                <a:gd name="connsiteX0" fmla="*/ 233278 w 6158587"/>
                <a:gd name="connsiteY0" fmla="*/ 0 h 6857275"/>
                <a:gd name="connsiteX1" fmla="*/ 3441063 w 6158587"/>
                <a:gd name="connsiteY1" fmla="*/ 0 h 6857275"/>
                <a:gd name="connsiteX2" fmla="*/ 3535825 w 6158587"/>
                <a:gd name="connsiteY2" fmla="*/ 38136 h 6857275"/>
                <a:gd name="connsiteX3" fmla="*/ 6158587 w 6158587"/>
                <a:gd name="connsiteY3" fmla="*/ 4076179 h 6857275"/>
                <a:gd name="connsiteX4" fmla="*/ 5573039 w 6158587"/>
                <a:gd name="connsiteY4" fmla="*/ 6283960 h 6857275"/>
                <a:gd name="connsiteX5" fmla="*/ 5222761 w 6158587"/>
                <a:gd name="connsiteY5" fmla="*/ 6804016 h 6857275"/>
                <a:gd name="connsiteX6" fmla="*/ 5179011 w 6158587"/>
                <a:gd name="connsiteY6" fmla="*/ 6857275 h 6857275"/>
                <a:gd name="connsiteX7" fmla="*/ 4477061 w 6158587"/>
                <a:gd name="connsiteY7" fmla="*/ 6857275 h 6857275"/>
                <a:gd name="connsiteX8" fmla="*/ 4532922 w 6158587"/>
                <a:gd name="connsiteY8" fmla="*/ 6798071 h 6857275"/>
                <a:gd name="connsiteX9" fmla="*/ 4660563 w 6158587"/>
                <a:gd name="connsiteY9" fmla="*/ 6651672 h 6857275"/>
                <a:gd name="connsiteX10" fmla="*/ 4772511 w 6158587"/>
                <a:gd name="connsiteY10" fmla="*/ 6513379 h 6857275"/>
                <a:gd name="connsiteX11" fmla="*/ 4781959 w 6158587"/>
                <a:gd name="connsiteY11" fmla="*/ 6501404 h 6857275"/>
                <a:gd name="connsiteX12" fmla="*/ 4800713 w 6158587"/>
                <a:gd name="connsiteY12" fmla="*/ 6476578 h 6857275"/>
                <a:gd name="connsiteX13" fmla="*/ 4897916 w 6158587"/>
                <a:gd name="connsiteY13" fmla="*/ 6345878 h 6857275"/>
                <a:gd name="connsiteX14" fmla="*/ 4953461 w 6158587"/>
                <a:gd name="connsiteY14" fmla="*/ 6268773 h 6857275"/>
                <a:gd name="connsiteX15" fmla="*/ 5015304 w 6158587"/>
                <a:gd name="connsiteY15" fmla="*/ 6182904 h 6857275"/>
                <a:gd name="connsiteX16" fmla="*/ 5136557 w 6158587"/>
                <a:gd name="connsiteY16" fmla="*/ 6021245 h 6857275"/>
                <a:gd name="connsiteX17" fmla="*/ 5232471 w 6158587"/>
                <a:gd name="connsiteY17" fmla="*/ 5895802 h 6857275"/>
                <a:gd name="connsiteX18" fmla="*/ 5377488 w 6158587"/>
                <a:gd name="connsiteY18" fmla="*/ 5704644 h 6857275"/>
                <a:gd name="connsiteX19" fmla="*/ 5492012 w 6158587"/>
                <a:gd name="connsiteY19" fmla="*/ 5545320 h 6857275"/>
                <a:gd name="connsiteX20" fmla="*/ 5598378 w 6158587"/>
                <a:gd name="connsiteY20" fmla="*/ 5383077 h 6857275"/>
                <a:gd name="connsiteX21" fmla="*/ 5694293 w 6158587"/>
                <a:gd name="connsiteY21" fmla="*/ 5215869 h 6857275"/>
                <a:gd name="connsiteX22" fmla="*/ 5726646 w 6158587"/>
                <a:gd name="connsiteY22" fmla="*/ 5151759 h 6857275"/>
                <a:gd name="connsiteX23" fmla="*/ 5736953 w 6158587"/>
                <a:gd name="connsiteY23" fmla="*/ 5130730 h 6857275"/>
                <a:gd name="connsiteX24" fmla="*/ 5748406 w 6158587"/>
                <a:gd name="connsiteY24" fmla="*/ 5105613 h 6857275"/>
                <a:gd name="connsiteX25" fmla="*/ 5775318 w 6158587"/>
                <a:gd name="connsiteY25" fmla="*/ 5043695 h 6857275"/>
                <a:gd name="connsiteX26" fmla="*/ 5887267 w 6158587"/>
                <a:gd name="connsiteY26" fmla="*/ 4677444 h 6857275"/>
                <a:gd name="connsiteX27" fmla="*/ 5925776 w 6158587"/>
                <a:gd name="connsiteY27" fmla="*/ 4291476 h 6857275"/>
                <a:gd name="connsiteX28" fmla="*/ 5837592 w 6158587"/>
                <a:gd name="connsiteY28" fmla="*/ 3514285 h 6857275"/>
                <a:gd name="connsiteX29" fmla="*/ 5728651 w 6158587"/>
                <a:gd name="connsiteY29" fmla="*/ 3139270 h 6857275"/>
                <a:gd name="connsiteX30" fmla="*/ 5728651 w 6158587"/>
                <a:gd name="connsiteY30" fmla="*/ 3138540 h 6857275"/>
                <a:gd name="connsiteX31" fmla="*/ 5707749 w 6158587"/>
                <a:gd name="connsiteY31" fmla="*/ 3080127 h 6857275"/>
                <a:gd name="connsiteX32" fmla="*/ 5695151 w 6158587"/>
                <a:gd name="connsiteY32" fmla="*/ 3046393 h 6857275"/>
                <a:gd name="connsiteX33" fmla="*/ 5662512 w 6158587"/>
                <a:gd name="connsiteY33" fmla="*/ 2963300 h 6857275"/>
                <a:gd name="connsiteX34" fmla="*/ 5659648 w 6158587"/>
                <a:gd name="connsiteY34" fmla="*/ 2956436 h 6857275"/>
                <a:gd name="connsiteX35" fmla="*/ 5641039 w 6158587"/>
                <a:gd name="connsiteY35" fmla="*/ 2911751 h 6857275"/>
                <a:gd name="connsiteX36" fmla="*/ 5621283 w 6158587"/>
                <a:gd name="connsiteY36" fmla="*/ 2867941 h 6857275"/>
                <a:gd name="connsiteX37" fmla="*/ 5581056 w 6158587"/>
                <a:gd name="connsiteY37" fmla="*/ 2780320 h 6857275"/>
                <a:gd name="connsiteX38" fmla="*/ 5397674 w 6158587"/>
                <a:gd name="connsiteY38" fmla="*/ 2438163 h 6857275"/>
                <a:gd name="connsiteX39" fmla="*/ 5182080 w 6158587"/>
                <a:gd name="connsiteY39" fmla="*/ 2116889 h 6857275"/>
                <a:gd name="connsiteX40" fmla="*/ 4676024 w 6158587"/>
                <a:gd name="connsiteY40" fmla="*/ 1540786 h 6857275"/>
                <a:gd name="connsiteX41" fmla="*/ 4391860 w 6158587"/>
                <a:gd name="connsiteY41" fmla="*/ 1286395 h 6857275"/>
                <a:gd name="connsiteX42" fmla="*/ 4318851 w 6158587"/>
                <a:gd name="connsiteY42" fmla="*/ 1226959 h 6857275"/>
                <a:gd name="connsiteX43" fmla="*/ 4306254 w 6158587"/>
                <a:gd name="connsiteY43" fmla="*/ 1216883 h 6857275"/>
                <a:gd name="connsiteX44" fmla="*/ 4244123 w 6158587"/>
                <a:gd name="connsiteY44" fmla="*/ 1168254 h 6857275"/>
                <a:gd name="connsiteX45" fmla="*/ 4092378 w 6158587"/>
                <a:gd name="connsiteY45" fmla="*/ 1055078 h 6857275"/>
                <a:gd name="connsiteX46" fmla="*/ 3449179 w 6158587"/>
                <a:gd name="connsiteY46" fmla="*/ 660348 h 6857275"/>
                <a:gd name="connsiteX47" fmla="*/ 3110758 w 6158587"/>
                <a:gd name="connsiteY47" fmla="*/ 500442 h 6857275"/>
                <a:gd name="connsiteX48" fmla="*/ 2762316 w 6158587"/>
                <a:gd name="connsiteY48" fmla="*/ 368135 h 6857275"/>
                <a:gd name="connsiteX49" fmla="*/ 2404426 w 6158587"/>
                <a:gd name="connsiteY49" fmla="*/ 264452 h 6857275"/>
                <a:gd name="connsiteX50" fmla="*/ 2040668 w 6158587"/>
                <a:gd name="connsiteY50" fmla="*/ 191435 h 6857275"/>
                <a:gd name="connsiteX51" fmla="*/ 1461459 w 6158587"/>
                <a:gd name="connsiteY51" fmla="*/ 147625 h 6857275"/>
                <a:gd name="connsiteX52" fmla="*/ 1300837 w 6158587"/>
                <a:gd name="connsiteY52" fmla="*/ 150983 h 6857275"/>
                <a:gd name="connsiteX53" fmla="*/ 932928 w 6158587"/>
                <a:gd name="connsiteY53" fmla="*/ 183842 h 6857275"/>
                <a:gd name="connsiteX54" fmla="*/ 568022 w 6158587"/>
                <a:gd name="connsiteY54" fmla="*/ 256858 h 6857275"/>
                <a:gd name="connsiteX55" fmla="*/ 39597 w 6158587"/>
                <a:gd name="connsiteY55" fmla="*/ 447169 h 6857275"/>
                <a:gd name="connsiteX56" fmla="*/ 0 w 6158587"/>
                <a:gd name="connsiteY56" fmla="*/ 467328 h 6857275"/>
                <a:gd name="connsiteX57" fmla="*/ 0 w 6158587"/>
                <a:gd name="connsiteY57" fmla="*/ 112255 h 6857275"/>
                <a:gd name="connsiteX58" fmla="*/ 79310 w 6158587"/>
                <a:gd name="connsiteY58" fmla="*/ 70390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158587" h="6857275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027CF9-1B46-C853-220C-206BFD988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GSCALE full form and date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2318C8-70BE-1400-5A8E-97C5B09C6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13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71DA5B2E-CCC0-4CE4-8DD1-DD05A655C5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A5CDE7AC-3360-44EE-F98D-B6CA4B37C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0566" y="44352"/>
            <a:ext cx="6593538" cy="740238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Concept and Definition for (LO-2) </a:t>
            </a:r>
            <a:endParaRPr lang="en-I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E9D4230-0C28-995D-ACE9-27F5F1C9B5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08" y="167321"/>
            <a:ext cx="3795634" cy="740238"/>
          </a:xfrm>
          <a:prstGeom prst="rect">
            <a:avLst/>
          </a:prstGeom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43167AFE-5B68-7199-DBD7-87C11F831C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818" y="808212"/>
            <a:ext cx="1143848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b="1" dirty="0"/>
              <a:t>Two-way threaded Binary Trees:</a:t>
            </a:r>
            <a:endParaRPr lang="en-IN" dirty="0"/>
          </a:p>
          <a:p>
            <a:r>
              <a:rPr lang="en-IN" dirty="0"/>
              <a:t>In two-way threaded Binary trees, the right link field of a node containing NULL values is replaced by a thread that points to nodes </a:t>
            </a:r>
            <a:r>
              <a:rPr lang="en-IN" dirty="0" err="1"/>
              <a:t>inorder</a:t>
            </a:r>
            <a:r>
              <a:rPr lang="en-IN" dirty="0"/>
              <a:t> successor and left field of a node containing NULL values is replaced by a thread that points to nodes </a:t>
            </a:r>
            <a:r>
              <a:rPr lang="en-IN" dirty="0" err="1"/>
              <a:t>inorder</a:t>
            </a:r>
            <a:r>
              <a:rPr lang="en-IN" dirty="0"/>
              <a:t> predecessor.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 descr="Threaded Binary Tree">
            <a:extLst>
              <a:ext uri="{FF2B5EF4-FFF2-40B4-BE49-F238E27FC236}">
                <a16:creationId xmlns:a16="http://schemas.microsoft.com/office/drawing/2014/main" id="{C4C08FBC-86B1-C3B7-DC0D-CBC7F41781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802" y="2326005"/>
            <a:ext cx="8707954" cy="335158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431514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331B9-F3F9-26D5-B281-A59EF4697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2B4079-C4CE-40DE-904D-1EA9C0391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29E80-CAEE-31A8-87CA-6EEFB4CE7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14</a:t>
            </a:fld>
            <a:endParaRPr lang="en-IN" dirty="0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B1787184-F0FC-A8C7-996F-EA20CC49C02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575F851-19E5-FBD0-1846-6919951959D8}"/>
              </a:ext>
            </a:extLst>
          </p:cNvPr>
          <p:cNvSpPr/>
          <p:nvPr/>
        </p:nvSpPr>
        <p:spPr>
          <a:xfrm>
            <a:off x="10608271" y="1095420"/>
            <a:ext cx="11753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[10-mins]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5E24C17-C81F-A97A-19B5-A9541EACEF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9D727C9-21D8-A2F6-0C13-8CDC4071179D}"/>
              </a:ext>
            </a:extLst>
          </p:cNvPr>
          <p:cNvSpPr txBox="1"/>
          <p:nvPr/>
        </p:nvSpPr>
        <p:spPr>
          <a:xfrm>
            <a:off x="1984076" y="760220"/>
            <a:ext cx="845776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200" b="1" dirty="0"/>
          </a:p>
          <a:p>
            <a:r>
              <a:rPr lang="en-US" sz="3200" b="1" dirty="0"/>
              <a:t>        Activity-2 (Think – Pair – Share)</a:t>
            </a:r>
          </a:p>
          <a:p>
            <a:endParaRPr lang="en-US" sz="3200" b="1" dirty="0"/>
          </a:p>
          <a:p>
            <a:r>
              <a:rPr lang="en-US" sz="3200" b="1" dirty="0"/>
              <a:t>Make Tow-Way Threaded Binary Tree</a:t>
            </a:r>
          </a:p>
          <a:p>
            <a:endParaRPr lang="en-US" sz="3200" b="1" dirty="0"/>
          </a:p>
        </p:txBody>
      </p:sp>
      <p:pic>
        <p:nvPicPr>
          <p:cNvPr id="3076" name="Picture 4" descr="Binary Tree">
            <a:extLst>
              <a:ext uri="{FF2B5EF4-FFF2-40B4-BE49-F238E27FC236}">
                <a16:creationId xmlns:a16="http://schemas.microsoft.com/office/drawing/2014/main" id="{F88FC891-B60C-CF98-D6D2-65A760DC9F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6368" y="2679429"/>
            <a:ext cx="5789224" cy="3859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86162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8519F1-0B89-4EB4-3D62-C751E0DF0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71400C-45D1-B069-5B91-210599751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15</a:t>
            </a:fld>
            <a:endParaRPr lang="en-IN"/>
          </a:p>
        </p:txBody>
      </p:sp>
      <p:pic>
        <p:nvPicPr>
          <p:cNvPr id="5" name="Picture 4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F48BF935-342D-FA5C-7B89-95045B1C25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648FC53-1451-ED3C-9DED-9CEC86030A58}"/>
              </a:ext>
            </a:extLst>
          </p:cNvPr>
          <p:cNvSpPr txBox="1"/>
          <p:nvPr/>
        </p:nvSpPr>
        <p:spPr>
          <a:xfrm>
            <a:off x="3169170" y="899733"/>
            <a:ext cx="60935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Assessment: </a:t>
            </a:r>
            <a:r>
              <a:rPr lang="en-IN" sz="3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WooFlash</a:t>
            </a:r>
            <a:r>
              <a:rPr lang="en-IN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Quiz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pic>
        <p:nvPicPr>
          <p:cNvPr id="7" name="Picture 6" descr="A screenshot of a qr code&#10;&#10;AI-generated content may be incorrect.">
            <a:extLst>
              <a:ext uri="{FF2B5EF4-FFF2-40B4-BE49-F238E27FC236}">
                <a16:creationId xmlns:a16="http://schemas.microsoft.com/office/drawing/2014/main" id="{98A237BB-0F09-E65B-4BF4-1AD0112D5A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4080" y="1777914"/>
            <a:ext cx="7487920" cy="3988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6710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16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79E5FE6-2AEA-FD10-96D6-84ECB84793BD}"/>
              </a:ext>
            </a:extLst>
          </p:cNvPr>
          <p:cNvSpPr txBox="1"/>
          <p:nvPr/>
        </p:nvSpPr>
        <p:spPr>
          <a:xfrm>
            <a:off x="980607" y="1051486"/>
            <a:ext cx="10373193" cy="1311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Summary</a:t>
            </a: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0671589" y="1051486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[1-mins]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B1EFF5B0-50D3-9B9E-0484-C6CB0120D3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932" y="1985507"/>
            <a:ext cx="11106461" cy="4370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Topic: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session covers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Deletion operation in Binary Search Tree (BST)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Threaded Binary Trees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BST Deletion Cases: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Node not found.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Node with 0 or 1 child.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Node with 2 children (replaced by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inorder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successor/predecessor).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Threaded Binary Tree Motivation: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linked binary trees, more than half of link fields are NULL → causes space wastage.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Origin: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Concept introduced by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Perlis and Thornton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a threaded binary tree, NULL links are replaced by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threads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pointing to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inorder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predecessor/successor.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Types of Threaded Binary Trees: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One-way threaded tree: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Either left or right null replaced by a thread.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Two-way threaded tree: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Both left and right nulls replaced by threads.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Right Threaded Trees: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Thread in right link points to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inorder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successor.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Left Threaded Trees: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Thread in left link points to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inorder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predecessor (less common).</a:t>
            </a:r>
          </a:p>
        </p:txBody>
      </p:sp>
    </p:spTree>
    <p:extLst>
      <p:ext uri="{BB962C8B-B14F-4D97-AF65-F5344CB8AC3E}">
        <p14:creationId xmlns:p14="http://schemas.microsoft.com/office/powerpoint/2010/main" val="7249981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892DE-94AF-4FA6-AC91-F6E133F13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7BDBE0-A5DB-2C0C-EAD8-679E08337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9BE280-9E74-593A-97BB-AA83D2BF7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6510230-8DD5-4BA5-AB2D-CA30FC08F9D7}" type="slidenum">
              <a:rPr lang="en-IN" smtClean="0"/>
              <a:pPr/>
              <a:t>17</a:t>
            </a:fld>
            <a:endParaRPr lang="en-IN"/>
          </a:p>
        </p:txBody>
      </p:sp>
      <p:pic>
        <p:nvPicPr>
          <p:cNvPr id="5" name="Picture 4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64C7D976-CEDB-D82A-7AEB-C4287BDEA64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BD196369-5E80-F50C-6B80-49FCB1043A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726" y="1065923"/>
            <a:ext cx="10724206" cy="4720670"/>
          </a:xfrm>
        </p:spPr>
        <p:txBody>
          <a:bodyPr/>
          <a:lstStyle/>
          <a:p>
            <a:pPr marL="0" indent="0" algn="just">
              <a:buNone/>
            </a:pPr>
            <a:r>
              <a:rPr lang="en-US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Ensure attainment of LO’s in alignment to the learning activities: </a:t>
            </a:r>
          </a:p>
          <a:p>
            <a:pPr marL="0" indent="0" algn="just">
              <a:buNone/>
            </a:pPr>
            <a:endParaRPr lang="en-US" sz="3200" b="1" u="sng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90A58D6-0AEC-35D7-0B18-4C3ABB1DFA36}"/>
              </a:ext>
            </a:extLst>
          </p:cNvPr>
          <p:cNvSpPr/>
          <p:nvPr/>
        </p:nvSpPr>
        <p:spPr>
          <a:xfrm>
            <a:off x="10671589" y="1065923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[2-mins]</a:t>
            </a:r>
          </a:p>
        </p:txBody>
      </p:sp>
      <p:graphicFrame>
        <p:nvGraphicFramePr>
          <p:cNvPr id="12" name="Title 1">
            <a:extLst>
              <a:ext uri="{FF2B5EF4-FFF2-40B4-BE49-F238E27FC236}">
                <a16:creationId xmlns:a16="http://schemas.microsoft.com/office/drawing/2014/main" id="{5072BE33-7B7A-7B46-8781-424CBA01187A}"/>
              </a:ext>
            </a:extLst>
          </p:cNvPr>
          <p:cNvGraphicFramePr/>
          <p:nvPr/>
        </p:nvGraphicFramePr>
        <p:xfrm>
          <a:off x="297092" y="22857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C9A45468-42E3-31D5-0DCF-A4828F31DA6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0199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B91CCA-1BE5-F500-6FE3-9286107B8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8DC841-660F-050E-F1D5-7EDF89E4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18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C48F32E8-1C2C-DDC5-5A63-CE0734EE2B2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0722885" y="1022415"/>
            <a:ext cx="9460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[1-min]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65002"/>
            <a:ext cx="3795634" cy="74023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52566" y="1697335"/>
            <a:ext cx="9906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Next Session:</a:t>
            </a:r>
            <a:endParaRPr lang="en-US" sz="3200" dirty="0"/>
          </a:p>
          <a:p>
            <a:r>
              <a:rPr lang="en-US" sz="3200" dirty="0"/>
              <a:t>Heaps and Heap Sort</a:t>
            </a:r>
            <a:endParaRPr 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18083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B91CCA-1BE5-F500-6FE3-9286107B8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8DC841-660F-050E-F1D5-7EDF89E4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19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C48F32E8-1C2C-DDC5-5A63-CE0734EE2B2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65002"/>
            <a:ext cx="3795634" cy="740238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E4F6F593-41A2-5797-581D-24AD95F1C7D0}"/>
              </a:ext>
            </a:extLst>
          </p:cNvPr>
          <p:cNvSpPr txBox="1">
            <a:spLocks/>
          </p:cNvSpPr>
          <p:nvPr/>
        </p:nvSpPr>
        <p:spPr>
          <a:xfrm>
            <a:off x="674913" y="1071593"/>
            <a:ext cx="4805996" cy="129711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solidFill>
                  <a:schemeClr val="tx2"/>
                </a:solidFill>
              </a:rPr>
              <a:t>Review and Reflection from students</a:t>
            </a:r>
          </a:p>
        </p:txBody>
      </p:sp>
    </p:spTree>
    <p:extLst>
      <p:ext uri="{BB962C8B-B14F-4D97-AF65-F5344CB8AC3E}">
        <p14:creationId xmlns:p14="http://schemas.microsoft.com/office/powerpoint/2010/main" val="335645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2930</TotalTime>
  <Words>1408</Words>
  <Application>Microsoft Office PowerPoint</Application>
  <PresentationFormat>Widescreen</PresentationFormat>
  <Paragraphs>197</Paragraphs>
  <Slides>19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Georgia</vt:lpstr>
      <vt:lpstr>Tahoma</vt:lpstr>
      <vt:lpstr>Times New Roman</vt:lpstr>
      <vt:lpstr>Office Theme</vt:lpstr>
      <vt:lpstr>  BST Operation:Deletion                  And Threaded Binary Trees   Session No.: 37 Course Name: Data Strucutres Course Code: R1UC308B   Instructor Name: Akhilesh Tripathi Duration: 50 mins Date of Conduction of Class: 10 Dec 2025</vt:lpstr>
      <vt:lpstr>PowerPoint Presentation</vt:lpstr>
      <vt:lpstr>PowerPoint Presentation</vt:lpstr>
      <vt:lpstr>PowerPoint Presentation</vt:lpstr>
      <vt:lpstr>Learning Outcomes</vt:lpstr>
      <vt:lpstr>PowerPoint Presentation</vt:lpstr>
      <vt:lpstr>PowerPoint Presentation</vt:lpstr>
      <vt:lpstr>Concept and Definition for (LO-1) </vt:lpstr>
      <vt:lpstr>Concept and Definition for (LO-1)  </vt:lpstr>
      <vt:lpstr>Concept and Definition for (LO-1) </vt:lpstr>
      <vt:lpstr>Concept and Definition for (LO-2)  </vt:lpstr>
      <vt:lpstr>Concept and Definition for (LO-2) </vt:lpstr>
      <vt:lpstr>Concept and Definition for (LO-2)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Equilibrium Index    Session No.: 2 Course Name: Advanced Algorithmic Problem Solving Course Code: R1UC601B   Instructor Name: Dr. Subhash chandra Gupta</dc:title>
  <dc:creator>Deepak Gupta</dc:creator>
  <cp:lastModifiedBy>akhilesh tripathi</cp:lastModifiedBy>
  <cp:revision>102</cp:revision>
  <dcterms:created xsi:type="dcterms:W3CDTF">2024-08-22T06:33:55Z</dcterms:created>
  <dcterms:modified xsi:type="dcterms:W3CDTF">2026-01-03T10:45:25Z</dcterms:modified>
</cp:coreProperties>
</file>