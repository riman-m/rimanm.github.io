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82" r:id="rId3"/>
    <p:sldId id="297" r:id="rId4"/>
    <p:sldId id="292" r:id="rId5"/>
    <p:sldId id="293" r:id="rId6"/>
    <p:sldId id="290" r:id="rId7"/>
    <p:sldId id="294" r:id="rId8"/>
    <p:sldId id="260" r:id="rId9"/>
    <p:sldId id="313" r:id="rId10"/>
    <p:sldId id="314" r:id="rId11"/>
    <p:sldId id="315" r:id="rId12"/>
    <p:sldId id="317" r:id="rId13"/>
    <p:sldId id="316" r:id="rId14"/>
    <p:sldId id="318" r:id="rId15"/>
    <p:sldId id="288" r:id="rId16"/>
    <p:sldId id="299" r:id="rId17"/>
    <p:sldId id="300" r:id="rId18"/>
    <p:sldId id="301" r:id="rId19"/>
    <p:sldId id="30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423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Anupam Kumar Sharma" userId="550e56936179f404" providerId="LiveId" clId="{A3230177-DABA-49D4-AB5C-04BB74AFD6EE}"/>
    <pc:docChg chg="modSld">
      <pc:chgData name="Dr. Anupam Kumar Sharma" userId="550e56936179f404" providerId="LiveId" clId="{A3230177-DABA-49D4-AB5C-04BB74AFD6EE}" dt="2025-02-08T06:24:43.247" v="62" actId="20577"/>
      <pc:docMkLst>
        <pc:docMk/>
      </pc:docMkLst>
      <pc:sldChg chg="modSp mod">
        <pc:chgData name="Dr. Anupam Kumar Sharma" userId="550e56936179f404" providerId="LiveId" clId="{A3230177-DABA-49D4-AB5C-04BB74AFD6EE}" dt="2025-02-08T06:23:49.386" v="0" actId="20577"/>
        <pc:sldMkLst>
          <pc:docMk/>
          <pc:sldMk cId="2766167463" sldId="262"/>
        </pc:sldMkLst>
        <pc:spChg chg="mod">
          <ac:chgData name="Dr. Anupam Kumar Sharma" userId="550e56936179f404" providerId="LiveId" clId="{A3230177-DABA-49D4-AB5C-04BB74AFD6EE}" dt="2025-02-08T06:23:49.386" v="0" actId="20577"/>
          <ac:spMkLst>
            <pc:docMk/>
            <pc:sldMk cId="2766167463" sldId="262"/>
            <ac:spMk id="4" creationId="{C97E1C1E-F10A-E4F4-6797-225812D669BF}"/>
          </ac:spMkLst>
        </pc:spChg>
      </pc:sldChg>
      <pc:sldChg chg="modSp mod">
        <pc:chgData name="Dr. Anupam Kumar Sharma" userId="550e56936179f404" providerId="LiveId" clId="{A3230177-DABA-49D4-AB5C-04BB74AFD6EE}" dt="2025-02-08T06:24:43.247" v="62" actId="20577"/>
        <pc:sldMkLst>
          <pc:docMk/>
          <pc:sldMk cId="1311328748" sldId="284"/>
        </pc:sldMkLst>
        <pc:spChg chg="mod">
          <ac:chgData name="Dr. Anupam Kumar Sharma" userId="550e56936179f404" providerId="LiveId" clId="{A3230177-DABA-49D4-AB5C-04BB74AFD6EE}" dt="2025-02-08T06:24:43.247" v="62" actId="20577"/>
          <ac:spMkLst>
            <pc:docMk/>
            <pc:sldMk cId="1311328748" sldId="284"/>
            <ac:spMk id="10" creationId="{A92BCC8A-DA75-739D-5118-196EB9E2238A}"/>
          </ac:spMkLst>
        </pc:spChg>
      </pc:sldChg>
    </pc:docChg>
  </pc:docChgLst>
  <pc:docChgLst>
    <pc:chgData name="Deepak Gupta" userId="f4ce486c0feb88f7" providerId="LiveId" clId="{677CE2BF-E837-4849-B11C-0944C199F6A4}"/>
    <pc:docChg chg="undo custSel addSld delSld modSld sldOrd">
      <pc:chgData name="Deepak Gupta" userId="f4ce486c0feb88f7" providerId="LiveId" clId="{677CE2BF-E837-4849-B11C-0944C199F6A4}" dt="2024-09-19T16:05:47.471" v="1042" actId="20577"/>
      <pc:docMkLst>
        <pc:docMk/>
      </pc:docMkLst>
      <pc:sldChg chg="addSp delSp modSp mod">
        <pc:chgData name="Deepak Gupta" userId="f4ce486c0feb88f7" providerId="LiveId" clId="{677CE2BF-E837-4849-B11C-0944C199F6A4}" dt="2024-09-19T10:54:48.137" v="896" actId="14100"/>
        <pc:sldMkLst>
          <pc:docMk/>
          <pc:sldMk cId="2827898987" sldId="256"/>
        </pc:sldMkLst>
      </pc:sldChg>
      <pc:sldChg chg="addSp delSp modSp mod">
        <pc:chgData name="Deepak Gupta" userId="f4ce486c0feb88f7" providerId="LiveId" clId="{677CE2BF-E837-4849-B11C-0944C199F6A4}" dt="2024-09-19T13:17:37.213" v="905" actId="20577"/>
        <pc:sldMkLst>
          <pc:docMk/>
          <pc:sldMk cId="2304652768" sldId="257"/>
        </pc:sldMkLst>
      </pc:sldChg>
      <pc:sldChg chg="addSp delSp modSp del mod">
        <pc:chgData name="Deepak Gupta" userId="f4ce486c0feb88f7" providerId="LiveId" clId="{677CE2BF-E837-4849-B11C-0944C199F6A4}" dt="2024-09-19T10:28:20.262" v="603" actId="47"/>
        <pc:sldMkLst>
          <pc:docMk/>
          <pc:sldMk cId="2082919323" sldId="258"/>
        </pc:sldMkLst>
      </pc:sldChg>
      <pc:sldChg chg="addSp delSp modSp mod">
        <pc:chgData name="Deepak Gupta" userId="f4ce486c0feb88f7" providerId="LiveId" clId="{677CE2BF-E837-4849-B11C-0944C199F6A4}" dt="2024-09-19T16:05:37.951" v="1041" actId="20577"/>
        <pc:sldMkLst>
          <pc:docMk/>
          <pc:sldMk cId="2838591685" sldId="259"/>
        </pc:sldMkLst>
      </pc:sldChg>
      <pc:sldChg chg="addSp delSp modSp mod ord">
        <pc:chgData name="Deepak Gupta" userId="f4ce486c0feb88f7" providerId="LiveId" clId="{677CE2BF-E837-4849-B11C-0944C199F6A4}" dt="2024-09-19T13:19:05.241" v="971" actId="20577"/>
        <pc:sldMkLst>
          <pc:docMk/>
          <pc:sldMk cId="3872618460" sldId="260"/>
        </pc:sldMkLst>
      </pc:sldChg>
      <pc:sldChg chg="addSp delSp modSp mod">
        <pc:chgData name="Deepak Gupta" userId="f4ce486c0feb88f7" providerId="LiveId" clId="{677CE2BF-E837-4849-B11C-0944C199F6A4}" dt="2024-09-19T10:49:45.066" v="860" actId="1076"/>
        <pc:sldMkLst>
          <pc:docMk/>
          <pc:sldMk cId="3459659325" sldId="261"/>
        </pc:sldMkLst>
      </pc:sldChg>
      <pc:sldChg chg="addSp delSp modSp mod ord modAnim">
        <pc:chgData name="Deepak Gupta" userId="f4ce486c0feb88f7" providerId="LiveId" clId="{677CE2BF-E837-4849-B11C-0944C199F6A4}" dt="2024-09-19T10:42:32.396" v="827" actId="20577"/>
        <pc:sldMkLst>
          <pc:docMk/>
          <pc:sldMk cId="2766167463" sldId="262"/>
        </pc:sldMkLst>
      </pc:sldChg>
      <pc:sldChg chg="addSp delSp modSp add del mod ord">
        <pc:chgData name="Deepak Gupta" userId="f4ce486c0feb88f7" providerId="LiveId" clId="{677CE2BF-E837-4849-B11C-0944C199F6A4}" dt="2024-09-19T10:49:48.904" v="861" actId="1076"/>
        <pc:sldMkLst>
          <pc:docMk/>
          <pc:sldMk cId="910051450" sldId="263"/>
        </pc:sldMkLst>
      </pc:sldChg>
      <pc:sldChg chg="addSp modSp del">
        <pc:chgData name="Deepak Gupta" userId="f4ce486c0feb88f7" providerId="LiveId" clId="{677CE2BF-E837-4849-B11C-0944C199F6A4}" dt="2024-09-19T09:07:04.651" v="356" actId="47"/>
        <pc:sldMkLst>
          <pc:docMk/>
          <pc:sldMk cId="451014338" sldId="264"/>
        </pc:sldMkLst>
      </pc:sldChg>
      <pc:sldChg chg="addSp delSp modSp del mod modShow">
        <pc:chgData name="Deepak Gupta" userId="f4ce486c0feb88f7" providerId="LiveId" clId="{677CE2BF-E837-4849-B11C-0944C199F6A4}" dt="2024-09-19T10:43:05.663" v="830" actId="47"/>
        <pc:sldMkLst>
          <pc:docMk/>
          <pc:sldMk cId="2876040498" sldId="265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4107507446" sldId="266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4213006857" sldId="267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1424160661" sldId="268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4137767190" sldId="269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2876323008" sldId="270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1915059173" sldId="271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1361921725" sldId="272"/>
        </pc:sldMkLst>
      </pc:sldChg>
      <pc:sldChg chg="delSp del mod">
        <pc:chgData name="Deepak Gupta" userId="f4ce486c0feb88f7" providerId="LiveId" clId="{677CE2BF-E837-4849-B11C-0944C199F6A4}" dt="2024-09-19T10:43:05.663" v="830" actId="47"/>
        <pc:sldMkLst>
          <pc:docMk/>
          <pc:sldMk cId="1087418707" sldId="273"/>
        </pc:sldMkLst>
      </pc:sldChg>
      <pc:sldChg chg="delSp del mod">
        <pc:chgData name="Deepak Gupta" userId="f4ce486c0feb88f7" providerId="LiveId" clId="{677CE2BF-E837-4849-B11C-0944C199F6A4}" dt="2024-09-19T10:43:05.663" v="830" actId="47"/>
        <pc:sldMkLst>
          <pc:docMk/>
          <pc:sldMk cId="556051784" sldId="274"/>
        </pc:sldMkLst>
      </pc:sldChg>
      <pc:sldChg chg="delSp del mod">
        <pc:chgData name="Deepak Gupta" userId="f4ce486c0feb88f7" providerId="LiveId" clId="{677CE2BF-E837-4849-B11C-0944C199F6A4}" dt="2024-09-19T10:43:05.663" v="830" actId="47"/>
        <pc:sldMkLst>
          <pc:docMk/>
          <pc:sldMk cId="1956341652" sldId="275"/>
        </pc:sldMkLst>
      </pc:sldChg>
      <pc:sldChg chg="addSp delSp modSp mod">
        <pc:chgData name="Deepak Gupta" userId="f4ce486c0feb88f7" providerId="LiveId" clId="{677CE2BF-E837-4849-B11C-0944C199F6A4}" dt="2024-09-19T16:02:44.941" v="1020" actId="20577"/>
        <pc:sldMkLst>
          <pc:docMk/>
          <pc:sldMk cId="3038196460" sldId="276"/>
        </pc:sldMkLst>
      </pc:sldChg>
      <pc:sldChg chg="addSp delSp modSp mod ord">
        <pc:chgData name="Deepak Gupta" userId="f4ce486c0feb88f7" providerId="LiveId" clId="{677CE2BF-E837-4849-B11C-0944C199F6A4}" dt="2024-09-19T16:05:12.490" v="1039" actId="122"/>
        <pc:sldMkLst>
          <pc:docMk/>
          <pc:sldMk cId="571638906" sldId="277"/>
        </pc:sldMkLst>
      </pc:sldChg>
      <pc:sldChg chg="delSp del mod modShow">
        <pc:chgData name="Deepak Gupta" userId="f4ce486c0feb88f7" providerId="LiveId" clId="{677CE2BF-E837-4849-B11C-0944C199F6A4}" dt="2024-09-19T10:43:09.124" v="831" actId="47"/>
        <pc:sldMkLst>
          <pc:docMk/>
          <pc:sldMk cId="2898612680" sldId="279"/>
        </pc:sldMkLst>
      </pc:sldChg>
      <pc:sldChg chg="modSp del mod">
        <pc:chgData name="Deepak Gupta" userId="f4ce486c0feb88f7" providerId="LiveId" clId="{677CE2BF-E837-4849-B11C-0944C199F6A4}" dt="2024-09-19T09:07:48.008" v="370" actId="47"/>
        <pc:sldMkLst>
          <pc:docMk/>
          <pc:sldMk cId="2971570162" sldId="280"/>
        </pc:sldMkLst>
      </pc:sldChg>
      <pc:sldChg chg="addSp delSp modSp mod">
        <pc:chgData name="Deepak Gupta" userId="f4ce486c0feb88f7" providerId="LiveId" clId="{677CE2BF-E837-4849-B11C-0944C199F6A4}" dt="2024-09-19T16:04:53.675" v="1036" actId="1076"/>
        <pc:sldMkLst>
          <pc:docMk/>
          <pc:sldMk cId="504224323" sldId="281"/>
        </pc:sldMkLst>
      </pc:sldChg>
      <pc:sldChg chg="addSp delSp modSp mod">
        <pc:chgData name="Deepak Gupta" userId="f4ce486c0feb88f7" providerId="LiveId" clId="{677CE2BF-E837-4849-B11C-0944C199F6A4}" dt="2024-09-19T13:17:44.328" v="912" actId="20577"/>
        <pc:sldMkLst>
          <pc:docMk/>
          <pc:sldMk cId="2767214766" sldId="282"/>
        </pc:sldMkLst>
      </pc:sldChg>
      <pc:sldChg chg="addSp delSp modSp mod">
        <pc:chgData name="Deepak Gupta" userId="f4ce486c0feb88f7" providerId="LiveId" clId="{677CE2BF-E837-4849-B11C-0944C199F6A4}" dt="2024-09-19T09:15:18.724" v="428"/>
        <pc:sldMkLst>
          <pc:docMk/>
          <pc:sldMk cId="2892535565" sldId="283"/>
        </pc:sldMkLst>
      </pc:sldChg>
      <pc:sldChg chg="modSp del mod">
        <pc:chgData name="Deepak Gupta" userId="f4ce486c0feb88f7" providerId="LiveId" clId="{677CE2BF-E837-4849-B11C-0944C199F6A4}" dt="2024-09-19T08:51:09.163" v="57" actId="47"/>
        <pc:sldMkLst>
          <pc:docMk/>
          <pc:sldMk cId="194486472" sldId="284"/>
        </pc:sldMkLst>
      </pc:sldChg>
      <pc:sldChg chg="addSp delSp modSp add mod ord">
        <pc:chgData name="Deepak Gupta" userId="f4ce486c0feb88f7" providerId="LiveId" clId="{677CE2BF-E837-4849-B11C-0944C199F6A4}" dt="2024-09-19T09:16:49.650" v="447"/>
        <pc:sldMkLst>
          <pc:docMk/>
          <pc:sldMk cId="1311328748" sldId="284"/>
        </pc:sldMkLst>
      </pc:sldChg>
      <pc:sldChg chg="addSp delSp modSp new mod setBg">
        <pc:chgData name="Deepak Gupta" userId="f4ce486c0feb88f7" providerId="LiveId" clId="{677CE2BF-E837-4849-B11C-0944C199F6A4}" dt="2024-09-19T16:05:47.471" v="1042" actId="20577"/>
        <pc:sldMkLst>
          <pc:docMk/>
          <pc:sldMk cId="1142559352" sldId="285"/>
        </pc:sldMkLst>
      </pc:sldChg>
      <pc:sldChg chg="addSp delSp modSp add mod setBg delDesignElem">
        <pc:chgData name="Deepak Gupta" userId="f4ce486c0feb88f7" providerId="LiveId" clId="{677CE2BF-E837-4849-B11C-0944C199F6A4}" dt="2024-09-19T10:38:39.066" v="792" actId="20577"/>
        <pc:sldMkLst>
          <pc:docMk/>
          <pc:sldMk cId="2450607305" sldId="286"/>
        </pc:sldMkLst>
      </pc:sldChg>
      <pc:sldChg chg="delSp modSp add del mod setBg delDesignElem">
        <pc:chgData name="Deepak Gupta" userId="f4ce486c0feb88f7" providerId="LiveId" clId="{677CE2BF-E837-4849-B11C-0944C199F6A4}" dt="2024-09-19T09:06:57.341" v="354" actId="47"/>
        <pc:sldMkLst>
          <pc:docMk/>
          <pc:sldMk cId="1874929756" sldId="287"/>
        </pc:sldMkLst>
      </pc:sldChg>
      <pc:sldChg chg="addSp delSp modSp add mod setBg modAnim delDesignElem">
        <pc:chgData name="Deepak Gupta" userId="f4ce486c0feb88f7" providerId="LiveId" clId="{677CE2BF-E837-4849-B11C-0944C199F6A4}" dt="2024-09-19T10:42:45.558" v="829" actId="20577"/>
        <pc:sldMkLst>
          <pc:docMk/>
          <pc:sldMk cId="1420671087" sldId="288"/>
        </pc:sldMkLst>
      </pc:sldChg>
      <pc:sldChg chg="addSp delSp modSp add mod setBg delDesignElem">
        <pc:chgData name="Deepak Gupta" userId="f4ce486c0feb88f7" providerId="LiveId" clId="{677CE2BF-E837-4849-B11C-0944C199F6A4}" dt="2024-09-19T16:03:56.052" v="1030" actId="20577"/>
        <pc:sldMkLst>
          <pc:docMk/>
          <pc:sldMk cId="3874097403" sldId="289"/>
        </pc:sldMkLst>
      </pc:sldChg>
      <pc:sldChg chg="modSp add mod ord">
        <pc:chgData name="Deepak Gupta" userId="f4ce486c0feb88f7" providerId="LiveId" clId="{677CE2BF-E837-4849-B11C-0944C199F6A4}" dt="2024-09-19T16:04:30.742" v="1032" actId="404"/>
        <pc:sldMkLst>
          <pc:docMk/>
          <pc:sldMk cId="398271834" sldId="290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FBD6BAB-0140-48B9-9073-E08FDCB01885}">
      <dgm:prSet custT="1"/>
      <dgm:spPr/>
      <dgm:t>
        <a:bodyPr/>
        <a:lstStyle/>
        <a:p>
          <a:pPr>
            <a:buNone/>
          </a:pPr>
          <a:r>
            <a:rPr lang="en-US" sz="3600" dirty="0"/>
            <a:t>Implement stack using both array and linked list.</a:t>
          </a:r>
        </a:p>
      </dgm:t>
    </dgm:pt>
    <dgm:pt modelId="{A7069F57-F0E9-4BC0-BE1B-B8F059C9E5B6}" type="parTrans" cxnId="{32A129EE-3813-43B6-AF53-E9A6D3182FA2}">
      <dgm:prSet/>
      <dgm:spPr/>
      <dgm:t>
        <a:bodyPr/>
        <a:lstStyle/>
        <a:p>
          <a:endParaRPr lang="en-US"/>
        </a:p>
      </dgm:t>
    </dgm:pt>
    <dgm:pt modelId="{0715BA3E-6351-4C71-A2A0-855403651045}" type="sibTrans" cxnId="{32A129EE-3813-43B6-AF53-E9A6D3182FA2}">
      <dgm:prSet/>
      <dgm:spPr/>
      <dgm:t>
        <a:bodyPr/>
        <a:lstStyle/>
        <a:p>
          <a:endParaRPr lang="en-US"/>
        </a:p>
      </dgm:t>
    </dgm:pt>
    <dgm:pt modelId="{A3B4F848-7886-4B10-8E34-39E0B844A474}">
      <dgm:prSet custT="1"/>
      <dgm:spPr/>
      <dgm:t>
        <a:bodyPr/>
        <a:lstStyle/>
        <a:p>
          <a:pPr>
            <a:buNone/>
          </a:pPr>
          <a:r>
            <a:rPr lang="en-US" sz="3600" dirty="0"/>
            <a:t>Compare the advantages and disadvantages of array vs linked list implementation of stack.</a:t>
          </a:r>
        </a:p>
      </dgm:t>
    </dgm:pt>
    <dgm:pt modelId="{421929F8-4756-4702-AAD7-7A5185D82904}" type="parTrans" cxnId="{10F4C3C1-D8D4-465A-A58C-B8F418AC919B}">
      <dgm:prSet/>
      <dgm:spPr/>
      <dgm:t>
        <a:bodyPr/>
        <a:lstStyle/>
        <a:p>
          <a:endParaRPr lang="en-US"/>
        </a:p>
      </dgm:t>
    </dgm:pt>
    <dgm:pt modelId="{3DE2F17F-758E-4FA7-AB6B-444F38F1FFC4}" type="sibTrans" cxnId="{10F4C3C1-D8D4-465A-A58C-B8F418AC919B}">
      <dgm:prSet/>
      <dgm:spPr/>
      <dgm:t>
        <a:bodyPr/>
        <a:lstStyle/>
        <a:p>
          <a:endParaRPr lang="en-US"/>
        </a:p>
      </dgm:t>
    </dgm:pt>
    <dgm:pt modelId="{BCA40D55-9F97-4CA4-8859-68C842EAE88F}" type="pres">
      <dgm:prSet presAssocID="{B7ED251F-A7A3-4D25-B004-4241BE03EDC3}" presName="Name0" presStyleCnt="0">
        <dgm:presLayoutVars>
          <dgm:dir/>
          <dgm:animLvl val="lvl"/>
          <dgm:resizeHandles val="exact"/>
        </dgm:presLayoutVars>
      </dgm:prSet>
      <dgm:spPr/>
    </dgm:pt>
    <dgm:pt modelId="{3450E454-19DE-4E8A-ADE0-3AFF41C6C69B}" type="pres">
      <dgm:prSet presAssocID="{A3B4F848-7886-4B10-8E34-39E0B844A474}" presName="boxAndChildren" presStyleCnt="0"/>
      <dgm:spPr/>
    </dgm:pt>
    <dgm:pt modelId="{9F756ADD-FC73-43E2-8907-B49F92DEF8EA}" type="pres">
      <dgm:prSet presAssocID="{A3B4F848-7886-4B10-8E34-39E0B844A474}" presName="parentTextBox" presStyleLbl="node1" presStyleIdx="0" presStyleCnt="2"/>
      <dgm:spPr/>
    </dgm:pt>
    <dgm:pt modelId="{33B2812D-626E-40CB-8956-89B965634A15}" type="pres">
      <dgm:prSet presAssocID="{0715BA3E-6351-4C71-A2A0-855403651045}" presName="sp" presStyleCnt="0"/>
      <dgm:spPr/>
    </dgm:pt>
    <dgm:pt modelId="{14438BF2-0C50-4C1B-A99E-B1909E184016}" type="pres">
      <dgm:prSet presAssocID="{DFBD6BAB-0140-48B9-9073-E08FDCB01885}" presName="arrowAndChildren" presStyleCnt="0"/>
      <dgm:spPr/>
    </dgm:pt>
    <dgm:pt modelId="{0E541A4F-E68B-477F-BCA6-83AC868DBBCC}" type="pres">
      <dgm:prSet presAssocID="{DFBD6BAB-0140-48B9-9073-E08FDCB01885}" presName="parentTextArrow" presStyleLbl="node1" presStyleIdx="1" presStyleCnt="2"/>
      <dgm:spPr/>
    </dgm:pt>
  </dgm:ptLst>
  <dgm:cxnLst>
    <dgm:cxn modelId="{7186EF2C-C889-49EC-A156-5A68AD0A3CF6}" type="presOf" srcId="{DFBD6BAB-0140-48B9-9073-E08FDCB01885}" destId="{0E541A4F-E68B-477F-BCA6-83AC868DBBCC}" srcOrd="0" destOrd="0" presId="urn:microsoft.com/office/officeart/2005/8/layout/process4"/>
    <dgm:cxn modelId="{BFCB0464-37EB-4B41-A633-D832506204D5}" type="presOf" srcId="{A3B4F848-7886-4B10-8E34-39E0B844A474}" destId="{9F756ADD-FC73-43E2-8907-B49F92DEF8EA}" srcOrd="0" destOrd="0" presId="urn:microsoft.com/office/officeart/2005/8/layout/process4"/>
    <dgm:cxn modelId="{602ADD9D-D77C-4864-85DE-6F786E0BA06C}" type="presOf" srcId="{B7ED251F-A7A3-4D25-B004-4241BE03EDC3}" destId="{BCA40D55-9F97-4CA4-8859-68C842EAE88F}" srcOrd="0" destOrd="0" presId="urn:microsoft.com/office/officeart/2005/8/layout/process4"/>
    <dgm:cxn modelId="{10F4C3C1-D8D4-465A-A58C-B8F418AC919B}" srcId="{B7ED251F-A7A3-4D25-B004-4241BE03EDC3}" destId="{A3B4F848-7886-4B10-8E34-39E0B844A474}" srcOrd="1" destOrd="0" parTransId="{421929F8-4756-4702-AAD7-7A5185D82904}" sibTransId="{3DE2F17F-758E-4FA7-AB6B-444F38F1FFC4}"/>
    <dgm:cxn modelId="{32A129EE-3813-43B6-AF53-E9A6D3182FA2}" srcId="{B7ED251F-A7A3-4D25-B004-4241BE03EDC3}" destId="{DFBD6BAB-0140-48B9-9073-E08FDCB01885}" srcOrd="0" destOrd="0" parTransId="{A7069F57-F0E9-4BC0-BE1B-B8F059C9E5B6}" sibTransId="{0715BA3E-6351-4C71-A2A0-855403651045}"/>
    <dgm:cxn modelId="{9860929F-5D96-4F82-A2F6-03F0C13F45CA}" type="presParOf" srcId="{BCA40D55-9F97-4CA4-8859-68C842EAE88F}" destId="{3450E454-19DE-4E8A-ADE0-3AFF41C6C69B}" srcOrd="0" destOrd="0" presId="urn:microsoft.com/office/officeart/2005/8/layout/process4"/>
    <dgm:cxn modelId="{81075B5D-B3C8-4153-A2C9-6C4D6353CB34}" type="presParOf" srcId="{3450E454-19DE-4E8A-ADE0-3AFF41C6C69B}" destId="{9F756ADD-FC73-43E2-8907-B49F92DEF8EA}" srcOrd="0" destOrd="0" presId="urn:microsoft.com/office/officeart/2005/8/layout/process4"/>
    <dgm:cxn modelId="{8914EA88-2853-4546-98B8-ABA4ED7CAF84}" type="presParOf" srcId="{BCA40D55-9F97-4CA4-8859-68C842EAE88F}" destId="{33B2812D-626E-40CB-8956-89B965634A15}" srcOrd="1" destOrd="0" presId="urn:microsoft.com/office/officeart/2005/8/layout/process4"/>
    <dgm:cxn modelId="{205F827C-DA08-4001-BBA3-EAB63BA21781}" type="presParOf" srcId="{BCA40D55-9F97-4CA4-8859-68C842EAE88F}" destId="{14438BF2-0C50-4C1B-A99E-B1909E184016}" srcOrd="2" destOrd="0" presId="urn:microsoft.com/office/officeart/2005/8/layout/process4"/>
    <dgm:cxn modelId="{A6891BF9-7CFD-4CF1-B514-10FEBA6D9D6A}" type="presParOf" srcId="{14438BF2-0C50-4C1B-A99E-B1909E184016}" destId="{0E541A4F-E68B-477F-BCA6-83AC868DBBC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FBD6BAB-0140-48B9-9073-E08FDCB01885}">
      <dgm:prSet custT="1"/>
      <dgm:spPr/>
      <dgm:t>
        <a:bodyPr/>
        <a:lstStyle/>
        <a:p>
          <a:r>
            <a:rPr lang="en-US" sz="3600" dirty="0"/>
            <a:t>Describe Stack as an Abstract Data Type and its characteristics.</a:t>
          </a:r>
        </a:p>
      </dgm:t>
    </dgm:pt>
    <dgm:pt modelId="{A7069F57-F0E9-4BC0-BE1B-B8F059C9E5B6}" type="parTrans" cxnId="{32A129EE-3813-43B6-AF53-E9A6D3182FA2}">
      <dgm:prSet/>
      <dgm:spPr/>
      <dgm:t>
        <a:bodyPr/>
        <a:lstStyle/>
        <a:p>
          <a:endParaRPr lang="en-US"/>
        </a:p>
      </dgm:t>
    </dgm:pt>
    <dgm:pt modelId="{0715BA3E-6351-4C71-A2A0-855403651045}" type="sibTrans" cxnId="{32A129EE-3813-43B6-AF53-E9A6D3182FA2}">
      <dgm:prSet/>
      <dgm:spPr/>
      <dgm:t>
        <a:bodyPr/>
        <a:lstStyle/>
        <a:p>
          <a:endParaRPr lang="en-US"/>
        </a:p>
      </dgm:t>
    </dgm:pt>
    <dgm:pt modelId="{A3B4F848-7886-4B10-8E34-39E0B844A474}">
      <dgm:prSet custT="1"/>
      <dgm:spPr/>
      <dgm:t>
        <a:bodyPr/>
        <a:lstStyle/>
        <a:p>
          <a:pPr>
            <a:tabLst>
              <a:tab pos="5994400" algn="l"/>
            </a:tabLst>
          </a:pPr>
          <a:r>
            <a:rPr lang="en-US" sz="3600" dirty="0"/>
            <a:t>Demonstrate primitive Stack operations such as Push and Pop with examples.</a:t>
          </a:r>
        </a:p>
      </dgm:t>
    </dgm:pt>
    <dgm:pt modelId="{421929F8-4756-4702-AAD7-7A5185D82904}" type="parTrans" cxnId="{10F4C3C1-D8D4-465A-A58C-B8F418AC919B}">
      <dgm:prSet/>
      <dgm:spPr/>
      <dgm:t>
        <a:bodyPr/>
        <a:lstStyle/>
        <a:p>
          <a:endParaRPr lang="en-US"/>
        </a:p>
      </dgm:t>
    </dgm:pt>
    <dgm:pt modelId="{3DE2F17F-758E-4FA7-AB6B-444F38F1FFC4}" type="sibTrans" cxnId="{10F4C3C1-D8D4-465A-A58C-B8F418AC919B}">
      <dgm:prSet/>
      <dgm:spPr/>
      <dgm:t>
        <a:bodyPr/>
        <a:lstStyle/>
        <a:p>
          <a:endParaRPr lang="en-US"/>
        </a:p>
      </dgm:t>
    </dgm:pt>
    <dgm:pt modelId="{BCA40D55-9F97-4CA4-8859-68C842EAE88F}" type="pres">
      <dgm:prSet presAssocID="{B7ED251F-A7A3-4D25-B004-4241BE03EDC3}" presName="Name0" presStyleCnt="0">
        <dgm:presLayoutVars>
          <dgm:dir/>
          <dgm:animLvl val="lvl"/>
          <dgm:resizeHandles val="exact"/>
        </dgm:presLayoutVars>
      </dgm:prSet>
      <dgm:spPr/>
    </dgm:pt>
    <dgm:pt modelId="{3450E454-19DE-4E8A-ADE0-3AFF41C6C69B}" type="pres">
      <dgm:prSet presAssocID="{A3B4F848-7886-4B10-8E34-39E0B844A474}" presName="boxAndChildren" presStyleCnt="0"/>
      <dgm:spPr/>
    </dgm:pt>
    <dgm:pt modelId="{9F756ADD-FC73-43E2-8907-B49F92DEF8EA}" type="pres">
      <dgm:prSet presAssocID="{A3B4F848-7886-4B10-8E34-39E0B844A474}" presName="parentTextBox" presStyleLbl="node1" presStyleIdx="0" presStyleCnt="2"/>
      <dgm:spPr/>
    </dgm:pt>
    <dgm:pt modelId="{33B2812D-626E-40CB-8956-89B965634A15}" type="pres">
      <dgm:prSet presAssocID="{0715BA3E-6351-4C71-A2A0-855403651045}" presName="sp" presStyleCnt="0"/>
      <dgm:spPr/>
    </dgm:pt>
    <dgm:pt modelId="{14438BF2-0C50-4C1B-A99E-B1909E184016}" type="pres">
      <dgm:prSet presAssocID="{DFBD6BAB-0140-48B9-9073-E08FDCB01885}" presName="arrowAndChildren" presStyleCnt="0"/>
      <dgm:spPr/>
    </dgm:pt>
    <dgm:pt modelId="{0E541A4F-E68B-477F-BCA6-83AC868DBBCC}" type="pres">
      <dgm:prSet presAssocID="{DFBD6BAB-0140-48B9-9073-E08FDCB01885}" presName="parentTextArrow" presStyleLbl="node1" presStyleIdx="1" presStyleCnt="2"/>
      <dgm:spPr/>
    </dgm:pt>
  </dgm:ptLst>
  <dgm:cxnLst>
    <dgm:cxn modelId="{69F988A5-C88A-400D-9852-9EC47893A15C}" type="presOf" srcId="{A3B4F848-7886-4B10-8E34-39E0B844A474}" destId="{9F756ADD-FC73-43E2-8907-B49F92DEF8EA}" srcOrd="0" destOrd="0" presId="urn:microsoft.com/office/officeart/2005/8/layout/process4"/>
    <dgm:cxn modelId="{A14FC7AC-96A7-4051-B6F7-4E1DD1125A2E}" type="presOf" srcId="{DFBD6BAB-0140-48B9-9073-E08FDCB01885}" destId="{0E541A4F-E68B-477F-BCA6-83AC868DBBCC}" srcOrd="0" destOrd="0" presId="urn:microsoft.com/office/officeart/2005/8/layout/process4"/>
    <dgm:cxn modelId="{10F4C3C1-D8D4-465A-A58C-B8F418AC919B}" srcId="{B7ED251F-A7A3-4D25-B004-4241BE03EDC3}" destId="{A3B4F848-7886-4B10-8E34-39E0B844A474}" srcOrd="1" destOrd="0" parTransId="{421929F8-4756-4702-AAD7-7A5185D82904}" sibTransId="{3DE2F17F-758E-4FA7-AB6B-444F38F1FFC4}"/>
    <dgm:cxn modelId="{32A129EE-3813-43B6-AF53-E9A6D3182FA2}" srcId="{B7ED251F-A7A3-4D25-B004-4241BE03EDC3}" destId="{DFBD6BAB-0140-48B9-9073-E08FDCB01885}" srcOrd="0" destOrd="0" parTransId="{A7069F57-F0E9-4BC0-BE1B-B8F059C9E5B6}" sibTransId="{0715BA3E-6351-4C71-A2A0-855403651045}"/>
    <dgm:cxn modelId="{BE6D69F1-F909-4992-A5BF-73AE23D01340}" type="presOf" srcId="{B7ED251F-A7A3-4D25-B004-4241BE03EDC3}" destId="{BCA40D55-9F97-4CA4-8859-68C842EAE88F}" srcOrd="0" destOrd="0" presId="urn:microsoft.com/office/officeart/2005/8/layout/process4"/>
    <dgm:cxn modelId="{7950397E-3C1E-4B8E-8DAC-E93F64248EFA}" type="presParOf" srcId="{BCA40D55-9F97-4CA4-8859-68C842EAE88F}" destId="{3450E454-19DE-4E8A-ADE0-3AFF41C6C69B}" srcOrd="0" destOrd="0" presId="urn:microsoft.com/office/officeart/2005/8/layout/process4"/>
    <dgm:cxn modelId="{90E9A7F7-DF4E-4F6A-9760-1233922CD137}" type="presParOf" srcId="{3450E454-19DE-4E8A-ADE0-3AFF41C6C69B}" destId="{9F756ADD-FC73-43E2-8907-B49F92DEF8EA}" srcOrd="0" destOrd="0" presId="urn:microsoft.com/office/officeart/2005/8/layout/process4"/>
    <dgm:cxn modelId="{1EAE5E73-D912-4D41-9298-ED8D50B26A70}" type="presParOf" srcId="{BCA40D55-9F97-4CA4-8859-68C842EAE88F}" destId="{33B2812D-626E-40CB-8956-89B965634A15}" srcOrd="1" destOrd="0" presId="urn:microsoft.com/office/officeart/2005/8/layout/process4"/>
    <dgm:cxn modelId="{5C2BB63B-2B36-4FAD-8B8B-527EC9BC664E}" type="presParOf" srcId="{BCA40D55-9F97-4CA4-8859-68C842EAE88F}" destId="{14438BF2-0C50-4C1B-A99E-B1909E184016}" srcOrd="2" destOrd="0" presId="urn:microsoft.com/office/officeart/2005/8/layout/process4"/>
    <dgm:cxn modelId="{7B96C8D1-A7F8-4346-BB85-B3A5C0B9452A}" type="presParOf" srcId="{14438BF2-0C50-4C1B-A99E-B1909E184016}" destId="{0E541A4F-E68B-477F-BCA6-83AC868DBBC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756ADD-FC73-43E2-8907-B49F92DEF8EA}">
      <dsp:nvSpPr>
        <dsp:cNvPr id="0" name=""/>
        <dsp:cNvSpPr/>
      </dsp:nvSpPr>
      <dsp:spPr>
        <a:xfrm>
          <a:off x="0" y="2226751"/>
          <a:ext cx="10927829" cy="14609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Compare the advantages and disadvantages of array vs linked list implementation of stack.</a:t>
          </a:r>
        </a:p>
      </dsp:txBody>
      <dsp:txXfrm>
        <a:off x="0" y="2226751"/>
        <a:ext cx="10927829" cy="1460989"/>
      </dsp:txXfrm>
    </dsp:sp>
    <dsp:sp modelId="{0E541A4F-E68B-477F-BCA6-83AC868DBBCC}">
      <dsp:nvSpPr>
        <dsp:cNvPr id="0" name=""/>
        <dsp:cNvSpPr/>
      </dsp:nvSpPr>
      <dsp:spPr>
        <a:xfrm rot="10800000">
          <a:off x="0" y="1663"/>
          <a:ext cx="10927829" cy="2247002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Implement stack using both array and linked list.</a:t>
          </a:r>
        </a:p>
      </dsp:txBody>
      <dsp:txXfrm rot="10800000">
        <a:off x="0" y="1663"/>
        <a:ext cx="10927829" cy="14600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756ADD-FC73-43E2-8907-B49F92DEF8EA}">
      <dsp:nvSpPr>
        <dsp:cNvPr id="0" name=""/>
        <dsp:cNvSpPr/>
      </dsp:nvSpPr>
      <dsp:spPr>
        <a:xfrm>
          <a:off x="0" y="2226751"/>
          <a:ext cx="10927829" cy="14609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tabLst>
              <a:tab pos="5994400" algn="l"/>
            </a:tabLst>
          </a:pPr>
          <a:r>
            <a:rPr lang="en-US" sz="3600" kern="1200" dirty="0"/>
            <a:t>Demonstrate primitive Stack operations such as Push and Pop with examples.</a:t>
          </a:r>
        </a:p>
      </dsp:txBody>
      <dsp:txXfrm>
        <a:off x="0" y="2226751"/>
        <a:ext cx="10927829" cy="1460989"/>
      </dsp:txXfrm>
    </dsp:sp>
    <dsp:sp modelId="{0E541A4F-E68B-477F-BCA6-83AC868DBBCC}">
      <dsp:nvSpPr>
        <dsp:cNvPr id="0" name=""/>
        <dsp:cNvSpPr/>
      </dsp:nvSpPr>
      <dsp:spPr>
        <a:xfrm rot="10800000">
          <a:off x="0" y="1663"/>
          <a:ext cx="10927829" cy="2247002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Describe Stack as an Abstract Data Type and its characteristics.</a:t>
          </a:r>
        </a:p>
      </dsp:txBody>
      <dsp:txXfrm rot="10800000">
        <a:off x="0" y="1663"/>
        <a:ext cx="10927829" cy="1460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FBC31-3F3F-40A8-84DF-BE3B4616B22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FE326-85E6-4395-8F28-A8F972B7B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760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B19AD-E795-8469-CB7A-8D1393914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09FC3E-A433-5720-2C47-B21810485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3EDBC-57D9-C6A6-6869-371DC35FA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B00A-0031-4EDD-BEBB-B131E3F68B8B}" type="datetime1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1DC6D-FB05-89AF-D06E-2A214B26A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79841-7A1B-1D77-4E0D-F440971A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415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6841F-4D47-CCA2-58EC-D8D2EE9AF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07BEF-2C9D-42DC-3411-00B3A39BC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6B5C3-B400-8ED2-C857-CC6B3B6EB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233B-F1E7-4818-B22D-9EDEAA6025FD}" type="datetime1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63E68-219E-B6BD-06FF-D09E8B6D7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7A96D-72D0-92EE-3B5C-8BFD78B7D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334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2F04E-14BF-8146-F649-927656875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C510D-E40E-01C5-FB7F-09741C6C9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5ACC9-6839-7636-07F4-E47B104A0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43A29-4BB0-4075-8E30-7986497052F0}" type="datetime1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B4601-E63D-A03B-1DD8-CFB63233D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9B235-6487-BCE9-DFAA-764CDD446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93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12733-E66D-2C01-CE97-F41A211F2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78475-62F3-3BA2-991E-7D770F7AA9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E4499-7667-A5BF-CFBF-9B3734E04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2D099-6445-5C93-00AE-432EFD070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8DEB-068D-4137-AD7C-2A99AB9732F4}" type="datetime1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5B21F9-91D3-7C2A-79CF-2138303F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1F9FC0-4A14-8219-84DC-B1D61698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578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7B0A1-9BD6-B0A3-1102-E0773ECBB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87F29-AEDA-BDF7-8C0B-52CF6D178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AB8B1-DB15-81F7-48C3-A6308F8F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A757F-7720-AA2F-16DB-5B4172569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578B9F-AEC2-1CCB-17EA-93BC35E420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ADDEEA-4DF4-410A-B65E-F750E83FB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CC2F0-EA24-4949-874F-5F13F434AA44}" type="datetime1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F839C7-3F7C-98F3-A612-DE6079BE9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D60D5-B96E-CB10-EF10-24D39020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610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685F8-3F04-96B2-DFBB-F5EA7C78F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A8FDE9-0DB9-E2EC-9EDB-3F7928924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A4BE-841D-4DBA-BF59-98160D016E95}" type="datetime1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6EA0CC-2F72-01A7-0018-794D28895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946089-63E6-1B47-884D-22AD3D59D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177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668AA3-F340-1EBC-A758-E63E971B3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9DE3D-92F0-4B90-9BC3-DF561ACCB514}" type="datetime1">
              <a:rPr lang="en-IN" smtClean="0"/>
              <a:t>19-11-2025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C5A41D-81C9-E2BD-E9AF-3AA5DB41D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962B3-3ADB-9572-0FD2-4DB07FD87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772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CF039-A9DA-5A12-2BF1-B6433B9D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751A8-C228-5300-A485-3F129FD36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584203-9632-6129-E4C9-0F99428BB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45EB5-72B0-9141-EA99-820C022CC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D748-5313-48F5-9420-28CC4F9D5D65}" type="datetime1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73D456-31B6-1D53-751D-AC82FEAB7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32809-415E-2282-E04D-9B200C1C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673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84906-117D-5407-AA07-22F539EE4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36F0D2-D921-4FA7-DA84-8E8520EED9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D2AD95-AB02-5A07-7492-E9E0B8545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380F9-07CE-6F7A-6038-870977B02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9F97-4389-4CF0-A3AF-539E1666475E}" type="datetime1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5F0A5-FF26-EF42-9F4E-7B487ABBD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E9705-E90F-F624-39D6-6FCBE3A7B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558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59D05-52FA-1788-519F-7A7F6048A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B93A4-5BFE-2E5E-89BD-A9A9F0DE2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D6E1C-2039-6998-16BF-892E575CF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1ADB8-9CB7-40E6-87C8-C7EB8EBBAF06}" type="datetime1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89FC5-03A9-A2BE-8045-500B37083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A79DC-4A34-B800-8BFC-C92A202F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501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66ADF1-8D2B-E20D-C592-6643F0F627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7D4B32-ED38-6AD9-3A88-BEE47D427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D39A2-CFE5-7E4C-6E1A-FABC5CF17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956E-FF61-4FBC-8614-5AF891B621A7}" type="datetime1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8CE03-A02D-B61D-500E-33B067F58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A42C-489C-58FC-CFE2-833549C6D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312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AADD83-735E-A88A-3D7F-6385A1A74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7D101-3984-8795-F0E9-CFAF99A14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624CD-D795-52B1-6203-0AF8F58B88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81F908-E6B3-4617-92D9-99814B0B813F}" type="datetime1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CF967-AE37-65C8-EF03-EB7E3B912D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BD2C0-494D-F5DE-E18D-99B852BA5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666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9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ue and purple dots&#10;&#10;Description automatically generated">
            <a:extLst>
              <a:ext uri="{FF2B5EF4-FFF2-40B4-BE49-F238E27FC236}">
                <a16:creationId xmlns:a16="http://schemas.microsoft.com/office/drawing/2014/main" id="{B854E15F-5609-7D3B-3655-6DE3E59806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00"/>
          <a:stretch/>
        </p:blipFill>
        <p:spPr>
          <a:xfrm>
            <a:off x="6640286" y="10"/>
            <a:ext cx="5551714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B4841D-4109-20CB-B253-8EF7C0806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2"/>
            <a:ext cx="8366216" cy="4909225"/>
          </a:xfrm>
        </p:spPr>
        <p:txBody>
          <a:bodyPr anchor="b">
            <a:normAutofit/>
          </a:bodyPr>
          <a:lstStyle/>
          <a:p>
            <a:pPr algn="l"/>
            <a:r>
              <a:rPr lang="en-US" sz="36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Array and Linked List Implementation of Stack</a:t>
            </a:r>
            <a:br>
              <a:rPr lang="en-IN" sz="54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IN" sz="4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IN" sz="4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Session No.: 24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Name: Data Structures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Code: </a:t>
            </a:r>
            <a:r>
              <a:rPr lang="en-IN" sz="1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R1UC308B </a:t>
            </a:r>
            <a:r>
              <a:rPr lang="en-IN" sz="18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	</a:t>
            </a:r>
            <a:br>
              <a:rPr lang="en-IN" sz="18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Instructor Name: Akhilesh Kumar Tripathi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Duration: 50 mins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Date of Conduction of Class: </a:t>
            </a:r>
            <a:endParaRPr lang="en-IN" sz="4800" b="1" dirty="0">
              <a:solidFill>
                <a:schemeClr val="bg1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F329F-0D28-AAA9-6271-058B6B36C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B0897-FD56-B45E-C539-435F743AA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</a:t>
            </a:fld>
            <a:endParaRPr lang="en-IN"/>
          </a:p>
        </p:txBody>
      </p:sp>
      <p:pic>
        <p:nvPicPr>
          <p:cNvPr id="10" name="Picture 9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B8F66ABA-C07C-7B4E-0E32-86C3BB04AA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3174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898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Galgotias</a:t>
            </a:r>
            <a:r>
              <a:rPr lang="en-IN" dirty="0"/>
              <a:t>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822739" y="1354784"/>
            <a:ext cx="1081055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Review</a:t>
            </a:r>
          </a:p>
          <a:p>
            <a:pPr algn="ctr"/>
            <a:endParaRPr lang="en-US" sz="2800" dirty="0"/>
          </a:p>
          <a:p>
            <a:r>
              <a:rPr lang="en-US" sz="2800" b="1" dirty="0"/>
              <a:t>Pre-Requisite :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dirty="0"/>
              <a:t>Basic Knowledge of Data Structures</a:t>
            </a:r>
            <a:r>
              <a:rPr lang="en-US" sz="2800" dirty="0"/>
              <a:t> – Arrays and Linked Lists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dirty="0"/>
              <a:t>Understanding of Stack Concepts</a:t>
            </a:r>
            <a:r>
              <a:rPr lang="en-US" sz="2800" dirty="0"/>
              <a:t> – LIFO principle, Push &amp; Pop operations.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dirty="0"/>
              <a:t>Familiarity with Memory Management</a:t>
            </a:r>
            <a:r>
              <a:rPr lang="en-US" sz="2800" dirty="0"/>
              <a:t> – Static vs Dynamic memory allocation.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dirty="0"/>
              <a:t>Programming Fundamentals</a:t>
            </a:r>
            <a:r>
              <a:rPr lang="en-US" sz="2800" dirty="0"/>
              <a:t> – Knowledge of C for stack implementation.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214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3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822739" y="821384"/>
            <a:ext cx="103731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Pre-Class Assessment</a:t>
            </a:r>
          </a:p>
        </p:txBody>
      </p:sp>
      <p:sp>
        <p:nvSpPr>
          <p:cNvPr id="2" name="Rectangle 1"/>
          <p:cNvSpPr/>
          <p:nvPr/>
        </p:nvSpPr>
        <p:spPr>
          <a:xfrm>
            <a:off x="10648330" y="1095420"/>
            <a:ext cx="11766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90402"/>
            <a:ext cx="3795634" cy="7402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45DF4D-C3C6-0B1E-4608-35FB5AF55D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353" y="1987475"/>
            <a:ext cx="10573293" cy="368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380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84D04-41CA-6E97-EFFB-559B6F6A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Galgotias</a:t>
            </a:r>
            <a:r>
              <a:rPr lang="en-IN" dirty="0"/>
              <a:t>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DEC7-A318-B5ED-6B24-23EF9A30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4</a:t>
            </a:fld>
            <a:endParaRPr lang="en-IN" dirty="0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15F0BA4-6591-B48C-8EDD-9EEE5C0663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671589" y="1095420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[1-mins]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12" name="Rectangle 11" descr="Questions"/>
          <p:cNvSpPr/>
          <p:nvPr/>
        </p:nvSpPr>
        <p:spPr>
          <a:xfrm>
            <a:off x="4762213" y="1051486"/>
            <a:ext cx="2716735" cy="2008804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14" name="Group 13"/>
          <p:cNvGrpSpPr/>
          <p:nvPr/>
        </p:nvGrpSpPr>
        <p:grpSpPr>
          <a:xfrm>
            <a:off x="638332" y="3566830"/>
            <a:ext cx="11081942" cy="2239684"/>
            <a:chOff x="0" y="1991651"/>
            <a:chExt cx="5280785" cy="2239684"/>
          </a:xfrm>
        </p:grpSpPr>
        <p:sp>
          <p:nvSpPr>
            <p:cNvPr id="15" name="Rectangle 14"/>
            <p:cNvSpPr/>
            <p:nvPr/>
          </p:nvSpPr>
          <p:spPr>
            <a:xfrm>
              <a:off x="0" y="1991651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16" name="Rectangle 15"/>
            <p:cNvSpPr/>
            <p:nvPr/>
          </p:nvSpPr>
          <p:spPr>
            <a:xfrm>
              <a:off x="41446" y="1999769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algn="ctr"/>
              <a:r>
                <a:rPr lang="en-US" sz="3600" dirty="0"/>
                <a:t>If you had a pile of books, how would you arrange them so that the last one placed is the first one to be taken out?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82368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590906B-7B28-4168-875C-2821760FE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0330" y="483460"/>
            <a:ext cx="5017695" cy="1136052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Learning Outcomes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018FB1-5AC0-A361-622A-D2F46CAE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D5415-04E5-9984-5403-67A367538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6510230-8DD5-4BA5-AB2D-CA30FC08F9D7}" type="slidenum">
              <a:rPr lang="en-IN" smtClean="0"/>
              <a:pPr/>
              <a:t>5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3CA3EE49-A6F5-21CE-5CB2-E167474EB0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73C0F83-D21D-A99D-35A6-7A07FC92A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532" y="1435255"/>
            <a:ext cx="108204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sz="3200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the end of this session, You will be able to:</a:t>
            </a:r>
          </a:p>
        </p:txBody>
      </p:sp>
      <p:sp>
        <p:nvSpPr>
          <p:cNvPr id="2" name="Rectangle 1"/>
          <p:cNvSpPr/>
          <p:nvPr/>
        </p:nvSpPr>
        <p:spPr>
          <a:xfrm>
            <a:off x="10671589" y="1065923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</a:p>
        </p:txBody>
      </p:sp>
      <p:graphicFrame>
        <p:nvGraphicFramePr>
          <p:cNvPr id="12" name="Title 1">
            <a:extLst>
              <a:ext uri="{FF2B5EF4-FFF2-40B4-BE49-F238E27FC236}">
                <a16:creationId xmlns:a16="http://schemas.microsoft.com/office/drawing/2014/main" id="{FBB5840F-85BE-5580-FDC6-C72FB2C1E2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7787458"/>
              </p:ext>
            </p:extLst>
          </p:nvPr>
        </p:nvGraphicFramePr>
        <p:xfrm>
          <a:off x="297092" y="22857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05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6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727756" y="1219889"/>
            <a:ext cx="1046817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Session Outline</a:t>
            </a:r>
          </a:p>
          <a:p>
            <a:pPr algn="ctr"/>
            <a:endParaRPr lang="en-US" sz="3200" dirty="0"/>
          </a:p>
          <a:p>
            <a:pPr marL="342900" indent="-342900">
              <a:buFont typeface="Arial" pitchFamily="34" charset="0"/>
              <a:buChar char="•"/>
            </a:pPr>
            <a:r>
              <a:rPr lang="en-IN" sz="2800" dirty="0"/>
              <a:t>Stack Operations (Push, Pop, Peek/Top, Stack overflow &amp; underflow)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sz="2800" dirty="0"/>
              <a:t>Array Implementation of Stack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Linked List Implementation of Stack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Comparison: Array vs Linked List</a:t>
            </a:r>
            <a:endParaRPr lang="en-IN" sz="28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Provide hands-on activities and reinforce learning through an interactive </a:t>
            </a:r>
            <a:r>
              <a:rPr lang="en-US" sz="2800" dirty="0" err="1"/>
              <a:t>WooClap</a:t>
            </a:r>
            <a:r>
              <a:rPr lang="en-US" sz="2800" dirty="0"/>
              <a:t> and </a:t>
            </a:r>
            <a:r>
              <a:rPr lang="en-US" sz="2800" dirty="0" err="1"/>
              <a:t>WooFlash</a:t>
            </a:r>
            <a:r>
              <a:rPr lang="en-US" sz="2800" dirty="0"/>
              <a:t> tools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412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614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84D04-41CA-6E97-EFFB-559B6F6A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DEC7-A318-B5ED-6B24-23EF9A30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7</a:t>
            </a:fld>
            <a:endParaRPr lang="en-IN" dirty="0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15F0BA4-6591-B48C-8EDD-9EEE5C0663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671589" y="1095420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[1-mins]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12" name="Rectangle 11" descr="Questions"/>
          <p:cNvSpPr/>
          <p:nvPr/>
        </p:nvSpPr>
        <p:spPr>
          <a:xfrm>
            <a:off x="2002748" y="1280086"/>
            <a:ext cx="2716735" cy="2008804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3" name="Rectangle 12" descr="Puzzle Pieces"/>
          <p:cNvSpPr/>
          <p:nvPr/>
        </p:nvSpPr>
        <p:spPr>
          <a:xfrm>
            <a:off x="7663508" y="1256657"/>
            <a:ext cx="2793098" cy="2135471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14" name="Group 13"/>
          <p:cNvGrpSpPr/>
          <p:nvPr/>
        </p:nvGrpSpPr>
        <p:grpSpPr>
          <a:xfrm>
            <a:off x="104932" y="3581578"/>
            <a:ext cx="11615341" cy="2246314"/>
            <a:chOff x="0" y="1991651"/>
            <a:chExt cx="10116400" cy="2246314"/>
          </a:xfrm>
        </p:grpSpPr>
        <p:sp>
          <p:nvSpPr>
            <p:cNvPr id="15" name="Rectangle 14"/>
            <p:cNvSpPr/>
            <p:nvPr/>
          </p:nvSpPr>
          <p:spPr>
            <a:xfrm>
              <a:off x="0" y="1991651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16" name="Rectangle 15"/>
            <p:cNvSpPr/>
            <p:nvPr/>
          </p:nvSpPr>
          <p:spPr>
            <a:xfrm>
              <a:off x="0" y="2006399"/>
              <a:ext cx="10116400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algn="ctr"/>
              <a:endParaRPr lang="en-US" sz="3600" dirty="0"/>
            </a:p>
            <a:p>
              <a:pPr algn="ctr"/>
              <a:r>
                <a:rPr lang="en-US" sz="3600" dirty="0"/>
                <a:t>If stack is implemented using an array of size 5, and we push 6 elements, what will happen?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3761668" y="760220"/>
            <a:ext cx="6680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Activity-1 (Think – Pair – Share)</a:t>
            </a:r>
          </a:p>
        </p:txBody>
      </p:sp>
    </p:spTree>
    <p:extLst>
      <p:ext uri="{BB962C8B-B14F-4D97-AF65-F5344CB8AC3E}">
        <p14:creationId xmlns:p14="http://schemas.microsoft.com/office/powerpoint/2010/main" val="2461999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A10B5A-315F-4751-BA35-34556B5D2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A5DAC55-04A1-4AB4-A2C6-C859A915C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7370387-C8AA-4FC4-B636-C83BA7921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3C2B3B-4414-484B-8914-7CB1873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B69BCB-EE83-44E6-8C11-3344C73D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E9BA58-2C07-4CA1-99C2-7738FBA37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Galgotias</a:t>
            </a:r>
            <a:r>
              <a:rPr lang="en-IN" dirty="0"/>
              <a:t>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C62E8-F0EB-0BD9-2B59-1AA3588B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8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20ECE07-CE90-FEA2-59C0-9F6B1480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(LO-1) 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372BEC-C0BE-8B8E-FFFF-97C0F922807B}"/>
              </a:ext>
            </a:extLst>
          </p:cNvPr>
          <p:cNvSpPr txBox="1"/>
          <p:nvPr/>
        </p:nvSpPr>
        <p:spPr>
          <a:xfrm>
            <a:off x="838200" y="1065690"/>
            <a:ext cx="10795098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800" b="1" dirty="0"/>
              <a:t>Stack Operations </a:t>
            </a:r>
            <a:r>
              <a:rPr lang="en-US" sz="2800" dirty="0"/>
              <a:t>	</a:t>
            </a:r>
          </a:p>
          <a:p>
            <a:r>
              <a:rPr lang="en-US" sz="2800" b="1" dirty="0"/>
              <a:t>Push (Insert Element)</a:t>
            </a:r>
            <a:endParaRPr lang="en-US" sz="2800" dirty="0"/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/>
              <a:t>Adds an element to the </a:t>
            </a:r>
            <a:r>
              <a:rPr lang="en-US" sz="2800" b="1" dirty="0"/>
              <a:t>top</a:t>
            </a:r>
            <a:r>
              <a:rPr lang="en-US" sz="2800" dirty="0"/>
              <a:t> of the stack.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/>
              <a:t>If the stack is full (in array implementation), it causes </a:t>
            </a:r>
            <a:r>
              <a:rPr lang="en-US" sz="2800" b="1" dirty="0"/>
              <a:t>Stack Overflow</a:t>
            </a:r>
            <a:r>
              <a:rPr lang="en-US" sz="2800" dirty="0"/>
              <a:t>.</a:t>
            </a:r>
          </a:p>
          <a:p>
            <a:r>
              <a:rPr lang="en-US" sz="2800" b="1" dirty="0"/>
              <a:t>Pop (Remove Element)</a:t>
            </a: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Removes the </a:t>
            </a:r>
            <a:r>
              <a:rPr lang="en-US" sz="2800" b="1" dirty="0"/>
              <a:t>topmost element</a:t>
            </a:r>
            <a:r>
              <a:rPr lang="en-US" sz="2800" dirty="0"/>
              <a:t> from the stack.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If the stack is empty, it causes </a:t>
            </a:r>
            <a:r>
              <a:rPr lang="en-US" sz="2800" b="1" dirty="0"/>
              <a:t>Stack Underflow</a:t>
            </a:r>
            <a:r>
              <a:rPr lang="en-US" sz="2800" dirty="0"/>
              <a:t>.</a:t>
            </a:r>
          </a:p>
          <a:p>
            <a:r>
              <a:rPr lang="en-US" sz="2800" b="1" dirty="0"/>
              <a:t>Peek / Top (View Element)</a:t>
            </a: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Returns the </a:t>
            </a:r>
            <a:r>
              <a:rPr lang="en-US" sz="2800" b="1" dirty="0"/>
              <a:t>top element</a:t>
            </a:r>
            <a:r>
              <a:rPr lang="en-US" sz="2800" dirty="0"/>
              <a:t> of the stack without removing it.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Useful to check the current item at the top.</a:t>
            </a:r>
          </a:p>
          <a:p>
            <a:endParaRPr lang="en-US" sz="2800" dirty="0"/>
          </a:p>
          <a:p>
            <a:pPr algn="just"/>
            <a:endParaRPr lang="en-US" sz="2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618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79CB31-D7F7-1B12-BF06-94ED23358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A1A993B-8A55-5BE5-4F8C-9DF036C85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B1842BC-72FA-C477-58E8-AB6E75987B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3333226-CAB4-C70F-DE69-7F19EB68C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786889C-9377-B204-1311-A08FFBE272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6556139-9918-9E73-45B4-5C57BAFA2E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A75E5B3F-6B2A-B4F4-E0F5-64C42B01D3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4CCDBE16-C788-8DF2-5379-98448138CC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2EBFA0-2A84-18AC-A998-1A01B7870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Galgotias</a:t>
            </a:r>
            <a:r>
              <a:rPr lang="en-IN" dirty="0"/>
              <a:t>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134865-ED66-0BFE-55C4-9D0C7C0F8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9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6BBC0E51-9743-47FC-030F-CA020A09AC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615F33CF-CE4F-EB40-CE76-9388F7FFB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(LO-1) 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B74C42-B5B2-638F-478B-9DAA64B40727}"/>
              </a:ext>
            </a:extLst>
          </p:cNvPr>
          <p:cNvSpPr txBox="1"/>
          <p:nvPr/>
        </p:nvSpPr>
        <p:spPr>
          <a:xfrm>
            <a:off x="838200" y="1065690"/>
            <a:ext cx="1079509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800" b="1" dirty="0"/>
              <a:t>Stack Overflow and Underflow</a:t>
            </a:r>
            <a:endParaRPr lang="en-US" sz="2800" dirty="0"/>
          </a:p>
          <a:p>
            <a:r>
              <a:rPr lang="en-US" sz="2800" b="1" dirty="0"/>
              <a:t>Stack Overflow</a:t>
            </a: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Condition when trying to </a:t>
            </a:r>
            <a:r>
              <a:rPr lang="en-US" sz="2800" b="1" dirty="0"/>
              <a:t>push</a:t>
            </a:r>
            <a:r>
              <a:rPr lang="en-US" sz="2800" dirty="0"/>
              <a:t> an element into a </a:t>
            </a:r>
            <a:r>
              <a:rPr lang="en-US" sz="2800" b="1" dirty="0"/>
              <a:t>full stack</a:t>
            </a:r>
            <a:r>
              <a:rPr lang="en-US" sz="2800" dirty="0"/>
              <a:t> (in array).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Example: Trying to add more books when the stack is already full.</a:t>
            </a:r>
          </a:p>
          <a:p>
            <a:endParaRPr lang="en-US" sz="2800" b="1" dirty="0"/>
          </a:p>
          <a:p>
            <a:r>
              <a:rPr lang="en-US" sz="2800" b="1" dirty="0"/>
              <a:t>Stack Underflow</a:t>
            </a: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Condition when trying to </a:t>
            </a:r>
            <a:r>
              <a:rPr lang="en-US" sz="2800" b="1" dirty="0"/>
              <a:t>pop</a:t>
            </a:r>
            <a:r>
              <a:rPr lang="en-US" sz="2800" dirty="0"/>
              <a:t> from an </a:t>
            </a:r>
            <a:r>
              <a:rPr lang="en-US" sz="2800" b="1" dirty="0"/>
              <a:t>empty stack</a:t>
            </a:r>
            <a:r>
              <a:rPr lang="en-US" sz="2800" dirty="0"/>
              <a:t>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Example: Trying to remove a book from an empty stack.</a:t>
            </a:r>
          </a:p>
          <a:p>
            <a:endParaRPr lang="en-US" sz="2800" dirty="0"/>
          </a:p>
          <a:p>
            <a:endParaRPr lang="en-US" sz="2800" dirty="0"/>
          </a:p>
          <a:p>
            <a:pPr algn="just"/>
            <a:endParaRPr lang="en-US" sz="2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B668D77-A1C1-C121-0C8A-269D3C71CB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015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656B1D-71DE-6D68-55E4-C9E1BAF98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D8D3BB6-F022-732E-9BCA-B6396BAF0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9E4BFE1-318D-1944-3A6E-83A51BBE4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9DD87F6-FA14-DB97-6AA8-7381D868AE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2F96B3B-B1A9-D329-3394-99FBFAE91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BBA1E9E-79CD-C37D-D5DD-89E7408891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DC75AF34-D451-762B-6DCE-BC1FE6E5E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8C2A3D01-1A87-A648-B720-73C2F668C3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0DDCB8-B3D9-02FF-F7D9-446F3D9BF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Galgotias</a:t>
            </a:r>
            <a:r>
              <a:rPr lang="en-IN" dirty="0"/>
              <a:t>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2B2488-966E-0266-808C-947098C9F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10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973D846E-C167-0BC9-A0B7-E0CBD9BC60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134F4493-DA5B-7733-0CBE-154F92AF4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(LO-1) 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53B1C9-1D7E-F5A6-868F-4D0166850831}"/>
              </a:ext>
            </a:extLst>
          </p:cNvPr>
          <p:cNvSpPr txBox="1"/>
          <p:nvPr/>
        </p:nvSpPr>
        <p:spPr>
          <a:xfrm>
            <a:off x="838200" y="1065690"/>
            <a:ext cx="1079509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800" b="1" dirty="0"/>
              <a:t>Array Implementation of Stack</a:t>
            </a:r>
          </a:p>
          <a:p>
            <a:endParaRPr lang="en-US" sz="2800" dirty="0"/>
          </a:p>
          <a:p>
            <a:endParaRPr lang="en-US" sz="2800" dirty="0"/>
          </a:p>
          <a:p>
            <a:pPr algn="just"/>
            <a:endParaRPr lang="en-US" sz="2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AEC72C2-B6FB-148F-0734-7C635B638D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8C15A1D-72C3-791A-12E8-C4B056F5E0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042" y="1734587"/>
            <a:ext cx="5163545" cy="427620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F13559C-6E29-A5BB-4FB4-B6C799DEDD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6191" y="1734587"/>
            <a:ext cx="4769009" cy="4360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260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A31797-1FD2-0CC4-F7B0-2E2DA59BA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0892B87-5D24-B19F-C55B-775467AFA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C5C19F8-B499-8DC4-2ABF-76413D1E3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2833529-FAA6-4568-DE36-889F13B9D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DA9FFAA-8BC0-80A4-D51E-48D13F411A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9B0226F-CD12-58AF-EB8B-C67F7CA19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D185B082-1AF1-41AA-A119-4519AAB360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489B4A59-991E-5252-1A0B-F577C74D1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148D92-113D-A09B-3528-3B943BB94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Galgotias</a:t>
            </a:r>
            <a:r>
              <a:rPr lang="en-IN" dirty="0"/>
              <a:t>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3BC32E-DE87-506B-58E5-9A245C415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11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F7E585F-24B6-93B1-A206-609FE62759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DB33777-DEF4-12AB-40D9-16C896D96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(LO-1) 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E1C021-B368-8019-D93A-EEE29DF740CA}"/>
              </a:ext>
            </a:extLst>
          </p:cNvPr>
          <p:cNvSpPr txBox="1"/>
          <p:nvPr/>
        </p:nvSpPr>
        <p:spPr>
          <a:xfrm>
            <a:off x="838200" y="1065690"/>
            <a:ext cx="1079509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800" b="1" dirty="0"/>
              <a:t>Array Implementation of Stack</a:t>
            </a:r>
          </a:p>
          <a:p>
            <a:endParaRPr lang="en-US" sz="2800" dirty="0"/>
          </a:p>
          <a:p>
            <a:endParaRPr lang="en-US" sz="2800" dirty="0"/>
          </a:p>
          <a:p>
            <a:pPr algn="just"/>
            <a:endParaRPr lang="en-US" sz="2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F92DF7D-AD21-9E72-7D93-CCB4CA7CCC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69932E0-9047-2086-D3C3-0906DD0D9D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247" y="2015351"/>
            <a:ext cx="4526554" cy="379943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7184FB1-CB53-23E4-9267-098E03037F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0429" y="2015351"/>
            <a:ext cx="2740171" cy="372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033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14F5E7-68FA-883B-A7DE-BC5D14D7B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BE7691-C38C-0AA9-8D57-03ABE34A18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1813FC7-621A-BB4C-E7B4-CDA41B5738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8D9768C-6503-1E15-F3E0-4DD582E7E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BABAC62-BA8E-9B2C-60E2-738D4D1DE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4FF3D6E-ADD8-3065-62B7-F9B679A8C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CE1E3CB4-04F7-C4DC-5433-8395B534A0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48AD2F23-DCC3-A1F8-5D68-C05347AC0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F4DC4D-3335-F987-E4D6-9FEFB15C8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Galgotias</a:t>
            </a:r>
            <a:r>
              <a:rPr lang="en-IN" dirty="0"/>
              <a:t>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76C21-2807-10EF-81B8-D3F249487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12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03F49BFA-D942-4F8F-1F04-7A50E2AEED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C13EAC9-83BD-6B65-F9A7-142953E03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(LO-1) 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98ED82-B01B-847E-E9AA-4CFC86743462}"/>
              </a:ext>
            </a:extLst>
          </p:cNvPr>
          <p:cNvSpPr txBox="1"/>
          <p:nvPr/>
        </p:nvSpPr>
        <p:spPr>
          <a:xfrm>
            <a:off x="838200" y="1065690"/>
            <a:ext cx="1079509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800" b="1" dirty="0"/>
              <a:t>Linked List Implementation of Stack</a:t>
            </a:r>
            <a:endParaRPr lang="en-US" sz="2800" dirty="0"/>
          </a:p>
          <a:p>
            <a:endParaRPr lang="en-US" sz="2800" dirty="0"/>
          </a:p>
          <a:p>
            <a:pPr algn="just"/>
            <a:endParaRPr lang="en-US" sz="2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B4AD466-2112-A73F-09BD-3DBFA1DF96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D1707B8-D826-4E0D-18FD-5B1194FECE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686" y="2256723"/>
            <a:ext cx="3475021" cy="23395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A3D5338-6E75-03E4-0709-1F27CB982A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5197" y="1649627"/>
            <a:ext cx="6979200" cy="3903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330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0430CE-C183-D477-E83C-5467E97B4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22D7037-EC0E-4850-7274-D4E809B781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CA9197E-1D5B-4615-5EAF-356EE61D0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27A4686-F3A3-7666-9E85-9203929C11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3ECA721-9800-304F-C7DA-6F574EA2C0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0162F82-32CC-76F0-45B8-216EA871EE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EDED5E59-B8D3-163D-202D-4D2D57A7CE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449BA73B-A353-0706-69EB-29FD479A12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9156E8-436D-1151-D033-D1200B713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Galgotias</a:t>
            </a:r>
            <a:r>
              <a:rPr lang="en-IN" dirty="0"/>
              <a:t>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EBD044-8659-8484-DAEE-67BFF888F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13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4B91867A-F162-2889-448C-8F6BD3F640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3D96B08-AAFA-4DB9-AC6E-AFC17A365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(LO-1) 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13DA8D-2A87-8B00-C424-F88C2B56BB1A}"/>
              </a:ext>
            </a:extLst>
          </p:cNvPr>
          <p:cNvSpPr txBox="1"/>
          <p:nvPr/>
        </p:nvSpPr>
        <p:spPr>
          <a:xfrm>
            <a:off x="838200" y="1065690"/>
            <a:ext cx="1079509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800" b="1" dirty="0"/>
              <a:t>Linked List Implementation of Stack</a:t>
            </a:r>
            <a:endParaRPr lang="en-US" sz="2800" dirty="0"/>
          </a:p>
          <a:p>
            <a:endParaRPr lang="en-US" sz="2800" dirty="0"/>
          </a:p>
          <a:p>
            <a:pPr algn="just"/>
            <a:endParaRPr lang="en-US" sz="2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5CEEA0F-2872-533D-9821-3A38464517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E7F3117-D244-EEB3-1B14-EF733D4641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183" y="1609324"/>
            <a:ext cx="4077053" cy="46105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D34D4DB-A33B-FBD1-2752-D770E73363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2960" y="1609324"/>
            <a:ext cx="3017782" cy="322353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C7D4672-2742-9083-82F8-068E8A5F3B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0742" y="1506441"/>
            <a:ext cx="2314575" cy="404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6676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A52CB4-8A66-33A4-8201-7B917FE7B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0B4BFED-F68C-509D-C7A8-5191B3755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C4E7866-26F9-7A1E-1A22-0D865308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C9646B2-5264-8A7D-0DA8-36271339F5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4EF08F6-011A-AB48-FFC6-A82DE5B4F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9BFA97-F0DE-F41E-BAFB-C6C46092BB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DBB738D6-5503-6859-7A48-88442969BD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0793911E-F99A-D815-1B85-51AC80B22D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9408A4-49B0-830C-D7A8-A3EE84085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Galgotias</a:t>
            </a:r>
            <a:r>
              <a:rPr lang="en-IN" dirty="0"/>
              <a:t>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CF8D2-7A80-C728-15F4-EE7870296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14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415D63B-4821-F758-ABAC-B948832BA6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C2D174C5-9581-B906-49FB-F13C76D46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(LO-1) 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8EAB65-AA97-5BBD-0BFC-1A8B1F536FD3}"/>
              </a:ext>
            </a:extLst>
          </p:cNvPr>
          <p:cNvSpPr txBox="1"/>
          <p:nvPr/>
        </p:nvSpPr>
        <p:spPr>
          <a:xfrm>
            <a:off x="838200" y="1065690"/>
            <a:ext cx="1079509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800" b="1" dirty="0"/>
              <a:t>Comparison: Array vs Linked List</a:t>
            </a:r>
          </a:p>
          <a:p>
            <a:endParaRPr lang="en-US" sz="2800" dirty="0"/>
          </a:p>
          <a:p>
            <a:pPr algn="just"/>
            <a:endParaRPr lang="en-US" sz="2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E990B4D-1354-8296-4F7F-A764D2E73D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2DB8B63-B604-1EA1-795C-CA428D97AC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8834" y="1709392"/>
            <a:ext cx="8856966" cy="4621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284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8519F1-0B89-4EB4-3D62-C751E0DF0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1400C-45D1-B069-5B91-210599751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15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F48BF935-342D-FA5C-7B89-95045B1C25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48FC53-1451-ED3C-9DED-9CEC86030A58}"/>
              </a:ext>
            </a:extLst>
          </p:cNvPr>
          <p:cNvSpPr txBox="1"/>
          <p:nvPr/>
        </p:nvSpPr>
        <p:spPr>
          <a:xfrm>
            <a:off x="3169170" y="899733"/>
            <a:ext cx="6093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Assessment: </a:t>
            </a:r>
            <a:r>
              <a:rPr lang="en-IN" sz="3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WooFlash</a:t>
            </a:r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Quiz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39C26A-EA61-EABB-134F-4EE17E5FA1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1609631"/>
            <a:ext cx="8675914" cy="4348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6710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16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298396" y="812726"/>
            <a:ext cx="103731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Summary</a:t>
            </a:r>
          </a:p>
        </p:txBody>
      </p:sp>
      <p:sp>
        <p:nvSpPr>
          <p:cNvPr id="2" name="Rectangle 1"/>
          <p:cNvSpPr/>
          <p:nvPr/>
        </p:nvSpPr>
        <p:spPr>
          <a:xfrm>
            <a:off x="10671589" y="1051486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[1-mins]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B6D466-25B8-9450-2C61-00F147137972}"/>
              </a:ext>
            </a:extLst>
          </p:cNvPr>
          <p:cNvSpPr txBox="1"/>
          <p:nvPr/>
        </p:nvSpPr>
        <p:spPr>
          <a:xfrm>
            <a:off x="904874" y="1600670"/>
            <a:ext cx="1016417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dirty="0"/>
              <a:t>A Stack is a linear data structure that follows the LIFO (Last In, First Out) principle.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dirty="0"/>
              <a:t>It can be implemented using Arrays or Linked Lists.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dirty="0"/>
              <a:t>Choice of implementation depends on memory availability and application requirements.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998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018FB1-5AC0-A361-622A-D2F46CAE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dirty="0" err="1"/>
              <a:t>Galgotias</a:t>
            </a:r>
            <a:r>
              <a:rPr lang="en-IN" dirty="0"/>
              <a:t>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D5415-04E5-9984-5403-67A367538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6510230-8DD5-4BA5-AB2D-CA30FC08F9D7}" type="slidenum">
              <a:rPr lang="en-IN" smtClean="0"/>
              <a:pPr/>
              <a:t>17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3CA3EE49-A6F5-21CE-5CB2-E167474EB0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73C0F83-D21D-A99D-35A6-7A07FC92A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532" y="1076886"/>
            <a:ext cx="10820400" cy="5323913"/>
          </a:xfrm>
        </p:spPr>
        <p:txBody>
          <a:bodyPr/>
          <a:lstStyle/>
          <a:p>
            <a:pPr marL="0" indent="0" algn="just">
              <a:buNone/>
            </a:pPr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Ensure attainment of LO’s in alignment to the learning activities: </a:t>
            </a:r>
          </a:p>
          <a:p>
            <a:pPr marL="0" indent="0" algn="just">
              <a:buNone/>
            </a:pPr>
            <a:endParaRPr lang="en-US" sz="3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671589" y="1065923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</a:p>
        </p:txBody>
      </p:sp>
      <p:graphicFrame>
        <p:nvGraphicFramePr>
          <p:cNvPr id="12" name="Title 1">
            <a:extLst>
              <a:ext uri="{FF2B5EF4-FFF2-40B4-BE49-F238E27FC236}">
                <a16:creationId xmlns:a16="http://schemas.microsoft.com/office/drawing/2014/main" id="{FBB5840F-85BE-5580-FDC6-C72FB2C1E2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7861912"/>
              </p:ext>
            </p:extLst>
          </p:nvPr>
        </p:nvGraphicFramePr>
        <p:xfrm>
          <a:off x="297092" y="22857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0805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91CCA-1BE5-F500-6FE3-9286107B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DC841-660F-050E-F1D5-7EDF89E4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18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48F32E8-1C2C-DDC5-5A63-CE0734EE2B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0722885" y="1022415"/>
            <a:ext cx="9460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65002"/>
            <a:ext cx="3795634" cy="74023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2566" y="1697335"/>
            <a:ext cx="9906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Next Session:</a:t>
            </a:r>
            <a:endParaRPr lang="en-US" sz="3200" dirty="0"/>
          </a:p>
          <a:p>
            <a:endParaRPr lang="en-US" sz="3200" dirty="0"/>
          </a:p>
          <a:p>
            <a:r>
              <a:rPr lang="en-US" sz="3200" dirty="0"/>
              <a:t>Application of Stack: Prefix, Postfix Expression</a:t>
            </a:r>
          </a:p>
        </p:txBody>
      </p:sp>
    </p:spTree>
    <p:extLst>
      <p:ext uri="{BB962C8B-B14F-4D97-AF65-F5344CB8AC3E}">
        <p14:creationId xmlns:p14="http://schemas.microsoft.com/office/powerpoint/2010/main" val="20318083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91CCA-1BE5-F500-6FE3-9286107B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DC841-660F-050E-F1D5-7EDF89E4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19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48F32E8-1C2C-DDC5-5A63-CE0734EE2B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65002"/>
            <a:ext cx="3795634" cy="74023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E4F6F593-41A2-5797-581D-24AD95F1C7D0}"/>
              </a:ext>
            </a:extLst>
          </p:cNvPr>
          <p:cNvSpPr txBox="1">
            <a:spLocks/>
          </p:cNvSpPr>
          <p:nvPr/>
        </p:nvSpPr>
        <p:spPr>
          <a:xfrm>
            <a:off x="674913" y="1071593"/>
            <a:ext cx="8554812" cy="129711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tx2"/>
                </a:solidFill>
              </a:rPr>
              <a:t>Review and Reflection from students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BE5484-3B1F-3E5A-A747-AB427AD79E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07" y="1620953"/>
            <a:ext cx="10447925" cy="4663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45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2890</TotalTime>
  <Words>626</Words>
  <Application>Microsoft Office PowerPoint</Application>
  <PresentationFormat>Widescreen</PresentationFormat>
  <Paragraphs>114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Georgia</vt:lpstr>
      <vt:lpstr>Tahoma</vt:lpstr>
      <vt:lpstr>Times New Roman</vt:lpstr>
      <vt:lpstr>Wingdings</vt:lpstr>
      <vt:lpstr>Office Theme</vt:lpstr>
      <vt:lpstr>Array and Linked List Implementation of Stack   Session No.: 24 Course Name: Data Structures Course Code: R1UC308B   Instructor Name: Akhilesh Kumar Tripathi Duration: 50 mins Date of Conduction of Class: </vt:lpstr>
      <vt:lpstr>PowerPoint Presentation</vt:lpstr>
      <vt:lpstr>PowerPoint Presentation</vt:lpstr>
      <vt:lpstr>PowerPoint Presentation</vt:lpstr>
      <vt:lpstr>Learning Outcomes</vt:lpstr>
      <vt:lpstr>PowerPoint Presentation</vt:lpstr>
      <vt:lpstr>PowerPoint Presentation</vt:lpstr>
      <vt:lpstr>Concept and Definition for (LO-1) </vt:lpstr>
      <vt:lpstr>Concept and Definition for (LO-1) </vt:lpstr>
      <vt:lpstr>Concept and Definition for (LO-1) </vt:lpstr>
      <vt:lpstr>Concept and Definition for (LO-1) </vt:lpstr>
      <vt:lpstr>Concept and Definition for (LO-1) </vt:lpstr>
      <vt:lpstr>Concept and Definition for (LO-1) </vt:lpstr>
      <vt:lpstr>Concept and Definition for (LO-1)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Equilibrium Index    Session No.: 2 Course Name: Advanced Algorithmic Problem Solving Course Code: R1UC601B   Instructor Name: Dr. Subhash chandra Gupta</dc:title>
  <dc:creator>Deepak Gupta</dc:creator>
  <cp:lastModifiedBy>akhilesh tripathi</cp:lastModifiedBy>
  <cp:revision>112</cp:revision>
  <dcterms:created xsi:type="dcterms:W3CDTF">2024-08-22T06:33:55Z</dcterms:created>
  <dcterms:modified xsi:type="dcterms:W3CDTF">2025-11-19T07:55:18Z</dcterms:modified>
</cp:coreProperties>
</file>