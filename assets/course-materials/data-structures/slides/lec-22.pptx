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Play" panose="020B0604020202020204" charset="0"/>
      <p:regular r:id="rId29"/>
      <p:bold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GbZ61XDDgtO6Ku5MM0xDTtGak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lang="en-US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Polynomial Representation</a:t>
            </a:r>
            <a:br>
              <a:rPr lang="en-US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22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</a:t>
            </a:r>
            <a:r>
              <a:rPr lang="en-US" sz="1800" b="1" dirty="0" err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Strucutres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Akhilesh Kumar Tripathi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 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59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Pre-Requisite :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 List data structure (DLL)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Understanding of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nodes, pointers/references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dynamic memory allocation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algebraic knowledge of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2x² + 3x + 5)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3" name="Google Shape;113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Pre-Class Assessment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A8757FB-4280-F751-FE7F-207B722B5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286" y="2009774"/>
            <a:ext cx="5780314" cy="348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4" name="Google Shape;124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4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29" name="Google Shape;129;p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is Linked List?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8" name="Google Shape;138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141" name="Google Shape;141;p5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142" name="Google Shape;142;p5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 addition and multiplication of polynomials</a:t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Represent polynomials using Linked Lists</a:t>
              </a:r>
              <a:endParaRPr/>
            </a:p>
          </p:txBody>
        </p:sp>
      </p:grp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3" name="Google Shape;153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727756" y="1219889"/>
            <a:ext cx="10468176" cy="366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Polynomial Representation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 List-based Node Structure for Polynomials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of Polynomials using Linked List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of Polynomials using Linked List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hands-on activities and reinforce learning through an interactive WooClap and WooFlash tools</a:t>
            </a:r>
            <a:endParaRPr/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1" name="Google Shape;16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2" name="Google Shape;162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" name="Google Shape;167;p7"/>
          <p:cNvGrpSpPr/>
          <p:nvPr/>
        </p:nvGrpSpPr>
        <p:grpSpPr>
          <a:xfrm>
            <a:off x="104932" y="3581578"/>
            <a:ext cx="11615341" cy="2246314"/>
            <a:chOff x="0" y="1991651"/>
            <a:chExt cx="10116400" cy="2246314"/>
          </a:xfrm>
        </p:grpSpPr>
        <p:sp>
          <p:nvSpPr>
            <p:cNvPr id="168" name="Google Shape;168;p7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0" y="2006399"/>
              <a:ext cx="10116400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Think of how a polynomial like </a:t>
              </a:r>
              <a:r>
                <a:rPr lang="en-US" sz="3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3x² + 5x + 2</a:t>
              </a: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can be represented using a data structure.</a:t>
              </a:r>
              <a:endPara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Activity-1 (Think – Pair – Share)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77" name="Google Shape;177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838200" y="1065690"/>
            <a:ext cx="10795098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Polynomial Representation?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mathematical expression consisting of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form of </a:t>
            </a:r>
            <a:r>
              <a:rPr lang="en-US" sz="2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coefficient × variable^exponent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4x² + 3x + 5).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computer science,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 Representation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refers to the way polynomials are stored and manipulated using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 lists are commonly used to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dynamically represent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polynomials by storing each term as a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a coefficient, exponent, and a pointer to the next term.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representation enables efficient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multiplication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polynomials without wasting memory.</a:t>
            </a:r>
            <a:endParaRPr/>
          </a:p>
        </p:txBody>
      </p:sp>
      <p:pic>
        <p:nvPicPr>
          <p:cNvPr id="187" name="Google Shape;18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95" name="Google Shape;195;p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01" name="Google Shape;20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02" name="Google Shape;202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933254" y="917358"/>
            <a:ext cx="9825312" cy="45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Linked List-based Node Structure for Polynomials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038225" y="1369915"/>
            <a:ext cx="10839450" cy="655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polynomial representation using linked lists, each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stored in a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with: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Coefficient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to next node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the polynomial: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P(x) = 4x³ + 9x² + 6x + 7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 Node {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 coefficient;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 exponent;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 Node *next;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6074" y="3133308"/>
            <a:ext cx="2187130" cy="1196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13" name="Google Shape;213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9" name="Google Shape;21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0" name="Google Shape;220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933254" y="917358"/>
            <a:ext cx="9825312" cy="45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Linked List-based Node Structure for Polynomials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1058778" y="1733690"/>
            <a:ext cx="1089258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P(x) = 4x³ + 9x² + 6x + 7</a:t>
            </a:r>
            <a:endParaRPr/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6193" y="2367524"/>
            <a:ext cx="4785775" cy="142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4296" y="3990599"/>
            <a:ext cx="4709568" cy="138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11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32" name="Google Shape;232;p11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8" name="Google Shape;23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39" name="Google Shape;239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 txBox="1">
            <a:spLocks noGrp="1"/>
          </p:cNvSpPr>
          <p:nvPr>
            <p:ph type="title"/>
          </p:nvPr>
        </p:nvSpPr>
        <p:spPr>
          <a:xfrm>
            <a:off x="838199" y="678118"/>
            <a:ext cx="82010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Addition of Polynomials using Linked List</a:t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558589" y="1044577"/>
            <a:ext cx="107952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involves adding two  polynomials by combining their coefficients.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to add the polynomials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922" y="3419339"/>
            <a:ext cx="3511715" cy="31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42321" y="2642965"/>
            <a:ext cx="7157243" cy="3230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12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51" name="Google Shape;251;p12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7" name="Google Shape;2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58" name="Google Shape;258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 txBox="1">
            <a:spLocks noGrp="1"/>
          </p:cNvSpPr>
          <p:nvPr>
            <p:ph type="title"/>
          </p:nvPr>
        </p:nvSpPr>
        <p:spPr>
          <a:xfrm>
            <a:off x="1004965" y="1004146"/>
            <a:ext cx="9753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Algorithm for Polynomial Addition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Here is an example of polynomial addition using linked list in a data structure in c:</a:t>
            </a:r>
            <a:br>
              <a:rPr lang="en-US" sz="2800">
                <a:latin typeface="Tahoma"/>
                <a:ea typeface="Tahoma"/>
                <a:cs typeface="Tahoma"/>
                <a:sym typeface="Tahoma"/>
              </a:rPr>
            </a:b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0" name="Google Shape;26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3345" y="2416722"/>
            <a:ext cx="5565580" cy="380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0979" y="2211472"/>
            <a:ext cx="5228662" cy="42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3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69" name="Google Shape;269;p13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" name="Google Shape;27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76" name="Google Shape;276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 txBox="1">
            <a:spLocks noGrp="1"/>
          </p:cNvSpPr>
          <p:nvPr>
            <p:ph type="title"/>
          </p:nvPr>
        </p:nvSpPr>
        <p:spPr>
          <a:xfrm>
            <a:off x="1004965" y="1004146"/>
            <a:ext cx="9753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Algorithm for Polynomial Addition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Here is an example of polynomial addition using linked list in a data structure in c:</a:t>
            </a:r>
            <a:br>
              <a:rPr lang="en-US" sz="2800">
                <a:latin typeface="Tahoma"/>
                <a:ea typeface="Tahoma"/>
                <a:cs typeface="Tahoma"/>
                <a:sym typeface="Tahoma"/>
              </a:rPr>
            </a:b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8" name="Google Shape;27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0054" y="2430076"/>
            <a:ext cx="4982827" cy="229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5794" y="2386519"/>
            <a:ext cx="4648897" cy="340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4964" y="4999308"/>
            <a:ext cx="2138285" cy="1082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14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88" name="Google Shape;288;p14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4" name="Google Shape;29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95" name="Google Shape;295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004965" y="1004146"/>
            <a:ext cx="9753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Multiplication of two polynomials using linked lists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/>
            </a:br>
            <a:br>
              <a:rPr lang="en-US" sz="2800"/>
            </a:br>
            <a:br>
              <a:rPr lang="en-US" sz="2800">
                <a:latin typeface="Tahoma"/>
                <a:ea typeface="Tahoma"/>
                <a:cs typeface="Tahoma"/>
                <a:sym typeface="Tahoma"/>
              </a:rPr>
            </a:b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7" name="Google Shape;2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2171" y="1429181"/>
            <a:ext cx="4408029" cy="2517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15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05" name="Google Shape;305;p15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12" name="Google Shape;312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5"/>
          <p:cNvSpPr txBox="1">
            <a:spLocks noGrp="1"/>
          </p:cNvSpPr>
          <p:nvPr>
            <p:ph type="title"/>
          </p:nvPr>
        </p:nvSpPr>
        <p:spPr>
          <a:xfrm>
            <a:off x="1004965" y="1004146"/>
            <a:ext cx="9753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Algorithm for Polynomial Multiplication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/>
            </a:br>
            <a:br>
              <a:rPr lang="en-US" sz="2800"/>
            </a:br>
            <a:br>
              <a:rPr lang="en-US" sz="2800">
                <a:latin typeface="Tahoma"/>
                <a:ea typeface="Tahoma"/>
                <a:cs typeface="Tahoma"/>
                <a:sym typeface="Tahoma"/>
              </a:rPr>
            </a:b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4" name="Google Shape;31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2204" y="1443034"/>
            <a:ext cx="5121084" cy="406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0527" y="1443034"/>
            <a:ext cx="4343776" cy="2842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16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23" name="Google Shape;323;p16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29" name="Google Shape;32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30" name="Google Shape;330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6"/>
          <p:cNvSpPr txBox="1">
            <a:spLocks noGrp="1"/>
          </p:cNvSpPr>
          <p:nvPr>
            <p:ph type="title"/>
          </p:nvPr>
        </p:nvSpPr>
        <p:spPr>
          <a:xfrm>
            <a:off x="1004965" y="1004146"/>
            <a:ext cx="9753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Algorithm for Polynomial Multiplication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/>
            </a:br>
            <a:br>
              <a:rPr lang="en-US" sz="2800"/>
            </a:br>
            <a:br>
              <a:rPr lang="en-US" sz="2800">
                <a:latin typeface="Tahoma"/>
                <a:ea typeface="Tahoma"/>
                <a:cs typeface="Tahoma"/>
                <a:sym typeface="Tahoma"/>
              </a:rPr>
            </a:b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2" name="Google Shape;33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3920" y="1404930"/>
            <a:ext cx="4362955" cy="413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46437" y="1404930"/>
            <a:ext cx="5121084" cy="463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17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41" name="Google Shape;341;p17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7" name="Google Shape;34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48" name="Google Shape;348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 txBox="1">
            <a:spLocks noGrp="1"/>
          </p:cNvSpPr>
          <p:nvPr>
            <p:ph type="title"/>
          </p:nvPr>
        </p:nvSpPr>
        <p:spPr>
          <a:xfrm>
            <a:off x="1004965" y="1004146"/>
            <a:ext cx="9753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Algorithm for Polynomial Multiplication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/>
            </a:br>
            <a:br>
              <a:rPr lang="en-US" sz="2800"/>
            </a:br>
            <a:br>
              <a:rPr lang="en-US" sz="2800">
                <a:latin typeface="Tahoma"/>
                <a:ea typeface="Tahoma"/>
                <a:cs typeface="Tahoma"/>
                <a:sym typeface="Tahoma"/>
              </a:rPr>
            </a:b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0" name="Google Shape;35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32" y="176894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9293" y="1496621"/>
            <a:ext cx="3749365" cy="215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8042" y="1153490"/>
            <a:ext cx="3787752" cy="499955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7"/>
          <p:cNvSpPr txBox="1"/>
          <p:nvPr/>
        </p:nvSpPr>
        <p:spPr>
          <a:xfrm>
            <a:off x="1323975" y="4145743"/>
            <a:ext cx="6096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 1: 3x^2 + 5x^1 + 6x^0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 2: 6x^1 + 8x^0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Resultant Polynomial after Multiplication: 18x^3 + 54x^2 + 76x^1 + 48x^0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60" name="Google Shape;360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8"/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Assessment: WooFlash Quiz</a:t>
            </a:r>
            <a:endParaRPr/>
          </a:p>
        </p:txBody>
      </p:sp>
      <p:pic>
        <p:nvPicPr>
          <p:cNvPr id="362" name="Google Shape;36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024CA5-C2ED-15F6-F1EC-45498EBE2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43" y="1606456"/>
            <a:ext cx="9916886" cy="43518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9" name="Google Shape;36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70" name="Google Shape;370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9"/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373" name="Google Shape;37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9"/>
          <p:cNvSpPr txBox="1"/>
          <p:nvPr/>
        </p:nvSpPr>
        <p:spPr>
          <a:xfrm>
            <a:off x="1133474" y="2073297"/>
            <a:ext cx="10062457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 representation using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 lists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provides a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and efficient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way to store and manipulate terms.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explored the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structure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containing coefficient, exponent, and pointer to the next node.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Learned algorithms for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polynomials using linked lists.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approach ensures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efficiency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supports operations on polynomials of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varying degrees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Prepares the foundation for applying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solve real-world computational problems.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80" name="Google Shape;38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81" name="Google Shape;381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0"/>
          <p:cNvSpPr txBox="1">
            <a:spLocks noGrp="1"/>
          </p:cNvSpPr>
          <p:nvPr>
            <p:ph type="body" idx="1"/>
          </p:nvPr>
        </p:nvSpPr>
        <p:spPr>
          <a:xfrm>
            <a:off x="375532" y="1076886"/>
            <a:ext cx="10820400" cy="53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384" name="Google Shape;384;p20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385" name="Google Shape;385;p20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0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 addition and multiplication of polynomials.</a:t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0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Represent polynomials using Linked Lists.</a:t>
              </a:r>
              <a:endParaRPr/>
            </a:p>
          </p:txBody>
        </p:sp>
      </p:grpSp>
      <p:pic>
        <p:nvPicPr>
          <p:cNvPr id="389" name="Google Shape;38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95" name="Google Shape;39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96" name="Google Shape;396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1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/>
          </a:p>
        </p:txBody>
      </p:sp>
      <p:pic>
        <p:nvPicPr>
          <p:cNvPr id="398" name="Google Shape;39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1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Stack: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Introduction, Abstract Data Type, Primitive Stack operations: Push &amp; Pop.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05" name="Google Shape;40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406" name="Google Shape;406;p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 txBox="1"/>
          <p:nvPr/>
        </p:nvSpPr>
        <p:spPr>
          <a:xfrm>
            <a:off x="674913" y="1071593"/>
            <a:ext cx="8554812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  <p:pic>
        <p:nvPicPr>
          <p:cNvPr id="409" name="Google Shape;409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3740" y="1714500"/>
            <a:ext cx="9781501" cy="4366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738</Words>
  <Application>Microsoft Office PowerPoint</Application>
  <PresentationFormat>Widescreen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Tahoma</vt:lpstr>
      <vt:lpstr>Times New Roman</vt:lpstr>
      <vt:lpstr>Play</vt:lpstr>
      <vt:lpstr>Calibri</vt:lpstr>
      <vt:lpstr>Arial</vt:lpstr>
      <vt:lpstr>Georgia</vt:lpstr>
      <vt:lpstr>Noto Sans Symbols</vt:lpstr>
      <vt:lpstr>Office Theme</vt:lpstr>
      <vt:lpstr>Polynomial Representation   Session No.: 22 Course Name: Data Strucutres Course Code: R1UC308B   Instructor Name: Akhilesh Kumar Tripathi Duration: 50 mins Date of Conduction of Class: 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Linked List-based Node Structure for Polynomials</vt:lpstr>
      <vt:lpstr>Linked List-based Node Structure for Polynomials</vt:lpstr>
      <vt:lpstr>Addition of Polynomials using Linked List</vt:lpstr>
      <vt:lpstr> Algorithm for Polynomial Addition  Here is an example of polynomial addition using linked list in a data structure in c: </vt:lpstr>
      <vt:lpstr> Algorithm for Polynomial Addition  Here is an example of polynomial addition using linked list in a data structure in c: </vt:lpstr>
      <vt:lpstr> Multiplication of two polynomials using linked lists    </vt:lpstr>
      <vt:lpstr> Algorithm for Polynomial Multiplication    </vt:lpstr>
      <vt:lpstr> Algorithm for Polynomial Multiplication    </vt:lpstr>
      <vt:lpstr> Algorithm for Polynomial Multiplication 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3</cp:revision>
  <dcterms:created xsi:type="dcterms:W3CDTF">2024-08-22T06:33:55Z</dcterms:created>
  <dcterms:modified xsi:type="dcterms:W3CDTF">2025-11-19T07:25:31Z</dcterms:modified>
</cp:coreProperties>
</file>