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82" r:id="rId3"/>
    <p:sldId id="297" r:id="rId4"/>
    <p:sldId id="293" r:id="rId5"/>
    <p:sldId id="290" r:id="rId6"/>
    <p:sldId id="314" r:id="rId7"/>
    <p:sldId id="260" r:id="rId8"/>
    <p:sldId id="330" r:id="rId9"/>
    <p:sldId id="331" r:id="rId10"/>
    <p:sldId id="332" r:id="rId11"/>
    <p:sldId id="334" r:id="rId12"/>
    <p:sldId id="335" r:id="rId13"/>
    <p:sldId id="336" r:id="rId14"/>
    <p:sldId id="337" r:id="rId15"/>
    <p:sldId id="338" r:id="rId16"/>
    <p:sldId id="339" r:id="rId17"/>
    <p:sldId id="341" r:id="rId18"/>
    <p:sldId id="340" r:id="rId19"/>
    <p:sldId id="333" r:id="rId20"/>
    <p:sldId id="342" r:id="rId21"/>
    <p:sldId id="315" r:id="rId22"/>
    <p:sldId id="299" r:id="rId23"/>
    <p:sldId id="300" r:id="rId24"/>
    <p:sldId id="301" r:id="rId25"/>
    <p:sldId id="302"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59" d="100"/>
          <a:sy n="59" d="100"/>
        </p:scale>
        <p:origin x="964"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Anupam Kumar Sharma" userId="550e56936179f404" providerId="LiveId" clId="{A3230177-DABA-49D4-AB5C-04BB74AFD6EE}"/>
    <pc:docChg chg="modSld">
      <pc:chgData name="Dr. Anupam Kumar Sharma" userId="550e56936179f404" providerId="LiveId" clId="{A3230177-DABA-49D4-AB5C-04BB74AFD6EE}" dt="2025-02-08T06:24:43.247" v="62" actId="20577"/>
      <pc:docMkLst>
        <pc:docMk/>
      </pc:docMkLst>
      <pc:sldChg chg="modSp mod">
        <pc:chgData name="Dr. Anupam Kumar Sharma" userId="550e56936179f404" providerId="LiveId" clId="{A3230177-DABA-49D4-AB5C-04BB74AFD6EE}" dt="2025-02-08T06:23:49.386" v="0" actId="20577"/>
        <pc:sldMkLst>
          <pc:docMk/>
          <pc:sldMk cId="2766167463" sldId="262"/>
        </pc:sldMkLst>
        <pc:spChg chg="mod">
          <ac:chgData name="Dr. Anupam Kumar Sharma" userId="550e56936179f404" providerId="LiveId" clId="{A3230177-DABA-49D4-AB5C-04BB74AFD6EE}" dt="2025-02-08T06:23:49.386" v="0" actId="20577"/>
          <ac:spMkLst>
            <pc:docMk/>
            <pc:sldMk cId="2766167463" sldId="262"/>
            <ac:spMk id="4" creationId="{C97E1C1E-F10A-E4F4-6797-225812D669BF}"/>
          </ac:spMkLst>
        </pc:spChg>
      </pc:sldChg>
      <pc:sldChg chg="modSp mod">
        <pc:chgData name="Dr. Anupam Kumar Sharma" userId="550e56936179f404" providerId="LiveId" clId="{A3230177-DABA-49D4-AB5C-04BB74AFD6EE}" dt="2025-02-08T06:24:43.247" v="62" actId="20577"/>
        <pc:sldMkLst>
          <pc:docMk/>
          <pc:sldMk cId="1311328748" sldId="284"/>
        </pc:sldMkLst>
        <pc:spChg chg="mod">
          <ac:chgData name="Dr. Anupam Kumar Sharma" userId="550e56936179f404" providerId="LiveId" clId="{A3230177-DABA-49D4-AB5C-04BB74AFD6EE}" dt="2025-02-08T06:24:43.247" v="62" actId="20577"/>
          <ac:spMkLst>
            <pc:docMk/>
            <pc:sldMk cId="1311328748" sldId="284"/>
            <ac:spMk id="10" creationId="{A92BCC8A-DA75-739D-5118-196EB9E2238A}"/>
          </ac:spMkLst>
        </pc:spChg>
      </pc:sldChg>
    </pc:docChg>
  </pc:docChgLst>
  <pc:docChgLst>
    <pc:chgData name="Deepak Gupta" userId="f4ce486c0feb88f7" providerId="LiveId" clId="{677CE2BF-E837-4849-B11C-0944C199F6A4}"/>
    <pc:docChg chg="undo custSel addSld delSld modSld sldOrd">
      <pc:chgData name="Deepak Gupta" userId="f4ce486c0feb88f7" providerId="LiveId" clId="{677CE2BF-E837-4849-B11C-0944C199F6A4}" dt="2024-09-19T16:05:47.471" v="1042" actId="20577"/>
      <pc:docMkLst>
        <pc:docMk/>
      </pc:docMkLst>
      <pc:sldChg chg="addSp delSp modSp mod">
        <pc:chgData name="Deepak Gupta" userId="f4ce486c0feb88f7" providerId="LiveId" clId="{677CE2BF-E837-4849-B11C-0944C199F6A4}" dt="2024-09-19T10:54:48.137" v="896" actId="14100"/>
        <pc:sldMkLst>
          <pc:docMk/>
          <pc:sldMk cId="2827898987" sldId="256"/>
        </pc:sldMkLst>
      </pc:sldChg>
      <pc:sldChg chg="addSp delSp modSp mod">
        <pc:chgData name="Deepak Gupta" userId="f4ce486c0feb88f7" providerId="LiveId" clId="{677CE2BF-E837-4849-B11C-0944C199F6A4}" dt="2024-09-19T13:17:37.213" v="905" actId="20577"/>
        <pc:sldMkLst>
          <pc:docMk/>
          <pc:sldMk cId="2304652768" sldId="257"/>
        </pc:sldMkLst>
      </pc:sldChg>
      <pc:sldChg chg="addSp delSp modSp del mod">
        <pc:chgData name="Deepak Gupta" userId="f4ce486c0feb88f7" providerId="LiveId" clId="{677CE2BF-E837-4849-B11C-0944C199F6A4}" dt="2024-09-19T10:28:20.262" v="603" actId="47"/>
        <pc:sldMkLst>
          <pc:docMk/>
          <pc:sldMk cId="2082919323" sldId="258"/>
        </pc:sldMkLst>
      </pc:sldChg>
      <pc:sldChg chg="addSp delSp modSp mod">
        <pc:chgData name="Deepak Gupta" userId="f4ce486c0feb88f7" providerId="LiveId" clId="{677CE2BF-E837-4849-B11C-0944C199F6A4}" dt="2024-09-19T16:05:37.951" v="1041" actId="20577"/>
        <pc:sldMkLst>
          <pc:docMk/>
          <pc:sldMk cId="2838591685" sldId="259"/>
        </pc:sldMkLst>
      </pc:sldChg>
      <pc:sldChg chg="addSp delSp modSp mod ord">
        <pc:chgData name="Deepak Gupta" userId="f4ce486c0feb88f7" providerId="LiveId" clId="{677CE2BF-E837-4849-B11C-0944C199F6A4}" dt="2024-09-19T13:19:05.241" v="971" actId="20577"/>
        <pc:sldMkLst>
          <pc:docMk/>
          <pc:sldMk cId="3872618460" sldId="260"/>
        </pc:sldMkLst>
      </pc:sldChg>
      <pc:sldChg chg="addSp delSp modSp mod">
        <pc:chgData name="Deepak Gupta" userId="f4ce486c0feb88f7" providerId="LiveId" clId="{677CE2BF-E837-4849-B11C-0944C199F6A4}" dt="2024-09-19T10:49:45.066" v="860" actId="1076"/>
        <pc:sldMkLst>
          <pc:docMk/>
          <pc:sldMk cId="3459659325" sldId="261"/>
        </pc:sldMkLst>
      </pc:sldChg>
      <pc:sldChg chg="addSp delSp modSp mod ord modAnim">
        <pc:chgData name="Deepak Gupta" userId="f4ce486c0feb88f7" providerId="LiveId" clId="{677CE2BF-E837-4849-B11C-0944C199F6A4}" dt="2024-09-19T10:42:32.396" v="827" actId="20577"/>
        <pc:sldMkLst>
          <pc:docMk/>
          <pc:sldMk cId="2766167463" sldId="262"/>
        </pc:sldMkLst>
      </pc:sldChg>
      <pc:sldChg chg="addSp delSp modSp add del mod ord">
        <pc:chgData name="Deepak Gupta" userId="f4ce486c0feb88f7" providerId="LiveId" clId="{677CE2BF-E837-4849-B11C-0944C199F6A4}" dt="2024-09-19T10:49:48.904" v="861" actId="1076"/>
        <pc:sldMkLst>
          <pc:docMk/>
          <pc:sldMk cId="910051450" sldId="263"/>
        </pc:sldMkLst>
      </pc:sldChg>
      <pc:sldChg chg="addSp modSp del">
        <pc:chgData name="Deepak Gupta" userId="f4ce486c0feb88f7" providerId="LiveId" clId="{677CE2BF-E837-4849-B11C-0944C199F6A4}" dt="2024-09-19T09:07:04.651" v="356" actId="47"/>
        <pc:sldMkLst>
          <pc:docMk/>
          <pc:sldMk cId="451014338" sldId="264"/>
        </pc:sldMkLst>
      </pc:sldChg>
      <pc:sldChg chg="addSp delSp modSp del mod modShow">
        <pc:chgData name="Deepak Gupta" userId="f4ce486c0feb88f7" providerId="LiveId" clId="{677CE2BF-E837-4849-B11C-0944C199F6A4}" dt="2024-09-19T10:43:05.663" v="830" actId="47"/>
        <pc:sldMkLst>
          <pc:docMk/>
          <pc:sldMk cId="2876040498" sldId="265"/>
        </pc:sldMkLst>
      </pc:sldChg>
      <pc:sldChg chg="del">
        <pc:chgData name="Deepak Gupta" userId="f4ce486c0feb88f7" providerId="LiveId" clId="{677CE2BF-E837-4849-B11C-0944C199F6A4}" dt="2024-09-19T10:43:05.663" v="830" actId="47"/>
        <pc:sldMkLst>
          <pc:docMk/>
          <pc:sldMk cId="4107507446" sldId="266"/>
        </pc:sldMkLst>
      </pc:sldChg>
      <pc:sldChg chg="del">
        <pc:chgData name="Deepak Gupta" userId="f4ce486c0feb88f7" providerId="LiveId" clId="{677CE2BF-E837-4849-B11C-0944C199F6A4}" dt="2024-09-19T10:43:05.663" v="830" actId="47"/>
        <pc:sldMkLst>
          <pc:docMk/>
          <pc:sldMk cId="4213006857" sldId="267"/>
        </pc:sldMkLst>
      </pc:sldChg>
      <pc:sldChg chg="del">
        <pc:chgData name="Deepak Gupta" userId="f4ce486c0feb88f7" providerId="LiveId" clId="{677CE2BF-E837-4849-B11C-0944C199F6A4}" dt="2024-09-19T10:43:05.663" v="830" actId="47"/>
        <pc:sldMkLst>
          <pc:docMk/>
          <pc:sldMk cId="1424160661" sldId="268"/>
        </pc:sldMkLst>
      </pc:sldChg>
      <pc:sldChg chg="del">
        <pc:chgData name="Deepak Gupta" userId="f4ce486c0feb88f7" providerId="LiveId" clId="{677CE2BF-E837-4849-B11C-0944C199F6A4}" dt="2024-09-19T10:43:05.663" v="830" actId="47"/>
        <pc:sldMkLst>
          <pc:docMk/>
          <pc:sldMk cId="4137767190" sldId="269"/>
        </pc:sldMkLst>
      </pc:sldChg>
      <pc:sldChg chg="del">
        <pc:chgData name="Deepak Gupta" userId="f4ce486c0feb88f7" providerId="LiveId" clId="{677CE2BF-E837-4849-B11C-0944C199F6A4}" dt="2024-09-19T10:43:05.663" v="830" actId="47"/>
        <pc:sldMkLst>
          <pc:docMk/>
          <pc:sldMk cId="2876323008" sldId="270"/>
        </pc:sldMkLst>
      </pc:sldChg>
      <pc:sldChg chg="del">
        <pc:chgData name="Deepak Gupta" userId="f4ce486c0feb88f7" providerId="LiveId" clId="{677CE2BF-E837-4849-B11C-0944C199F6A4}" dt="2024-09-19T10:43:05.663" v="830" actId="47"/>
        <pc:sldMkLst>
          <pc:docMk/>
          <pc:sldMk cId="1915059173" sldId="271"/>
        </pc:sldMkLst>
      </pc:sldChg>
      <pc:sldChg chg="del">
        <pc:chgData name="Deepak Gupta" userId="f4ce486c0feb88f7" providerId="LiveId" clId="{677CE2BF-E837-4849-B11C-0944C199F6A4}" dt="2024-09-19T10:43:05.663" v="830" actId="47"/>
        <pc:sldMkLst>
          <pc:docMk/>
          <pc:sldMk cId="1361921725" sldId="272"/>
        </pc:sldMkLst>
      </pc:sldChg>
      <pc:sldChg chg="delSp del mod">
        <pc:chgData name="Deepak Gupta" userId="f4ce486c0feb88f7" providerId="LiveId" clId="{677CE2BF-E837-4849-B11C-0944C199F6A4}" dt="2024-09-19T10:43:05.663" v="830" actId="47"/>
        <pc:sldMkLst>
          <pc:docMk/>
          <pc:sldMk cId="1087418707" sldId="273"/>
        </pc:sldMkLst>
      </pc:sldChg>
      <pc:sldChg chg="delSp del mod">
        <pc:chgData name="Deepak Gupta" userId="f4ce486c0feb88f7" providerId="LiveId" clId="{677CE2BF-E837-4849-B11C-0944C199F6A4}" dt="2024-09-19T10:43:05.663" v="830" actId="47"/>
        <pc:sldMkLst>
          <pc:docMk/>
          <pc:sldMk cId="556051784" sldId="274"/>
        </pc:sldMkLst>
      </pc:sldChg>
      <pc:sldChg chg="delSp del mod">
        <pc:chgData name="Deepak Gupta" userId="f4ce486c0feb88f7" providerId="LiveId" clId="{677CE2BF-E837-4849-B11C-0944C199F6A4}" dt="2024-09-19T10:43:05.663" v="830" actId="47"/>
        <pc:sldMkLst>
          <pc:docMk/>
          <pc:sldMk cId="1956341652" sldId="275"/>
        </pc:sldMkLst>
      </pc:sldChg>
      <pc:sldChg chg="addSp delSp modSp mod">
        <pc:chgData name="Deepak Gupta" userId="f4ce486c0feb88f7" providerId="LiveId" clId="{677CE2BF-E837-4849-B11C-0944C199F6A4}" dt="2024-09-19T16:02:44.941" v="1020" actId="20577"/>
        <pc:sldMkLst>
          <pc:docMk/>
          <pc:sldMk cId="3038196460" sldId="276"/>
        </pc:sldMkLst>
      </pc:sldChg>
      <pc:sldChg chg="addSp delSp modSp mod ord">
        <pc:chgData name="Deepak Gupta" userId="f4ce486c0feb88f7" providerId="LiveId" clId="{677CE2BF-E837-4849-B11C-0944C199F6A4}" dt="2024-09-19T16:05:12.490" v="1039" actId="122"/>
        <pc:sldMkLst>
          <pc:docMk/>
          <pc:sldMk cId="571638906" sldId="277"/>
        </pc:sldMkLst>
      </pc:sldChg>
      <pc:sldChg chg="delSp del mod modShow">
        <pc:chgData name="Deepak Gupta" userId="f4ce486c0feb88f7" providerId="LiveId" clId="{677CE2BF-E837-4849-B11C-0944C199F6A4}" dt="2024-09-19T10:43:09.124" v="831" actId="47"/>
        <pc:sldMkLst>
          <pc:docMk/>
          <pc:sldMk cId="2898612680" sldId="279"/>
        </pc:sldMkLst>
      </pc:sldChg>
      <pc:sldChg chg="modSp del mod">
        <pc:chgData name="Deepak Gupta" userId="f4ce486c0feb88f7" providerId="LiveId" clId="{677CE2BF-E837-4849-B11C-0944C199F6A4}" dt="2024-09-19T09:07:48.008" v="370" actId="47"/>
        <pc:sldMkLst>
          <pc:docMk/>
          <pc:sldMk cId="2971570162" sldId="280"/>
        </pc:sldMkLst>
      </pc:sldChg>
      <pc:sldChg chg="addSp delSp modSp mod">
        <pc:chgData name="Deepak Gupta" userId="f4ce486c0feb88f7" providerId="LiveId" clId="{677CE2BF-E837-4849-B11C-0944C199F6A4}" dt="2024-09-19T16:04:53.675" v="1036" actId="1076"/>
        <pc:sldMkLst>
          <pc:docMk/>
          <pc:sldMk cId="504224323" sldId="281"/>
        </pc:sldMkLst>
      </pc:sldChg>
      <pc:sldChg chg="addSp delSp modSp mod">
        <pc:chgData name="Deepak Gupta" userId="f4ce486c0feb88f7" providerId="LiveId" clId="{677CE2BF-E837-4849-B11C-0944C199F6A4}" dt="2024-09-19T13:17:44.328" v="912" actId="20577"/>
        <pc:sldMkLst>
          <pc:docMk/>
          <pc:sldMk cId="2767214766" sldId="282"/>
        </pc:sldMkLst>
      </pc:sldChg>
      <pc:sldChg chg="addSp delSp modSp mod">
        <pc:chgData name="Deepak Gupta" userId="f4ce486c0feb88f7" providerId="LiveId" clId="{677CE2BF-E837-4849-B11C-0944C199F6A4}" dt="2024-09-19T09:15:18.724" v="428"/>
        <pc:sldMkLst>
          <pc:docMk/>
          <pc:sldMk cId="2892535565" sldId="283"/>
        </pc:sldMkLst>
      </pc:sldChg>
      <pc:sldChg chg="modSp del mod">
        <pc:chgData name="Deepak Gupta" userId="f4ce486c0feb88f7" providerId="LiveId" clId="{677CE2BF-E837-4849-B11C-0944C199F6A4}" dt="2024-09-19T08:51:09.163" v="57" actId="47"/>
        <pc:sldMkLst>
          <pc:docMk/>
          <pc:sldMk cId="194486472" sldId="284"/>
        </pc:sldMkLst>
      </pc:sldChg>
      <pc:sldChg chg="addSp delSp modSp add mod ord">
        <pc:chgData name="Deepak Gupta" userId="f4ce486c0feb88f7" providerId="LiveId" clId="{677CE2BF-E837-4849-B11C-0944C199F6A4}" dt="2024-09-19T09:16:49.650" v="447"/>
        <pc:sldMkLst>
          <pc:docMk/>
          <pc:sldMk cId="1311328748" sldId="284"/>
        </pc:sldMkLst>
      </pc:sldChg>
      <pc:sldChg chg="addSp delSp modSp new mod setBg">
        <pc:chgData name="Deepak Gupta" userId="f4ce486c0feb88f7" providerId="LiveId" clId="{677CE2BF-E837-4849-B11C-0944C199F6A4}" dt="2024-09-19T16:05:47.471" v="1042" actId="20577"/>
        <pc:sldMkLst>
          <pc:docMk/>
          <pc:sldMk cId="1142559352" sldId="285"/>
        </pc:sldMkLst>
      </pc:sldChg>
      <pc:sldChg chg="addSp delSp modSp add mod setBg delDesignElem">
        <pc:chgData name="Deepak Gupta" userId="f4ce486c0feb88f7" providerId="LiveId" clId="{677CE2BF-E837-4849-B11C-0944C199F6A4}" dt="2024-09-19T10:38:39.066" v="792" actId="20577"/>
        <pc:sldMkLst>
          <pc:docMk/>
          <pc:sldMk cId="2450607305" sldId="286"/>
        </pc:sldMkLst>
      </pc:sldChg>
      <pc:sldChg chg="delSp modSp add del mod setBg delDesignElem">
        <pc:chgData name="Deepak Gupta" userId="f4ce486c0feb88f7" providerId="LiveId" clId="{677CE2BF-E837-4849-B11C-0944C199F6A4}" dt="2024-09-19T09:06:57.341" v="354" actId="47"/>
        <pc:sldMkLst>
          <pc:docMk/>
          <pc:sldMk cId="1874929756" sldId="287"/>
        </pc:sldMkLst>
      </pc:sldChg>
      <pc:sldChg chg="addSp delSp modSp add mod setBg modAnim delDesignElem">
        <pc:chgData name="Deepak Gupta" userId="f4ce486c0feb88f7" providerId="LiveId" clId="{677CE2BF-E837-4849-B11C-0944C199F6A4}" dt="2024-09-19T10:42:45.558" v="829" actId="20577"/>
        <pc:sldMkLst>
          <pc:docMk/>
          <pc:sldMk cId="1420671087" sldId="288"/>
        </pc:sldMkLst>
      </pc:sldChg>
      <pc:sldChg chg="addSp delSp modSp add mod setBg delDesignElem">
        <pc:chgData name="Deepak Gupta" userId="f4ce486c0feb88f7" providerId="LiveId" clId="{677CE2BF-E837-4849-B11C-0944C199F6A4}" dt="2024-09-19T16:03:56.052" v="1030" actId="20577"/>
        <pc:sldMkLst>
          <pc:docMk/>
          <pc:sldMk cId="3874097403" sldId="289"/>
        </pc:sldMkLst>
      </pc:sldChg>
      <pc:sldChg chg="modSp add mod ord">
        <pc:chgData name="Deepak Gupta" userId="f4ce486c0feb88f7" providerId="LiveId" clId="{677CE2BF-E837-4849-B11C-0944C199F6A4}" dt="2024-09-19T16:04:30.742" v="1032" actId="404"/>
        <pc:sldMkLst>
          <pc:docMk/>
          <pc:sldMk cId="398271834" sldId="290"/>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ED251F-A7A3-4D25-B004-4241BE03EDC3}" type="doc">
      <dgm:prSet loTypeId="urn:microsoft.com/office/officeart/2005/8/layout/process4" loCatId="process" qsTypeId="urn:microsoft.com/office/officeart/2005/8/quickstyle/simple1" qsCatId="simple" csTypeId="urn:microsoft.com/office/officeart/2005/8/colors/colorful2" csCatId="colorful" phldr="1"/>
      <dgm:spPr/>
      <dgm:t>
        <a:bodyPr/>
        <a:lstStyle/>
        <a:p>
          <a:endParaRPr lang="en-US"/>
        </a:p>
      </dgm:t>
    </dgm:pt>
    <dgm:pt modelId="{DFBD6BAB-0140-48B9-9073-E08FDCB01885}">
      <dgm:prSet custT="1"/>
      <dgm:spPr/>
      <dgm:t>
        <a:bodyPr/>
        <a:lstStyle/>
        <a:p>
          <a:pPr algn="just"/>
          <a:r>
            <a:rPr lang="en-US" sz="2800" dirty="0">
              <a:latin typeface="Times New Roman" panose="02020603050405020304" pitchFamily="18" charset="0"/>
              <a:cs typeface="Times New Roman" panose="02020603050405020304" pitchFamily="18" charset="0"/>
            </a:rPr>
            <a:t>To explain the divide-and-conquer strategy in Quick Sort and how partitioning is used to recursively sort </a:t>
          </a:r>
          <a:r>
            <a:rPr lang="en-US" sz="2800" dirty="0" err="1">
              <a:latin typeface="Times New Roman" panose="02020603050405020304" pitchFamily="18" charset="0"/>
              <a:cs typeface="Times New Roman" panose="02020603050405020304" pitchFamily="18" charset="0"/>
            </a:rPr>
            <a:t>subarrays</a:t>
          </a:r>
          <a:r>
            <a:rPr lang="en-US" sz="2800" dirty="0">
              <a:latin typeface="Times New Roman" panose="02020603050405020304" pitchFamily="18" charset="0"/>
              <a:cs typeface="Times New Roman" panose="02020603050405020304" pitchFamily="18" charset="0"/>
            </a:rPr>
            <a:t>.</a:t>
          </a:r>
        </a:p>
      </dgm:t>
    </dgm:pt>
    <dgm:pt modelId="{A7069F57-F0E9-4BC0-BE1B-B8F059C9E5B6}" type="parTrans" cxnId="{32A129EE-3813-43B6-AF53-E9A6D3182FA2}">
      <dgm:prSet/>
      <dgm:spPr/>
      <dgm:t>
        <a:bodyPr/>
        <a:lstStyle/>
        <a:p>
          <a:endParaRPr lang="en-US"/>
        </a:p>
      </dgm:t>
    </dgm:pt>
    <dgm:pt modelId="{0715BA3E-6351-4C71-A2A0-855403651045}" type="sibTrans" cxnId="{32A129EE-3813-43B6-AF53-E9A6D3182FA2}">
      <dgm:prSet/>
      <dgm:spPr/>
      <dgm:t>
        <a:bodyPr/>
        <a:lstStyle/>
        <a:p>
          <a:endParaRPr lang="en-US"/>
        </a:p>
      </dgm:t>
    </dgm:pt>
    <dgm:pt modelId="{A3B4F848-7886-4B10-8E34-39E0B844A474}">
      <dgm:prSet custT="1"/>
      <dgm:spPr/>
      <dgm:t>
        <a:bodyPr/>
        <a:lstStyle/>
        <a:p>
          <a:pPr algn="just">
            <a:tabLst>
              <a:tab pos="5994400" algn="l"/>
            </a:tabLst>
          </a:pPr>
          <a:r>
            <a:rPr lang="en-US" sz="2800" dirty="0">
              <a:latin typeface="Times New Roman" panose="02020603050405020304" pitchFamily="18" charset="0"/>
              <a:cs typeface="Times New Roman" panose="02020603050405020304" pitchFamily="18" charset="0"/>
            </a:rPr>
            <a:t>To analyze the performance of Quick Sort in terms of best, average, and worst-case complexities, and the role of pivot selection in efficiency.</a:t>
          </a:r>
        </a:p>
      </dgm:t>
    </dgm:pt>
    <dgm:pt modelId="{421929F8-4756-4702-AAD7-7A5185D82904}" type="parTrans" cxnId="{10F4C3C1-D8D4-465A-A58C-B8F418AC919B}">
      <dgm:prSet/>
      <dgm:spPr/>
      <dgm:t>
        <a:bodyPr/>
        <a:lstStyle/>
        <a:p>
          <a:endParaRPr lang="en-US"/>
        </a:p>
      </dgm:t>
    </dgm:pt>
    <dgm:pt modelId="{3DE2F17F-758E-4FA7-AB6B-444F38F1FFC4}" type="sibTrans" cxnId="{10F4C3C1-D8D4-465A-A58C-B8F418AC919B}">
      <dgm:prSet/>
      <dgm:spPr/>
      <dgm:t>
        <a:bodyPr/>
        <a:lstStyle/>
        <a:p>
          <a:endParaRPr lang="en-US"/>
        </a:p>
      </dgm:t>
    </dgm:pt>
    <dgm:pt modelId="{BCA40D55-9F97-4CA4-8859-68C842EAE88F}" type="pres">
      <dgm:prSet presAssocID="{B7ED251F-A7A3-4D25-B004-4241BE03EDC3}" presName="Name0" presStyleCnt="0">
        <dgm:presLayoutVars>
          <dgm:dir/>
          <dgm:animLvl val="lvl"/>
          <dgm:resizeHandles val="exact"/>
        </dgm:presLayoutVars>
      </dgm:prSet>
      <dgm:spPr/>
    </dgm:pt>
    <dgm:pt modelId="{3450E454-19DE-4E8A-ADE0-3AFF41C6C69B}" type="pres">
      <dgm:prSet presAssocID="{A3B4F848-7886-4B10-8E34-39E0B844A474}" presName="boxAndChildren" presStyleCnt="0"/>
      <dgm:spPr/>
    </dgm:pt>
    <dgm:pt modelId="{9F756ADD-FC73-43E2-8907-B49F92DEF8EA}" type="pres">
      <dgm:prSet presAssocID="{A3B4F848-7886-4B10-8E34-39E0B844A474}" presName="parentTextBox" presStyleLbl="node1" presStyleIdx="0" presStyleCnt="2"/>
      <dgm:spPr/>
    </dgm:pt>
    <dgm:pt modelId="{33B2812D-626E-40CB-8956-89B965634A15}" type="pres">
      <dgm:prSet presAssocID="{0715BA3E-6351-4C71-A2A0-855403651045}" presName="sp" presStyleCnt="0"/>
      <dgm:spPr/>
    </dgm:pt>
    <dgm:pt modelId="{14438BF2-0C50-4C1B-A99E-B1909E184016}" type="pres">
      <dgm:prSet presAssocID="{DFBD6BAB-0140-48B9-9073-E08FDCB01885}" presName="arrowAndChildren" presStyleCnt="0"/>
      <dgm:spPr/>
    </dgm:pt>
    <dgm:pt modelId="{0E541A4F-E68B-477F-BCA6-83AC868DBBCC}" type="pres">
      <dgm:prSet presAssocID="{DFBD6BAB-0140-48B9-9073-E08FDCB01885}" presName="parentTextArrow" presStyleLbl="node1" presStyleIdx="1" presStyleCnt="2" custLinFactNeighborX="718" custLinFactNeighborY="1272"/>
      <dgm:spPr/>
    </dgm:pt>
  </dgm:ptLst>
  <dgm:cxnLst>
    <dgm:cxn modelId="{7186EF2C-C889-49EC-A156-5A68AD0A3CF6}" type="presOf" srcId="{DFBD6BAB-0140-48B9-9073-E08FDCB01885}" destId="{0E541A4F-E68B-477F-BCA6-83AC868DBBCC}" srcOrd="0" destOrd="0" presId="urn:microsoft.com/office/officeart/2005/8/layout/process4"/>
    <dgm:cxn modelId="{BFCB0464-37EB-4B41-A633-D832506204D5}" type="presOf" srcId="{A3B4F848-7886-4B10-8E34-39E0B844A474}" destId="{9F756ADD-FC73-43E2-8907-B49F92DEF8EA}" srcOrd="0" destOrd="0" presId="urn:microsoft.com/office/officeart/2005/8/layout/process4"/>
    <dgm:cxn modelId="{602ADD9D-D77C-4864-85DE-6F786E0BA06C}" type="presOf" srcId="{B7ED251F-A7A3-4D25-B004-4241BE03EDC3}" destId="{BCA40D55-9F97-4CA4-8859-68C842EAE88F}" srcOrd="0" destOrd="0" presId="urn:microsoft.com/office/officeart/2005/8/layout/process4"/>
    <dgm:cxn modelId="{10F4C3C1-D8D4-465A-A58C-B8F418AC919B}" srcId="{B7ED251F-A7A3-4D25-B004-4241BE03EDC3}" destId="{A3B4F848-7886-4B10-8E34-39E0B844A474}" srcOrd="1" destOrd="0" parTransId="{421929F8-4756-4702-AAD7-7A5185D82904}" sibTransId="{3DE2F17F-758E-4FA7-AB6B-444F38F1FFC4}"/>
    <dgm:cxn modelId="{32A129EE-3813-43B6-AF53-E9A6D3182FA2}" srcId="{B7ED251F-A7A3-4D25-B004-4241BE03EDC3}" destId="{DFBD6BAB-0140-48B9-9073-E08FDCB01885}" srcOrd="0" destOrd="0" parTransId="{A7069F57-F0E9-4BC0-BE1B-B8F059C9E5B6}" sibTransId="{0715BA3E-6351-4C71-A2A0-855403651045}"/>
    <dgm:cxn modelId="{9860929F-5D96-4F82-A2F6-03F0C13F45CA}" type="presParOf" srcId="{BCA40D55-9F97-4CA4-8859-68C842EAE88F}" destId="{3450E454-19DE-4E8A-ADE0-3AFF41C6C69B}" srcOrd="0" destOrd="0" presId="urn:microsoft.com/office/officeart/2005/8/layout/process4"/>
    <dgm:cxn modelId="{81075B5D-B3C8-4153-A2C9-6C4D6353CB34}" type="presParOf" srcId="{3450E454-19DE-4E8A-ADE0-3AFF41C6C69B}" destId="{9F756ADD-FC73-43E2-8907-B49F92DEF8EA}" srcOrd="0" destOrd="0" presId="urn:microsoft.com/office/officeart/2005/8/layout/process4"/>
    <dgm:cxn modelId="{8914EA88-2853-4546-98B8-ABA4ED7CAF84}" type="presParOf" srcId="{BCA40D55-9F97-4CA4-8859-68C842EAE88F}" destId="{33B2812D-626E-40CB-8956-89B965634A15}" srcOrd="1" destOrd="0" presId="urn:microsoft.com/office/officeart/2005/8/layout/process4"/>
    <dgm:cxn modelId="{205F827C-DA08-4001-BBA3-EAB63BA21781}" type="presParOf" srcId="{BCA40D55-9F97-4CA4-8859-68C842EAE88F}" destId="{14438BF2-0C50-4C1B-A99E-B1909E184016}" srcOrd="2" destOrd="0" presId="urn:microsoft.com/office/officeart/2005/8/layout/process4"/>
    <dgm:cxn modelId="{A6891BF9-7CFD-4CF1-B514-10FEBA6D9D6A}" type="presParOf" srcId="{14438BF2-0C50-4C1B-A99E-B1909E184016}" destId="{0E541A4F-E68B-477F-BCA6-83AC868DBBCC}" srcOrd="0" destOrd="0" presId="urn:microsoft.com/office/officeart/2005/8/layout/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7ED251F-A7A3-4D25-B004-4241BE03EDC3}" type="doc">
      <dgm:prSet loTypeId="urn:microsoft.com/office/officeart/2005/8/layout/process4" loCatId="process" qsTypeId="urn:microsoft.com/office/officeart/2005/8/quickstyle/simple1" qsCatId="simple" csTypeId="urn:microsoft.com/office/officeart/2005/8/colors/colorful2" csCatId="colorful" phldr="1"/>
      <dgm:spPr/>
      <dgm:t>
        <a:bodyPr/>
        <a:lstStyle/>
        <a:p>
          <a:endParaRPr lang="en-US"/>
        </a:p>
      </dgm:t>
    </dgm:pt>
    <dgm:pt modelId="{DFBD6BAB-0140-48B9-9073-E08FDCB01885}">
      <dgm:prSet custT="1"/>
      <dgm:spPr/>
      <dgm:t>
        <a:bodyPr/>
        <a:lstStyle/>
        <a:p>
          <a:r>
            <a:rPr lang="en-US" sz="2800" dirty="0">
              <a:latin typeface="Times New Roman" panose="02020603050405020304" pitchFamily="18" charset="0"/>
              <a:cs typeface="Times New Roman" panose="02020603050405020304" pitchFamily="18" charset="0"/>
            </a:rPr>
            <a:t>To explain the divide-and-conquer strategy in Quick Sort and how partitioning is used to recursively sort </a:t>
          </a:r>
          <a:r>
            <a:rPr lang="en-US" sz="2800" dirty="0" err="1">
              <a:latin typeface="Times New Roman" panose="02020603050405020304" pitchFamily="18" charset="0"/>
              <a:cs typeface="Times New Roman" panose="02020603050405020304" pitchFamily="18" charset="0"/>
            </a:rPr>
            <a:t>subarrays</a:t>
          </a:r>
          <a:r>
            <a:rPr lang="en-US" sz="2800" dirty="0">
              <a:latin typeface="Times New Roman" panose="02020603050405020304" pitchFamily="18" charset="0"/>
              <a:cs typeface="Times New Roman" panose="02020603050405020304" pitchFamily="18" charset="0"/>
            </a:rPr>
            <a:t>.</a:t>
          </a:r>
        </a:p>
        <a:p>
          <a:pPr algn="just"/>
          <a:endParaRPr lang="en-US" sz="2800" dirty="0"/>
        </a:p>
      </dgm:t>
    </dgm:pt>
    <dgm:pt modelId="{A7069F57-F0E9-4BC0-BE1B-B8F059C9E5B6}" type="parTrans" cxnId="{32A129EE-3813-43B6-AF53-E9A6D3182FA2}">
      <dgm:prSet/>
      <dgm:spPr/>
      <dgm:t>
        <a:bodyPr/>
        <a:lstStyle/>
        <a:p>
          <a:endParaRPr lang="en-US"/>
        </a:p>
      </dgm:t>
    </dgm:pt>
    <dgm:pt modelId="{0715BA3E-6351-4C71-A2A0-855403651045}" type="sibTrans" cxnId="{32A129EE-3813-43B6-AF53-E9A6D3182FA2}">
      <dgm:prSet/>
      <dgm:spPr/>
      <dgm:t>
        <a:bodyPr/>
        <a:lstStyle/>
        <a:p>
          <a:endParaRPr lang="en-US"/>
        </a:p>
      </dgm:t>
    </dgm:pt>
    <dgm:pt modelId="{A3B4F848-7886-4B10-8E34-39E0B844A474}">
      <dgm:prSet custT="1"/>
      <dgm:spPr/>
      <dgm:t>
        <a:bodyPr/>
        <a:lstStyle/>
        <a:p>
          <a:r>
            <a:rPr lang="en-US" sz="2800" dirty="0">
              <a:latin typeface="Times New Roman" panose="02020603050405020304" pitchFamily="18" charset="0"/>
              <a:cs typeface="Times New Roman" panose="02020603050405020304" pitchFamily="18" charset="0"/>
            </a:rPr>
            <a:t>To analyze the performance of Quick Sort in terms of best, average, and worst-case complexities, and the role of pivot selection in efficiency.</a:t>
          </a:r>
        </a:p>
        <a:p>
          <a:pPr algn="just">
            <a:tabLst>
              <a:tab pos="5994400" algn="l"/>
            </a:tabLst>
          </a:pPr>
          <a:endParaRPr lang="en-US" sz="2800" dirty="0"/>
        </a:p>
      </dgm:t>
    </dgm:pt>
    <dgm:pt modelId="{421929F8-4756-4702-AAD7-7A5185D82904}" type="parTrans" cxnId="{10F4C3C1-D8D4-465A-A58C-B8F418AC919B}">
      <dgm:prSet/>
      <dgm:spPr/>
      <dgm:t>
        <a:bodyPr/>
        <a:lstStyle/>
        <a:p>
          <a:endParaRPr lang="en-US"/>
        </a:p>
      </dgm:t>
    </dgm:pt>
    <dgm:pt modelId="{3DE2F17F-758E-4FA7-AB6B-444F38F1FFC4}" type="sibTrans" cxnId="{10F4C3C1-D8D4-465A-A58C-B8F418AC919B}">
      <dgm:prSet/>
      <dgm:spPr/>
      <dgm:t>
        <a:bodyPr/>
        <a:lstStyle/>
        <a:p>
          <a:endParaRPr lang="en-US"/>
        </a:p>
      </dgm:t>
    </dgm:pt>
    <dgm:pt modelId="{BCA40D55-9F97-4CA4-8859-68C842EAE88F}" type="pres">
      <dgm:prSet presAssocID="{B7ED251F-A7A3-4D25-B004-4241BE03EDC3}" presName="Name0" presStyleCnt="0">
        <dgm:presLayoutVars>
          <dgm:dir/>
          <dgm:animLvl val="lvl"/>
          <dgm:resizeHandles val="exact"/>
        </dgm:presLayoutVars>
      </dgm:prSet>
      <dgm:spPr/>
    </dgm:pt>
    <dgm:pt modelId="{3450E454-19DE-4E8A-ADE0-3AFF41C6C69B}" type="pres">
      <dgm:prSet presAssocID="{A3B4F848-7886-4B10-8E34-39E0B844A474}" presName="boxAndChildren" presStyleCnt="0"/>
      <dgm:spPr/>
    </dgm:pt>
    <dgm:pt modelId="{9F756ADD-FC73-43E2-8907-B49F92DEF8EA}" type="pres">
      <dgm:prSet presAssocID="{A3B4F848-7886-4B10-8E34-39E0B844A474}" presName="parentTextBox" presStyleLbl="node1" presStyleIdx="0" presStyleCnt="2" custLinFactNeighborX="-265" custLinFactNeighborY="8241"/>
      <dgm:spPr/>
    </dgm:pt>
    <dgm:pt modelId="{33B2812D-626E-40CB-8956-89B965634A15}" type="pres">
      <dgm:prSet presAssocID="{0715BA3E-6351-4C71-A2A0-855403651045}" presName="sp" presStyleCnt="0"/>
      <dgm:spPr/>
    </dgm:pt>
    <dgm:pt modelId="{14438BF2-0C50-4C1B-A99E-B1909E184016}" type="pres">
      <dgm:prSet presAssocID="{DFBD6BAB-0140-48B9-9073-E08FDCB01885}" presName="arrowAndChildren" presStyleCnt="0"/>
      <dgm:spPr/>
    </dgm:pt>
    <dgm:pt modelId="{0E541A4F-E68B-477F-BCA6-83AC868DBBCC}" type="pres">
      <dgm:prSet presAssocID="{DFBD6BAB-0140-48B9-9073-E08FDCB01885}" presName="parentTextArrow" presStyleLbl="node1" presStyleIdx="1" presStyleCnt="2" custScaleY="93681" custLinFactNeighborX="718" custLinFactNeighborY="5839"/>
      <dgm:spPr/>
    </dgm:pt>
  </dgm:ptLst>
  <dgm:cxnLst>
    <dgm:cxn modelId="{69F988A5-C88A-400D-9852-9EC47893A15C}" type="presOf" srcId="{A3B4F848-7886-4B10-8E34-39E0B844A474}" destId="{9F756ADD-FC73-43E2-8907-B49F92DEF8EA}" srcOrd="0" destOrd="0" presId="urn:microsoft.com/office/officeart/2005/8/layout/process4"/>
    <dgm:cxn modelId="{A14FC7AC-96A7-4051-B6F7-4E1DD1125A2E}" type="presOf" srcId="{DFBD6BAB-0140-48B9-9073-E08FDCB01885}" destId="{0E541A4F-E68B-477F-BCA6-83AC868DBBCC}" srcOrd="0" destOrd="0" presId="urn:microsoft.com/office/officeart/2005/8/layout/process4"/>
    <dgm:cxn modelId="{10F4C3C1-D8D4-465A-A58C-B8F418AC919B}" srcId="{B7ED251F-A7A3-4D25-B004-4241BE03EDC3}" destId="{A3B4F848-7886-4B10-8E34-39E0B844A474}" srcOrd="1" destOrd="0" parTransId="{421929F8-4756-4702-AAD7-7A5185D82904}" sibTransId="{3DE2F17F-758E-4FA7-AB6B-444F38F1FFC4}"/>
    <dgm:cxn modelId="{32A129EE-3813-43B6-AF53-E9A6D3182FA2}" srcId="{B7ED251F-A7A3-4D25-B004-4241BE03EDC3}" destId="{DFBD6BAB-0140-48B9-9073-E08FDCB01885}" srcOrd="0" destOrd="0" parTransId="{A7069F57-F0E9-4BC0-BE1B-B8F059C9E5B6}" sibTransId="{0715BA3E-6351-4C71-A2A0-855403651045}"/>
    <dgm:cxn modelId="{BE6D69F1-F909-4992-A5BF-73AE23D01340}" type="presOf" srcId="{B7ED251F-A7A3-4D25-B004-4241BE03EDC3}" destId="{BCA40D55-9F97-4CA4-8859-68C842EAE88F}" srcOrd="0" destOrd="0" presId="urn:microsoft.com/office/officeart/2005/8/layout/process4"/>
    <dgm:cxn modelId="{7950397E-3C1E-4B8E-8DAC-E93F64248EFA}" type="presParOf" srcId="{BCA40D55-9F97-4CA4-8859-68C842EAE88F}" destId="{3450E454-19DE-4E8A-ADE0-3AFF41C6C69B}" srcOrd="0" destOrd="0" presId="urn:microsoft.com/office/officeart/2005/8/layout/process4"/>
    <dgm:cxn modelId="{90E9A7F7-DF4E-4F6A-9760-1233922CD137}" type="presParOf" srcId="{3450E454-19DE-4E8A-ADE0-3AFF41C6C69B}" destId="{9F756ADD-FC73-43E2-8907-B49F92DEF8EA}" srcOrd="0" destOrd="0" presId="urn:microsoft.com/office/officeart/2005/8/layout/process4"/>
    <dgm:cxn modelId="{1EAE5E73-D912-4D41-9298-ED8D50B26A70}" type="presParOf" srcId="{BCA40D55-9F97-4CA4-8859-68C842EAE88F}" destId="{33B2812D-626E-40CB-8956-89B965634A15}" srcOrd="1" destOrd="0" presId="urn:microsoft.com/office/officeart/2005/8/layout/process4"/>
    <dgm:cxn modelId="{5C2BB63B-2B36-4FAD-8B8B-527EC9BC664E}" type="presParOf" srcId="{BCA40D55-9F97-4CA4-8859-68C842EAE88F}" destId="{14438BF2-0C50-4C1B-A99E-B1909E184016}" srcOrd="2" destOrd="0" presId="urn:microsoft.com/office/officeart/2005/8/layout/process4"/>
    <dgm:cxn modelId="{7B96C8D1-A7F8-4346-BB85-B3A5C0B9452A}" type="presParOf" srcId="{14438BF2-0C50-4C1B-A99E-B1909E184016}" destId="{0E541A4F-E68B-477F-BCA6-83AC868DBBCC}"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756ADD-FC73-43E2-8907-B49F92DEF8EA}">
      <dsp:nvSpPr>
        <dsp:cNvPr id="0" name=""/>
        <dsp:cNvSpPr/>
      </dsp:nvSpPr>
      <dsp:spPr>
        <a:xfrm>
          <a:off x="0" y="2226751"/>
          <a:ext cx="10927829" cy="146098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just" defTabSz="1244600">
            <a:lnSpc>
              <a:spcPct val="90000"/>
            </a:lnSpc>
            <a:spcBef>
              <a:spcPct val="0"/>
            </a:spcBef>
            <a:spcAft>
              <a:spcPct val="35000"/>
            </a:spcAft>
            <a:buNone/>
            <a:tabLst>
              <a:tab pos="5994400" algn="l"/>
            </a:tabLst>
          </a:pPr>
          <a:r>
            <a:rPr lang="en-US" sz="2800" kern="1200" dirty="0">
              <a:latin typeface="Times New Roman" panose="02020603050405020304" pitchFamily="18" charset="0"/>
              <a:cs typeface="Times New Roman" panose="02020603050405020304" pitchFamily="18" charset="0"/>
            </a:rPr>
            <a:t>To analyze the performance of Quick Sort in terms of best, average, and worst-case complexities, and the role of pivot selection in efficiency.</a:t>
          </a:r>
        </a:p>
      </dsp:txBody>
      <dsp:txXfrm>
        <a:off x="0" y="2226751"/>
        <a:ext cx="10927829" cy="1460989"/>
      </dsp:txXfrm>
    </dsp:sp>
    <dsp:sp modelId="{0E541A4F-E68B-477F-BCA6-83AC868DBBCC}">
      <dsp:nvSpPr>
        <dsp:cNvPr id="0" name=""/>
        <dsp:cNvSpPr/>
      </dsp:nvSpPr>
      <dsp:spPr>
        <a:xfrm rot="10800000">
          <a:off x="0" y="30245"/>
          <a:ext cx="10927829" cy="2247002"/>
        </a:xfrm>
        <a:prstGeom prst="upArrowCallou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just" defTabSz="1244600">
            <a:lnSpc>
              <a:spcPct val="90000"/>
            </a:lnSpc>
            <a:spcBef>
              <a:spcPct val="0"/>
            </a:spcBef>
            <a:spcAft>
              <a:spcPct val="35000"/>
            </a:spcAft>
            <a:buNone/>
          </a:pPr>
          <a:r>
            <a:rPr lang="en-US" sz="2800" kern="1200" dirty="0">
              <a:latin typeface="Times New Roman" panose="02020603050405020304" pitchFamily="18" charset="0"/>
              <a:cs typeface="Times New Roman" panose="02020603050405020304" pitchFamily="18" charset="0"/>
            </a:rPr>
            <a:t>To explain the divide-and-conquer strategy in Quick Sort and how partitioning is used to recursively sort </a:t>
          </a:r>
          <a:r>
            <a:rPr lang="en-US" sz="2800" kern="1200" dirty="0" err="1">
              <a:latin typeface="Times New Roman" panose="02020603050405020304" pitchFamily="18" charset="0"/>
              <a:cs typeface="Times New Roman" panose="02020603050405020304" pitchFamily="18" charset="0"/>
            </a:rPr>
            <a:t>subarrays</a:t>
          </a:r>
          <a:r>
            <a:rPr lang="en-US" sz="2800" kern="1200" dirty="0">
              <a:latin typeface="Times New Roman" panose="02020603050405020304" pitchFamily="18" charset="0"/>
              <a:cs typeface="Times New Roman" panose="02020603050405020304" pitchFamily="18" charset="0"/>
            </a:rPr>
            <a:t>.</a:t>
          </a:r>
        </a:p>
      </dsp:txBody>
      <dsp:txXfrm rot="10800000">
        <a:off x="0" y="30245"/>
        <a:ext cx="10927829" cy="14600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756ADD-FC73-43E2-8907-B49F92DEF8EA}">
      <dsp:nvSpPr>
        <dsp:cNvPr id="0" name=""/>
        <dsp:cNvSpPr/>
      </dsp:nvSpPr>
      <dsp:spPr>
        <a:xfrm>
          <a:off x="0" y="2362024"/>
          <a:ext cx="10927829" cy="1655771"/>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defTabSz="1244600">
            <a:lnSpc>
              <a:spcPct val="90000"/>
            </a:lnSpc>
            <a:spcBef>
              <a:spcPct val="0"/>
            </a:spcBef>
            <a:spcAft>
              <a:spcPct val="35000"/>
            </a:spcAft>
            <a:buNone/>
          </a:pPr>
          <a:r>
            <a:rPr lang="en-US" sz="2800" kern="1200" dirty="0">
              <a:latin typeface="Times New Roman" panose="02020603050405020304" pitchFamily="18" charset="0"/>
              <a:cs typeface="Times New Roman" panose="02020603050405020304" pitchFamily="18" charset="0"/>
            </a:rPr>
            <a:t>To analyze the performance of Quick Sort in terms of best, average, and worst-case complexities, and the role of pivot selection in efficiency.</a:t>
          </a:r>
        </a:p>
        <a:p>
          <a:pPr marL="0" lvl="0" indent="0" algn="just" defTabSz="1244600">
            <a:lnSpc>
              <a:spcPct val="90000"/>
            </a:lnSpc>
            <a:spcBef>
              <a:spcPct val="0"/>
            </a:spcBef>
            <a:spcAft>
              <a:spcPct val="35000"/>
            </a:spcAft>
            <a:buNone/>
            <a:tabLst>
              <a:tab pos="5994400" algn="l"/>
            </a:tabLst>
          </a:pPr>
          <a:endParaRPr lang="en-US" sz="2800" kern="1200" dirty="0"/>
        </a:p>
      </dsp:txBody>
      <dsp:txXfrm>
        <a:off x="0" y="2362024"/>
        <a:ext cx="10927829" cy="1655771"/>
      </dsp:txXfrm>
    </dsp:sp>
    <dsp:sp modelId="{0E541A4F-E68B-477F-BCA6-83AC868DBBCC}">
      <dsp:nvSpPr>
        <dsp:cNvPr id="0" name=""/>
        <dsp:cNvSpPr/>
      </dsp:nvSpPr>
      <dsp:spPr>
        <a:xfrm rot="10800000">
          <a:off x="0" y="149296"/>
          <a:ext cx="10927829" cy="2385658"/>
        </a:xfrm>
        <a:prstGeom prst="upArrowCallou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defTabSz="1244600">
            <a:lnSpc>
              <a:spcPct val="90000"/>
            </a:lnSpc>
            <a:spcBef>
              <a:spcPct val="0"/>
            </a:spcBef>
            <a:spcAft>
              <a:spcPct val="35000"/>
            </a:spcAft>
            <a:buNone/>
          </a:pPr>
          <a:r>
            <a:rPr lang="en-US" sz="2800" kern="1200" dirty="0">
              <a:latin typeface="Times New Roman" panose="02020603050405020304" pitchFamily="18" charset="0"/>
              <a:cs typeface="Times New Roman" panose="02020603050405020304" pitchFamily="18" charset="0"/>
            </a:rPr>
            <a:t>To explain the divide-and-conquer strategy in Quick Sort and how partitioning is used to recursively sort </a:t>
          </a:r>
          <a:r>
            <a:rPr lang="en-US" sz="2800" kern="1200" dirty="0" err="1">
              <a:latin typeface="Times New Roman" panose="02020603050405020304" pitchFamily="18" charset="0"/>
              <a:cs typeface="Times New Roman" panose="02020603050405020304" pitchFamily="18" charset="0"/>
            </a:rPr>
            <a:t>subarrays</a:t>
          </a:r>
          <a:r>
            <a:rPr lang="en-US" sz="2800" kern="1200" dirty="0">
              <a:latin typeface="Times New Roman" panose="02020603050405020304" pitchFamily="18" charset="0"/>
              <a:cs typeface="Times New Roman" panose="02020603050405020304" pitchFamily="18" charset="0"/>
            </a:rPr>
            <a:t>.</a:t>
          </a:r>
        </a:p>
        <a:p>
          <a:pPr marL="0" lvl="0" indent="0" algn="just" defTabSz="1244600">
            <a:lnSpc>
              <a:spcPct val="90000"/>
            </a:lnSpc>
            <a:spcBef>
              <a:spcPct val="0"/>
            </a:spcBef>
            <a:spcAft>
              <a:spcPct val="35000"/>
            </a:spcAft>
            <a:buNone/>
          </a:pPr>
          <a:endParaRPr lang="en-US" sz="2800" kern="1200" dirty="0"/>
        </a:p>
      </dsp:txBody>
      <dsp:txXfrm rot="10800000">
        <a:off x="0" y="149296"/>
        <a:ext cx="10927829" cy="1550129"/>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6FBC31-3F3F-40A8-84DF-BE3B4616B22A}" type="datetimeFigureOut">
              <a:rPr lang="en-IN" smtClean="0"/>
              <a:t>11-10-2025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9FE326-85E6-4395-8F28-A8F972B7BB4E}" type="slidenum">
              <a:rPr lang="en-IN" smtClean="0"/>
              <a:t>‹#›</a:t>
            </a:fld>
            <a:endParaRPr lang="en-IN"/>
          </a:p>
        </p:txBody>
      </p:sp>
    </p:spTree>
    <p:extLst>
      <p:ext uri="{BB962C8B-B14F-4D97-AF65-F5344CB8AC3E}">
        <p14:creationId xmlns:p14="http://schemas.microsoft.com/office/powerpoint/2010/main" val="1993760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9FE326-85E6-4395-8F28-A8F972B7BB4E}" type="slidenum">
              <a:rPr lang="en-IN" smtClean="0"/>
              <a:t>4</a:t>
            </a:fld>
            <a:endParaRPr lang="en-IN"/>
          </a:p>
        </p:txBody>
      </p:sp>
    </p:spTree>
    <p:extLst>
      <p:ext uri="{BB962C8B-B14F-4D97-AF65-F5344CB8AC3E}">
        <p14:creationId xmlns:p14="http://schemas.microsoft.com/office/powerpoint/2010/main" val="26412924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9FE326-85E6-4395-8F28-A8F972B7BB4E}" type="slidenum">
              <a:rPr lang="en-IN" smtClean="0"/>
              <a:t>21</a:t>
            </a:fld>
            <a:endParaRPr lang="en-IN"/>
          </a:p>
        </p:txBody>
      </p:sp>
    </p:spTree>
    <p:extLst>
      <p:ext uri="{BB962C8B-B14F-4D97-AF65-F5344CB8AC3E}">
        <p14:creationId xmlns:p14="http://schemas.microsoft.com/office/powerpoint/2010/main" val="3519882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B19AD-E795-8469-CB7A-8D1393914F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B09FC3E-A433-5720-2C47-B218104854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233EDBC-57D9-C6A6-6869-371DC35FAC4A}"/>
              </a:ext>
            </a:extLst>
          </p:cNvPr>
          <p:cNvSpPr>
            <a:spLocks noGrp="1"/>
          </p:cNvSpPr>
          <p:nvPr>
            <p:ph type="dt" sz="half" idx="10"/>
          </p:nvPr>
        </p:nvSpPr>
        <p:spPr/>
        <p:txBody>
          <a:bodyPr/>
          <a:lstStyle/>
          <a:p>
            <a:fld id="{CAB0B00A-0031-4EDD-BEBB-B131E3F68B8B}" type="datetime1">
              <a:rPr lang="en-IN" smtClean="0"/>
              <a:t>11-10-2025</a:t>
            </a:fld>
            <a:endParaRPr lang="en-IN"/>
          </a:p>
        </p:txBody>
      </p:sp>
      <p:sp>
        <p:nvSpPr>
          <p:cNvPr id="5" name="Footer Placeholder 4">
            <a:extLst>
              <a:ext uri="{FF2B5EF4-FFF2-40B4-BE49-F238E27FC236}">
                <a16:creationId xmlns:a16="http://schemas.microsoft.com/office/drawing/2014/main" id="{A8B1DC6D-FB05-89AF-D06E-2A214B26AC59}"/>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E5979841-7A1B-1D77-4E0D-F440971A186C}"/>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1447415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6841F-4D47-CCA2-58EC-D8D2EE9AF01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C907BEF-2C9D-42DC-3411-00B3A39BC0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36B5C3-B400-8ED2-C857-CC6B3B6EB6B7}"/>
              </a:ext>
            </a:extLst>
          </p:cNvPr>
          <p:cNvSpPr>
            <a:spLocks noGrp="1"/>
          </p:cNvSpPr>
          <p:nvPr>
            <p:ph type="dt" sz="half" idx="10"/>
          </p:nvPr>
        </p:nvSpPr>
        <p:spPr/>
        <p:txBody>
          <a:bodyPr/>
          <a:lstStyle/>
          <a:p>
            <a:fld id="{218D233B-F1E7-4818-B22D-9EDEAA6025FD}" type="datetime1">
              <a:rPr lang="en-IN" smtClean="0"/>
              <a:t>11-10-2025</a:t>
            </a:fld>
            <a:endParaRPr lang="en-IN"/>
          </a:p>
        </p:txBody>
      </p:sp>
      <p:sp>
        <p:nvSpPr>
          <p:cNvPr id="5" name="Footer Placeholder 4">
            <a:extLst>
              <a:ext uri="{FF2B5EF4-FFF2-40B4-BE49-F238E27FC236}">
                <a16:creationId xmlns:a16="http://schemas.microsoft.com/office/drawing/2014/main" id="{77C63E68-219E-B6BD-06FF-D09E8B6D7CE6}"/>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F927A96D-72D0-92EE-3B5C-8BFD78B7D7AD}"/>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2412334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2F04E-14BF-8146-F649-927656875C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8EC510D-E40E-01C5-FB7F-09741C6C960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E5ACC9-6839-7636-07F4-E47B104A0B91}"/>
              </a:ext>
            </a:extLst>
          </p:cNvPr>
          <p:cNvSpPr>
            <a:spLocks noGrp="1"/>
          </p:cNvSpPr>
          <p:nvPr>
            <p:ph type="dt" sz="half" idx="10"/>
          </p:nvPr>
        </p:nvSpPr>
        <p:spPr/>
        <p:txBody>
          <a:bodyPr/>
          <a:lstStyle/>
          <a:p>
            <a:fld id="{2A543A29-4BB0-4075-8E30-7986497052F0}" type="datetime1">
              <a:rPr lang="en-IN" smtClean="0"/>
              <a:t>11-10-2025</a:t>
            </a:fld>
            <a:endParaRPr lang="en-IN"/>
          </a:p>
        </p:txBody>
      </p:sp>
      <p:sp>
        <p:nvSpPr>
          <p:cNvPr id="5" name="Footer Placeholder 4">
            <a:extLst>
              <a:ext uri="{FF2B5EF4-FFF2-40B4-BE49-F238E27FC236}">
                <a16:creationId xmlns:a16="http://schemas.microsoft.com/office/drawing/2014/main" id="{331B4601-E63D-A03B-1DD8-CFB63233DA53}"/>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F609B235-6487-BCE9-DFAA-764CDD446CFE}"/>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137693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12733-E66D-2C01-CE97-F41A211F2E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4778475-62F3-3BA2-991E-7D770F7AA9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66E4499-7667-A5BF-CFBF-9B3734E040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9E2D099-6445-5C93-00AE-432EFD0706EB}"/>
              </a:ext>
            </a:extLst>
          </p:cNvPr>
          <p:cNvSpPr>
            <a:spLocks noGrp="1"/>
          </p:cNvSpPr>
          <p:nvPr>
            <p:ph type="dt" sz="half" idx="10"/>
          </p:nvPr>
        </p:nvSpPr>
        <p:spPr/>
        <p:txBody>
          <a:bodyPr/>
          <a:lstStyle/>
          <a:p>
            <a:fld id="{C1228DEB-068D-4137-AD7C-2A99AB9732F4}" type="datetime1">
              <a:rPr lang="en-IN" smtClean="0"/>
              <a:t>11-10-2025</a:t>
            </a:fld>
            <a:endParaRPr lang="en-IN"/>
          </a:p>
        </p:txBody>
      </p:sp>
      <p:sp>
        <p:nvSpPr>
          <p:cNvPr id="6" name="Footer Placeholder 5">
            <a:extLst>
              <a:ext uri="{FF2B5EF4-FFF2-40B4-BE49-F238E27FC236}">
                <a16:creationId xmlns:a16="http://schemas.microsoft.com/office/drawing/2014/main" id="{6C5B21F9-91D3-7C2A-79CF-2138303F1B9C}"/>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CA1F9FC0-4A14-8219-84DC-B1D61698EE4A}"/>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3048578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7B0A1-9BD6-B0A3-1102-E0773ECBB3F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3E87F29-AEDA-BDF7-8C0B-52CF6D178C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9DAB8B1-DB15-81F7-48C3-A6308F8FEA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50A757F-7720-AA2F-16DB-5B4172569D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578B9F-AEC2-1CCB-17EA-93BC35E4208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3ADDEEA-4DF4-410A-B65E-F750E83FBB36}"/>
              </a:ext>
            </a:extLst>
          </p:cNvPr>
          <p:cNvSpPr>
            <a:spLocks noGrp="1"/>
          </p:cNvSpPr>
          <p:nvPr>
            <p:ph type="dt" sz="half" idx="10"/>
          </p:nvPr>
        </p:nvSpPr>
        <p:spPr/>
        <p:txBody>
          <a:bodyPr/>
          <a:lstStyle/>
          <a:p>
            <a:fld id="{040CC2F0-EA24-4949-874F-5F13F434AA44}" type="datetime1">
              <a:rPr lang="en-IN" smtClean="0"/>
              <a:t>11-10-2025</a:t>
            </a:fld>
            <a:endParaRPr lang="en-IN"/>
          </a:p>
        </p:txBody>
      </p:sp>
      <p:sp>
        <p:nvSpPr>
          <p:cNvPr id="8" name="Footer Placeholder 7">
            <a:extLst>
              <a:ext uri="{FF2B5EF4-FFF2-40B4-BE49-F238E27FC236}">
                <a16:creationId xmlns:a16="http://schemas.microsoft.com/office/drawing/2014/main" id="{90F839C7-3F7C-98F3-A612-DE6079BE9163}"/>
              </a:ext>
            </a:extLst>
          </p:cNvPr>
          <p:cNvSpPr>
            <a:spLocks noGrp="1"/>
          </p:cNvSpPr>
          <p:nvPr>
            <p:ph type="ftr" sz="quarter" idx="11"/>
          </p:nvPr>
        </p:nvSpPr>
        <p:spPr/>
        <p:txBody>
          <a:bodyPr/>
          <a:lstStyle/>
          <a:p>
            <a:r>
              <a:rPr lang="en-IN"/>
              <a:t>Galgotias University</a:t>
            </a:r>
          </a:p>
        </p:txBody>
      </p:sp>
      <p:sp>
        <p:nvSpPr>
          <p:cNvPr id="9" name="Slide Number Placeholder 8">
            <a:extLst>
              <a:ext uri="{FF2B5EF4-FFF2-40B4-BE49-F238E27FC236}">
                <a16:creationId xmlns:a16="http://schemas.microsoft.com/office/drawing/2014/main" id="{A6ED60D5-B96E-CB10-EF10-24D390209158}"/>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2493610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685F8-3F04-96B2-DFBB-F5EA7C78F86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8A8FDE9-0DB9-E2EC-9EDB-3F7928924032}"/>
              </a:ext>
            </a:extLst>
          </p:cNvPr>
          <p:cNvSpPr>
            <a:spLocks noGrp="1"/>
          </p:cNvSpPr>
          <p:nvPr>
            <p:ph type="dt" sz="half" idx="10"/>
          </p:nvPr>
        </p:nvSpPr>
        <p:spPr/>
        <p:txBody>
          <a:bodyPr/>
          <a:lstStyle/>
          <a:p>
            <a:fld id="{D9FCA4BE-841D-4DBA-BF59-98160D016E95}" type="datetime1">
              <a:rPr lang="en-IN" smtClean="0"/>
              <a:t>11-10-2025</a:t>
            </a:fld>
            <a:endParaRPr lang="en-IN"/>
          </a:p>
        </p:txBody>
      </p:sp>
      <p:sp>
        <p:nvSpPr>
          <p:cNvPr id="4" name="Footer Placeholder 3">
            <a:extLst>
              <a:ext uri="{FF2B5EF4-FFF2-40B4-BE49-F238E27FC236}">
                <a16:creationId xmlns:a16="http://schemas.microsoft.com/office/drawing/2014/main" id="{B76EA0CC-2F72-01A7-0018-794D28895805}"/>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D1946089-63E6-1B47-884D-22AD3D59DAD3}"/>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33951771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668AA3-F340-1EBC-A758-E63E971B3C45}"/>
              </a:ext>
            </a:extLst>
          </p:cNvPr>
          <p:cNvSpPr>
            <a:spLocks noGrp="1"/>
          </p:cNvSpPr>
          <p:nvPr>
            <p:ph type="dt" sz="half" idx="10"/>
          </p:nvPr>
        </p:nvSpPr>
        <p:spPr/>
        <p:txBody>
          <a:bodyPr/>
          <a:lstStyle/>
          <a:p>
            <a:fld id="{2EA9DE3D-92F0-4B90-9BC3-DF561ACCB514}" type="datetime1">
              <a:rPr lang="en-IN" smtClean="0"/>
              <a:t>11-10-2025</a:t>
            </a:fld>
            <a:endParaRPr lang="en-IN"/>
          </a:p>
        </p:txBody>
      </p:sp>
      <p:sp>
        <p:nvSpPr>
          <p:cNvPr id="3" name="Footer Placeholder 2">
            <a:extLst>
              <a:ext uri="{FF2B5EF4-FFF2-40B4-BE49-F238E27FC236}">
                <a16:creationId xmlns:a16="http://schemas.microsoft.com/office/drawing/2014/main" id="{15C5A41D-81C9-E2BD-E9AF-3AA5DB41DC6F}"/>
              </a:ext>
            </a:extLst>
          </p:cNvPr>
          <p:cNvSpPr>
            <a:spLocks noGrp="1"/>
          </p:cNvSpPr>
          <p:nvPr>
            <p:ph type="ftr" sz="quarter" idx="11"/>
          </p:nvPr>
        </p:nvSpPr>
        <p:spPr/>
        <p:txBody>
          <a:bodyPr/>
          <a:lstStyle/>
          <a:p>
            <a:r>
              <a:rPr lang="en-IN"/>
              <a:t>Galgotias University</a:t>
            </a:r>
          </a:p>
        </p:txBody>
      </p:sp>
      <p:sp>
        <p:nvSpPr>
          <p:cNvPr id="4" name="Slide Number Placeholder 3">
            <a:extLst>
              <a:ext uri="{FF2B5EF4-FFF2-40B4-BE49-F238E27FC236}">
                <a16:creationId xmlns:a16="http://schemas.microsoft.com/office/drawing/2014/main" id="{F1F962B3-3ADB-9572-0FD2-4DB07FD8763A}"/>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3755772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CF039-A9DA-5A12-2BF1-B6433B9DF3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C6751A8-C228-5300-A485-3F129FD363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9584203-9632-6129-E4C9-0F99428BB6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945EB5-72B0-9141-EA99-820C022CC386}"/>
              </a:ext>
            </a:extLst>
          </p:cNvPr>
          <p:cNvSpPr>
            <a:spLocks noGrp="1"/>
          </p:cNvSpPr>
          <p:nvPr>
            <p:ph type="dt" sz="half" idx="10"/>
          </p:nvPr>
        </p:nvSpPr>
        <p:spPr/>
        <p:txBody>
          <a:bodyPr/>
          <a:lstStyle/>
          <a:p>
            <a:fld id="{44A4D748-5313-48F5-9420-28CC4F9D5D65}" type="datetime1">
              <a:rPr lang="en-IN" smtClean="0"/>
              <a:t>11-10-2025</a:t>
            </a:fld>
            <a:endParaRPr lang="en-IN"/>
          </a:p>
        </p:txBody>
      </p:sp>
      <p:sp>
        <p:nvSpPr>
          <p:cNvPr id="6" name="Footer Placeholder 5">
            <a:extLst>
              <a:ext uri="{FF2B5EF4-FFF2-40B4-BE49-F238E27FC236}">
                <a16:creationId xmlns:a16="http://schemas.microsoft.com/office/drawing/2014/main" id="{A273D456-31B6-1D53-751D-AC82FEAB700D}"/>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CBC32809-415E-2282-E04D-9B200C1C352E}"/>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1059673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84906-117D-5407-AA07-22F539EE4D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636F0D2-D921-4FA7-DA84-8E8520EED9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AD2AD95-AB02-5A07-7492-E9E0B8545F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2380F9-07CE-6F7A-6038-870977B023CB}"/>
              </a:ext>
            </a:extLst>
          </p:cNvPr>
          <p:cNvSpPr>
            <a:spLocks noGrp="1"/>
          </p:cNvSpPr>
          <p:nvPr>
            <p:ph type="dt" sz="half" idx="10"/>
          </p:nvPr>
        </p:nvSpPr>
        <p:spPr/>
        <p:txBody>
          <a:bodyPr/>
          <a:lstStyle/>
          <a:p>
            <a:fld id="{8E259F97-4389-4CF0-A3AF-539E1666475E}" type="datetime1">
              <a:rPr lang="en-IN" smtClean="0"/>
              <a:t>11-10-2025</a:t>
            </a:fld>
            <a:endParaRPr lang="en-IN"/>
          </a:p>
        </p:txBody>
      </p:sp>
      <p:sp>
        <p:nvSpPr>
          <p:cNvPr id="6" name="Footer Placeholder 5">
            <a:extLst>
              <a:ext uri="{FF2B5EF4-FFF2-40B4-BE49-F238E27FC236}">
                <a16:creationId xmlns:a16="http://schemas.microsoft.com/office/drawing/2014/main" id="{3B35F0A5-FF26-EF42-9F4E-7B487ABBDC60}"/>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A6CE9705-E90F-F624-39D6-6FCBE3A7BA48}"/>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833558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59D05-52FA-1788-519F-7A7F6048A04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32B93A4-5BFE-2E5E-89BD-A9A9F0DE2B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8D6E1C-2039-6998-16BF-892E575CFF2A}"/>
              </a:ext>
            </a:extLst>
          </p:cNvPr>
          <p:cNvSpPr>
            <a:spLocks noGrp="1"/>
          </p:cNvSpPr>
          <p:nvPr>
            <p:ph type="dt" sz="half" idx="10"/>
          </p:nvPr>
        </p:nvSpPr>
        <p:spPr/>
        <p:txBody>
          <a:bodyPr/>
          <a:lstStyle/>
          <a:p>
            <a:fld id="{C911ADB8-9CB7-40E6-87C8-C7EB8EBBAF06}" type="datetime1">
              <a:rPr lang="en-IN" smtClean="0"/>
              <a:t>11-10-2025</a:t>
            </a:fld>
            <a:endParaRPr lang="en-IN"/>
          </a:p>
        </p:txBody>
      </p:sp>
      <p:sp>
        <p:nvSpPr>
          <p:cNvPr id="5" name="Footer Placeholder 4">
            <a:extLst>
              <a:ext uri="{FF2B5EF4-FFF2-40B4-BE49-F238E27FC236}">
                <a16:creationId xmlns:a16="http://schemas.microsoft.com/office/drawing/2014/main" id="{BA389FC5-03A9-A2BE-8045-500B370839C0}"/>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8B4A79DC-4A34-B800-8BFC-C92A202FB94B}"/>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2887501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66ADF1-8D2B-E20D-C592-6643F0F627D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57D4B32-ED38-6AD9-3A88-BEE47D427E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3D39A2-CFE5-7E4C-6E1A-FABC5CF177F3}"/>
              </a:ext>
            </a:extLst>
          </p:cNvPr>
          <p:cNvSpPr>
            <a:spLocks noGrp="1"/>
          </p:cNvSpPr>
          <p:nvPr>
            <p:ph type="dt" sz="half" idx="10"/>
          </p:nvPr>
        </p:nvSpPr>
        <p:spPr/>
        <p:txBody>
          <a:bodyPr/>
          <a:lstStyle/>
          <a:p>
            <a:fld id="{6903956E-FF61-4FBC-8614-5AF891B621A7}" type="datetime1">
              <a:rPr lang="en-IN" smtClean="0"/>
              <a:t>11-10-2025</a:t>
            </a:fld>
            <a:endParaRPr lang="en-IN"/>
          </a:p>
        </p:txBody>
      </p:sp>
      <p:sp>
        <p:nvSpPr>
          <p:cNvPr id="5" name="Footer Placeholder 4">
            <a:extLst>
              <a:ext uri="{FF2B5EF4-FFF2-40B4-BE49-F238E27FC236}">
                <a16:creationId xmlns:a16="http://schemas.microsoft.com/office/drawing/2014/main" id="{A758CE03-A02D-B61D-500E-33B067F58A15}"/>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32BFA42C-489C-58FC-CFE2-833549C6DC3A}"/>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4013312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AADD83-735E-A88A-3D7F-6385A1A746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167D101-3984-8795-F0E9-CFAF99A144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4624CD-D795-52B1-6203-0AF8F58B88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81F908-E6B3-4617-92D9-99814B0B813F}" type="datetime1">
              <a:rPr lang="en-IN" smtClean="0"/>
              <a:t>11-10-2025</a:t>
            </a:fld>
            <a:endParaRPr lang="en-IN"/>
          </a:p>
        </p:txBody>
      </p:sp>
      <p:sp>
        <p:nvSpPr>
          <p:cNvPr id="5" name="Footer Placeholder 4">
            <a:extLst>
              <a:ext uri="{FF2B5EF4-FFF2-40B4-BE49-F238E27FC236}">
                <a16:creationId xmlns:a16="http://schemas.microsoft.com/office/drawing/2014/main" id="{491CF967-AE37-65C8-EF03-EB7E3B912D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IN"/>
              <a:t>Galgotias University</a:t>
            </a:r>
          </a:p>
        </p:txBody>
      </p:sp>
      <p:sp>
        <p:nvSpPr>
          <p:cNvPr id="6" name="Slide Number Placeholder 5">
            <a:extLst>
              <a:ext uri="{FF2B5EF4-FFF2-40B4-BE49-F238E27FC236}">
                <a16:creationId xmlns:a16="http://schemas.microsoft.com/office/drawing/2014/main" id="{C47BD2C0-494D-F5DE-E18D-99B852BA50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6510230-8DD5-4BA5-AB2D-CA30FC08F9D7}" type="slidenum">
              <a:rPr lang="en-IN" smtClean="0"/>
              <a:t>‹#›</a:t>
            </a:fld>
            <a:endParaRPr lang="en-IN"/>
          </a:p>
        </p:txBody>
      </p:sp>
    </p:spTree>
    <p:extLst>
      <p:ext uri="{BB962C8B-B14F-4D97-AF65-F5344CB8AC3E}">
        <p14:creationId xmlns:p14="http://schemas.microsoft.com/office/powerpoint/2010/main" val="5326660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4.jpe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3.jpg"/></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jpg"/><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3.jp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ue and purple dots&#10;&#10;Description automatically generated">
            <a:extLst>
              <a:ext uri="{FF2B5EF4-FFF2-40B4-BE49-F238E27FC236}">
                <a16:creationId xmlns:a16="http://schemas.microsoft.com/office/drawing/2014/main" id="{B854E15F-5609-7D3B-3655-6DE3E5980655}"/>
              </a:ext>
            </a:extLst>
          </p:cNvPr>
          <p:cNvPicPr>
            <a:picLocks noChangeAspect="1"/>
          </p:cNvPicPr>
          <p:nvPr/>
        </p:nvPicPr>
        <p:blipFill>
          <a:blip r:embed="rId2"/>
          <a:srcRect l="5200"/>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B4841D-4109-20CB-B253-8EF7C080604D}"/>
              </a:ext>
            </a:extLst>
          </p:cNvPr>
          <p:cNvSpPr>
            <a:spLocks noGrp="1"/>
          </p:cNvSpPr>
          <p:nvPr>
            <p:ph type="ctrTitle"/>
          </p:nvPr>
        </p:nvSpPr>
        <p:spPr>
          <a:xfrm>
            <a:off x="477981" y="1122362"/>
            <a:ext cx="8366216" cy="4909225"/>
          </a:xfrm>
        </p:spPr>
        <p:txBody>
          <a:bodyPr anchor="b">
            <a:normAutofit/>
          </a:bodyPr>
          <a:lstStyle/>
          <a:p>
            <a:pPr algn="l"/>
            <a:r>
              <a:rPr lang="en-IN" sz="3600" b="1" dirty="0">
                <a:solidFill>
                  <a:schemeClr val="bg1"/>
                </a:solidFill>
                <a:latin typeface="Georgia" panose="02040502050405020303" pitchFamily="18" charset="0"/>
                <a:cs typeface="Arial" panose="020B0604020202020204" pitchFamily="34" charset="0"/>
              </a:rPr>
              <a:t>Sorting : Quick Sort</a:t>
            </a:r>
            <a:br>
              <a:rPr lang="en-IN" sz="5400" b="1" dirty="0">
                <a:solidFill>
                  <a:schemeClr val="bg1"/>
                </a:solidFill>
                <a:latin typeface="Georgia" panose="02040502050405020303" pitchFamily="18" charset="0"/>
                <a:cs typeface="Arial" panose="020B0604020202020204" pitchFamily="34" charset="0"/>
              </a:rPr>
            </a:br>
            <a:br>
              <a:rPr lang="en-IN" sz="4800" b="1" dirty="0">
                <a:solidFill>
                  <a:schemeClr val="bg1"/>
                </a:solidFill>
                <a:latin typeface="Georgia" panose="02040502050405020303" pitchFamily="18" charset="0"/>
                <a:cs typeface="Arial" panose="020B0604020202020204" pitchFamily="34" charset="0"/>
              </a:rPr>
            </a:br>
            <a:br>
              <a:rPr lang="en-IN" sz="4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Session No.:15 </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Course Name: Data </a:t>
            </a:r>
            <a:r>
              <a:rPr lang="en-IN" sz="1800" b="1" dirty="0" err="1">
                <a:solidFill>
                  <a:schemeClr val="bg1"/>
                </a:solidFill>
                <a:latin typeface="Georgia" panose="02040502050405020303" pitchFamily="18" charset="0"/>
                <a:cs typeface="Arial" panose="020B0604020202020204" pitchFamily="34" charset="0"/>
              </a:rPr>
              <a:t>Strucutres</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Course Code: </a:t>
            </a:r>
            <a:r>
              <a:rPr lang="en-IN" sz="1800" b="1" i="0" u="none" strike="noStrike" baseline="0" dirty="0">
                <a:solidFill>
                  <a:schemeClr val="bg1"/>
                </a:solidFill>
                <a:latin typeface="Times New Roman" panose="02020603050405020304" pitchFamily="18" charset="0"/>
              </a:rPr>
              <a:t>R1UC308B </a:t>
            </a:r>
            <a:r>
              <a:rPr lang="en-IN" sz="1800" b="0" i="0" u="none" strike="noStrike" baseline="0" dirty="0">
                <a:solidFill>
                  <a:schemeClr val="bg1"/>
                </a:solidFill>
                <a:latin typeface="Times New Roman" panose="02020603050405020304" pitchFamily="18" charset="0"/>
              </a:rPr>
              <a:t>	</a:t>
            </a:r>
            <a:br>
              <a:rPr lang="en-IN" sz="1800" b="0" i="0" u="none" strike="noStrike" baseline="0" dirty="0">
                <a:solidFill>
                  <a:schemeClr val="bg1"/>
                </a:solidFill>
                <a:latin typeface="Times New Roman" panose="02020603050405020304" pitchFamily="18" charset="0"/>
              </a:rPr>
            </a:br>
            <a:r>
              <a:rPr lang="en-IN" sz="1800" b="1" dirty="0">
                <a:solidFill>
                  <a:schemeClr val="bg1"/>
                </a:solidFill>
                <a:latin typeface="Georgia" panose="02040502050405020303" pitchFamily="18" charset="0"/>
                <a:cs typeface="Arial" panose="020B0604020202020204" pitchFamily="34" charset="0"/>
              </a:rPr>
              <a:t>Instructor Name: Akhilesh Tripathi</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Duration: 50 mins</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Date of Conduction of Class: </a:t>
            </a:r>
            <a:endParaRPr lang="en-IN" sz="4800" b="1" dirty="0">
              <a:solidFill>
                <a:schemeClr val="bg1"/>
              </a:solidFill>
              <a:latin typeface="Georgia" panose="02040502050405020303" pitchFamily="18" charset="0"/>
              <a:cs typeface="Arial" panose="020B0604020202020204" pitchFamily="34" charset="0"/>
            </a:endParaRP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6A2F329F-0D28-AAA9-6271-058B6B36CA1F}"/>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4D4B0897-FD56-B45E-C539-435F743AAB4C}"/>
              </a:ext>
            </a:extLst>
          </p:cNvPr>
          <p:cNvSpPr>
            <a:spLocks noGrp="1"/>
          </p:cNvSpPr>
          <p:nvPr>
            <p:ph type="sldNum" sz="quarter" idx="12"/>
          </p:nvPr>
        </p:nvSpPr>
        <p:spPr/>
        <p:txBody>
          <a:bodyPr/>
          <a:lstStyle/>
          <a:p>
            <a:fld id="{26510230-8DD5-4BA5-AB2D-CA30FC08F9D7}" type="slidenum">
              <a:rPr lang="en-IN" smtClean="0"/>
              <a:t>1</a:t>
            </a:fld>
            <a:endParaRPr lang="en-IN"/>
          </a:p>
        </p:txBody>
      </p:sp>
      <p:pic>
        <p:nvPicPr>
          <p:cNvPr id="10" name="Picture 9" descr="A blue circle with text and words&#10;&#10;Description automatically generated">
            <a:extLst>
              <a:ext uri="{FF2B5EF4-FFF2-40B4-BE49-F238E27FC236}">
                <a16:creationId xmlns:a16="http://schemas.microsoft.com/office/drawing/2014/main" id="{B8F66ABA-C07C-7B4E-0E32-86C3BB04AA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58565" y="176753"/>
            <a:ext cx="1190469" cy="1190469"/>
          </a:xfrm>
          <a:prstGeom prst="rect">
            <a:avLst/>
          </a:prstGeom>
        </p:spPr>
      </p:pic>
      <p:pic>
        <p:nvPicPr>
          <p:cNvPr id="12" name="Picture 11">
            <a:extLst>
              <a:ext uri="{FF2B5EF4-FFF2-40B4-BE49-F238E27FC236}">
                <a16:creationId xmlns:a16="http://schemas.microsoft.com/office/drawing/2014/main" id="{E28D1CBC-4D12-D9B9-CD23-7747F5D3D7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317402"/>
            <a:ext cx="3795634" cy="740238"/>
          </a:xfrm>
          <a:prstGeom prst="rect">
            <a:avLst/>
          </a:prstGeom>
        </p:spPr>
      </p:pic>
    </p:spTree>
    <p:extLst>
      <p:ext uri="{BB962C8B-B14F-4D97-AF65-F5344CB8AC3E}">
        <p14:creationId xmlns:p14="http://schemas.microsoft.com/office/powerpoint/2010/main" val="2827898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BD8CF5A8-ACAD-D135-0544-20163F2C11CE}"/>
              </a:ext>
            </a:extLst>
          </p:cNvPr>
          <p:cNvSpPr>
            <a:spLocks noGrp="1"/>
          </p:cNvSpPr>
          <p:nvPr>
            <p:ph type="sldNum" sz="quarter" idx="12"/>
          </p:nvPr>
        </p:nvSpPr>
        <p:spPr/>
        <p:txBody>
          <a:bodyPr/>
          <a:lstStyle/>
          <a:p>
            <a:fld id="{26510230-8DD5-4BA5-AB2D-CA30FC08F9D7}" type="slidenum">
              <a:rPr lang="en-IN" smtClean="0"/>
              <a:t>2</a:t>
            </a:fld>
            <a:endParaRPr lang="en-IN"/>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C79E5FE6-2AEA-FD10-96D6-84ECB84793BD}"/>
              </a:ext>
            </a:extLst>
          </p:cNvPr>
          <p:cNvSpPr txBox="1"/>
          <p:nvPr/>
        </p:nvSpPr>
        <p:spPr>
          <a:xfrm>
            <a:off x="822739" y="1354784"/>
            <a:ext cx="10810559" cy="3970318"/>
          </a:xfrm>
          <a:prstGeom prst="rect">
            <a:avLst/>
          </a:prstGeom>
          <a:noFill/>
        </p:spPr>
        <p:txBody>
          <a:bodyPr wrap="square">
            <a:spAutoFit/>
          </a:bodyPr>
          <a:lstStyle/>
          <a:p>
            <a:pPr algn="ctr"/>
            <a:r>
              <a:rPr lang="en-US" sz="2800" b="1" dirty="0"/>
              <a:t>Review</a:t>
            </a:r>
          </a:p>
          <a:p>
            <a:pPr algn="ctr"/>
            <a:endParaRPr lang="en-US" sz="2800" dirty="0"/>
          </a:p>
          <a:p>
            <a:r>
              <a:rPr lang="en-US" sz="2800" dirty="0"/>
              <a:t>Review of the key concepts of last session</a:t>
            </a:r>
          </a:p>
          <a:p>
            <a:r>
              <a:rPr lang="en-US" sz="2400" b="1" dirty="0">
                <a:latin typeface="Times New Roman" panose="02020603050405020304" pitchFamily="18" charset="0"/>
                <a:cs typeface="Times New Roman" panose="02020603050405020304" pitchFamily="18" charset="0"/>
              </a:rPr>
              <a:t>Insertion Sort</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Builds sorted array one element at a time by inserting into the correct position.</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Adaptive and stable, good for small or nearly sorted data.</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Best case: 𝑂(𝑛), Worst case: O(n^2).</a:t>
            </a:r>
          </a:p>
          <a:p>
            <a:r>
              <a:rPr lang="en-US" sz="2400" b="1" dirty="0">
                <a:latin typeface="Times New Roman" panose="02020603050405020304" pitchFamily="18" charset="0"/>
                <a:cs typeface="Times New Roman" panose="02020603050405020304" pitchFamily="18" charset="0"/>
              </a:rPr>
              <a:t>Selection Sort</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Repeatedly selects the minimum element from the unsorted part and swaps it into place.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Simple, in-place, but not stable (by default).</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Always 𝑂(𝑛^2), useful when swaps are costly but comparisons are cheaper.</a:t>
            </a:r>
            <a:endParaRPr lang="en-US" sz="2000" b="1"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27672147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BD8CF5A8-ACAD-D135-0544-20163F2C11CE}"/>
              </a:ext>
            </a:extLst>
          </p:cNvPr>
          <p:cNvSpPr>
            <a:spLocks noGrp="1"/>
          </p:cNvSpPr>
          <p:nvPr>
            <p:ph type="sldNum" sz="quarter" idx="12"/>
          </p:nvPr>
        </p:nvSpPr>
        <p:spPr/>
        <p:txBody>
          <a:bodyPr/>
          <a:lstStyle/>
          <a:p>
            <a:fld id="{26510230-8DD5-4BA5-AB2D-CA30FC08F9D7}" type="slidenum">
              <a:rPr lang="en-IN" smtClean="0"/>
              <a:t>3</a:t>
            </a:fld>
            <a:endParaRPr lang="en-IN"/>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C79E5FE6-2AEA-FD10-96D6-84ECB84793BD}"/>
              </a:ext>
            </a:extLst>
          </p:cNvPr>
          <p:cNvSpPr txBox="1"/>
          <p:nvPr/>
        </p:nvSpPr>
        <p:spPr>
          <a:xfrm>
            <a:off x="822739" y="821384"/>
            <a:ext cx="10373193" cy="646331"/>
          </a:xfrm>
          <a:prstGeom prst="rect">
            <a:avLst/>
          </a:prstGeom>
          <a:noFill/>
        </p:spPr>
        <p:txBody>
          <a:bodyPr wrap="square">
            <a:spAutoFit/>
          </a:bodyPr>
          <a:lstStyle/>
          <a:p>
            <a:pPr marR="0" lvl="0" algn="ctr" defTabSz="457200" rtl="0" eaLnBrk="1" fontAlgn="auto" latinLnBrk="0" hangingPunct="1">
              <a:lnSpc>
                <a:spcPct val="100000"/>
              </a:lnSpc>
              <a:spcBef>
                <a:spcPct val="20000"/>
              </a:spcBef>
              <a:spcAft>
                <a:spcPts val="0"/>
              </a:spcAft>
              <a:buClrTx/>
              <a:buSzTx/>
              <a:tabLst/>
              <a:defRPr/>
            </a:pPr>
            <a:r>
              <a:rPr kumimoji="0" lang="en-US" sz="36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Pre-Class Assessment</a:t>
            </a:r>
          </a:p>
        </p:txBody>
      </p:sp>
      <p:sp>
        <p:nvSpPr>
          <p:cNvPr id="2" name="Rectangle 1"/>
          <p:cNvSpPr/>
          <p:nvPr/>
        </p:nvSpPr>
        <p:spPr>
          <a:xfrm>
            <a:off x="10648330" y="1095420"/>
            <a:ext cx="1176692" cy="369332"/>
          </a:xfrm>
          <a:prstGeom prst="rect">
            <a:avLst/>
          </a:prstGeom>
        </p:spPr>
        <p:txBody>
          <a:bodyPr wrap="square">
            <a:spAutoFit/>
          </a:bodyPr>
          <a:lstStyle/>
          <a:p>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[2-mins]</a:t>
            </a:r>
            <a:endParaRPr lang="en-US" dirty="0"/>
          </a:p>
        </p:txBody>
      </p:sp>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90402"/>
            <a:ext cx="3795634" cy="740238"/>
          </a:xfrm>
          <a:prstGeom prst="rect">
            <a:avLst/>
          </a:prstGeom>
        </p:spPr>
      </p:pic>
      <p:pic>
        <p:nvPicPr>
          <p:cNvPr id="6" name="Picture 5">
            <a:extLst>
              <a:ext uri="{FF2B5EF4-FFF2-40B4-BE49-F238E27FC236}">
                <a16:creationId xmlns:a16="http://schemas.microsoft.com/office/drawing/2014/main" id="{BE5296A7-E054-4D0D-3F4E-DA6600D1A31F}"/>
              </a:ext>
            </a:extLst>
          </p:cNvPr>
          <p:cNvPicPr>
            <a:picLocks noChangeAspect="1"/>
          </p:cNvPicPr>
          <p:nvPr/>
        </p:nvPicPr>
        <p:blipFill>
          <a:blip r:embed="rId4"/>
          <a:stretch>
            <a:fillRect/>
          </a:stretch>
        </p:blipFill>
        <p:spPr>
          <a:xfrm>
            <a:off x="834754" y="1876345"/>
            <a:ext cx="10522491" cy="4063776"/>
          </a:xfrm>
          <a:prstGeom prst="rect">
            <a:avLst/>
          </a:prstGeom>
        </p:spPr>
      </p:pic>
    </p:spTree>
    <p:extLst>
      <p:ext uri="{BB962C8B-B14F-4D97-AF65-F5344CB8AC3E}">
        <p14:creationId xmlns:p14="http://schemas.microsoft.com/office/powerpoint/2010/main" val="1671380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5590906B-7B28-4168-875C-2821760FE6B8}"/>
              </a:ext>
            </a:extLst>
          </p:cNvPr>
          <p:cNvSpPr>
            <a:spLocks noGrp="1"/>
          </p:cNvSpPr>
          <p:nvPr>
            <p:ph type="title"/>
          </p:nvPr>
        </p:nvSpPr>
        <p:spPr>
          <a:xfrm>
            <a:off x="3890330" y="483460"/>
            <a:ext cx="5017695" cy="1136052"/>
          </a:xfrm>
        </p:spPr>
        <p:txBody>
          <a:bodyPr>
            <a:normAutofit/>
          </a:bodyPr>
          <a:lstStyle/>
          <a:p>
            <a:r>
              <a:rPr lang="en-IN" sz="3600" dirty="0">
                <a:latin typeface="Tahoma" panose="020B0604030504040204" pitchFamily="34" charset="0"/>
                <a:ea typeface="Tahoma" panose="020B0604030504040204" pitchFamily="34" charset="0"/>
                <a:cs typeface="Tahoma" panose="020B0604030504040204" pitchFamily="34" charset="0"/>
              </a:rPr>
              <a:t>Learning Outcomes</a:t>
            </a:r>
          </a:p>
        </p:txBody>
      </p:sp>
      <p:sp>
        <p:nvSpPr>
          <p:cNvPr id="3" name="Footer Placeholder 2">
            <a:extLst>
              <a:ext uri="{FF2B5EF4-FFF2-40B4-BE49-F238E27FC236}">
                <a16:creationId xmlns:a16="http://schemas.microsoft.com/office/drawing/2014/main" id="{9D018FB1-5AC0-A361-622A-D2F46CAE3097}"/>
              </a:ext>
            </a:extLst>
          </p:cNvPr>
          <p:cNvSpPr>
            <a:spLocks noGrp="1"/>
          </p:cNvSpPr>
          <p:nvPr>
            <p:ph type="ftr" sz="quarter" idx="11"/>
          </p:nvPr>
        </p:nvSpPr>
        <p:spPr>
          <a:xfrm>
            <a:off x="4038600" y="6356350"/>
            <a:ext cx="4114800" cy="365125"/>
          </a:xfrm>
        </p:spPr>
        <p:txBody>
          <a:bodyPr/>
          <a:lstStyle/>
          <a:p>
            <a:r>
              <a:rPr lang="en-IN"/>
              <a:t>Galgotias University</a:t>
            </a:r>
          </a:p>
        </p:txBody>
      </p:sp>
      <p:sp>
        <p:nvSpPr>
          <p:cNvPr id="4" name="Slide Number Placeholder 3">
            <a:extLst>
              <a:ext uri="{FF2B5EF4-FFF2-40B4-BE49-F238E27FC236}">
                <a16:creationId xmlns:a16="http://schemas.microsoft.com/office/drawing/2014/main" id="{381D5415-04E5-9984-5403-67A367538A42}"/>
              </a:ext>
            </a:extLst>
          </p:cNvPr>
          <p:cNvSpPr>
            <a:spLocks noGrp="1"/>
          </p:cNvSpPr>
          <p:nvPr>
            <p:ph type="sldNum" sz="quarter" idx="12"/>
          </p:nvPr>
        </p:nvSpPr>
        <p:spPr>
          <a:xfrm>
            <a:off x="8610600" y="6356350"/>
            <a:ext cx="2743200" cy="365125"/>
          </a:xfrm>
        </p:spPr>
        <p:txBody>
          <a:bodyPr/>
          <a:lstStyle/>
          <a:p>
            <a:fld id="{26510230-8DD5-4BA5-AB2D-CA30FC08F9D7}" type="slidenum">
              <a:rPr lang="en-IN" smtClean="0"/>
              <a:pPr/>
              <a:t>4</a:t>
            </a:fld>
            <a:endParaRPr lang="en-IN"/>
          </a:p>
        </p:txBody>
      </p:sp>
      <p:pic>
        <p:nvPicPr>
          <p:cNvPr id="5" name="Picture 4" descr="A blue circle with text and words&#10;&#10;Description automatically generated">
            <a:extLst>
              <a:ext uri="{FF2B5EF4-FFF2-40B4-BE49-F238E27FC236}">
                <a16:creationId xmlns:a16="http://schemas.microsoft.com/office/drawing/2014/main" id="{3CA3EE49-A6F5-21CE-5CB2-E167474EB06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8" name="Content Placeholder 17">
            <a:extLst>
              <a:ext uri="{FF2B5EF4-FFF2-40B4-BE49-F238E27FC236}">
                <a16:creationId xmlns:a16="http://schemas.microsoft.com/office/drawing/2014/main" id="{973C0F83-D21D-A99D-35A6-7A07FC92A3AA}"/>
              </a:ext>
            </a:extLst>
          </p:cNvPr>
          <p:cNvSpPr>
            <a:spLocks noGrp="1"/>
          </p:cNvSpPr>
          <p:nvPr>
            <p:ph idx="1"/>
          </p:nvPr>
        </p:nvSpPr>
        <p:spPr>
          <a:xfrm>
            <a:off x="375532" y="1435255"/>
            <a:ext cx="10820400" cy="4351338"/>
          </a:xfrm>
        </p:spPr>
        <p:txBody>
          <a:bodyPr/>
          <a:lstStyle/>
          <a:p>
            <a:pPr marL="0" indent="0" algn="just">
              <a:buNone/>
            </a:pPr>
            <a:r>
              <a:rPr lang="en-US" sz="3200" b="1" u="sng" dirty="0">
                <a:latin typeface="Tahoma" panose="020B0604030504040204" pitchFamily="34" charset="0"/>
                <a:ea typeface="Tahoma" panose="020B0604030504040204" pitchFamily="34" charset="0"/>
                <a:cs typeface="Tahoma" panose="020B0604030504040204" pitchFamily="34" charset="0"/>
              </a:rPr>
              <a:t>By the end of this session, You will be able to:</a:t>
            </a:r>
          </a:p>
        </p:txBody>
      </p:sp>
      <p:sp>
        <p:nvSpPr>
          <p:cNvPr id="2" name="Rectangle 1"/>
          <p:cNvSpPr/>
          <p:nvPr/>
        </p:nvSpPr>
        <p:spPr>
          <a:xfrm>
            <a:off x="10671589" y="1065923"/>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[2-mins]</a:t>
            </a:r>
          </a:p>
        </p:txBody>
      </p:sp>
      <p:graphicFrame>
        <p:nvGraphicFramePr>
          <p:cNvPr id="12" name="Title 1">
            <a:extLst>
              <a:ext uri="{FF2B5EF4-FFF2-40B4-BE49-F238E27FC236}">
                <a16:creationId xmlns:a16="http://schemas.microsoft.com/office/drawing/2014/main" id="{FBB5840F-85BE-5580-FDC6-C72FB2C1E292}"/>
              </a:ext>
            </a:extLst>
          </p:cNvPr>
          <p:cNvGraphicFramePr/>
          <p:nvPr>
            <p:extLst>
              <p:ext uri="{D42A27DB-BD31-4B8C-83A1-F6EECF244321}">
                <p14:modId xmlns:p14="http://schemas.microsoft.com/office/powerpoint/2010/main" val="997786279"/>
              </p:ext>
            </p:extLst>
          </p:nvPr>
        </p:nvGraphicFramePr>
        <p:xfrm>
          <a:off x="297092" y="2285779"/>
          <a:ext cx="10927829" cy="36894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4" name="Picture 13">
            <a:extLst>
              <a:ext uri="{FF2B5EF4-FFF2-40B4-BE49-F238E27FC236}">
                <a16:creationId xmlns:a16="http://schemas.microsoft.com/office/drawing/2014/main" id="{E28D1CBC-4D12-D9B9-CD23-7747F5D3D73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143805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BD8CF5A8-ACAD-D135-0544-20163F2C11CE}"/>
              </a:ext>
            </a:extLst>
          </p:cNvPr>
          <p:cNvSpPr>
            <a:spLocks noGrp="1"/>
          </p:cNvSpPr>
          <p:nvPr>
            <p:ph type="sldNum" sz="quarter" idx="12"/>
          </p:nvPr>
        </p:nvSpPr>
        <p:spPr/>
        <p:txBody>
          <a:bodyPr/>
          <a:lstStyle/>
          <a:p>
            <a:fld id="{26510230-8DD5-4BA5-AB2D-CA30FC08F9D7}" type="slidenum">
              <a:rPr lang="en-IN" smtClean="0"/>
              <a:t>5</a:t>
            </a:fld>
            <a:endParaRPr lang="en-IN"/>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C79E5FE6-2AEA-FD10-96D6-84ECB84793BD}"/>
              </a:ext>
            </a:extLst>
          </p:cNvPr>
          <p:cNvSpPr txBox="1"/>
          <p:nvPr/>
        </p:nvSpPr>
        <p:spPr>
          <a:xfrm>
            <a:off x="727756" y="1219889"/>
            <a:ext cx="10468176" cy="3231654"/>
          </a:xfrm>
          <a:prstGeom prst="rect">
            <a:avLst/>
          </a:prstGeom>
          <a:noFill/>
        </p:spPr>
        <p:txBody>
          <a:bodyPr wrap="square">
            <a:spAutoFit/>
          </a:bodyPr>
          <a:lstStyle/>
          <a:p>
            <a:pPr algn="ctr"/>
            <a:r>
              <a:rPr lang="en-US" sz="3200" b="1" dirty="0"/>
              <a:t>Session Outline</a:t>
            </a:r>
          </a:p>
          <a:p>
            <a:pPr algn="ctr"/>
            <a:endParaRPr lang="en-US" sz="3200" dirty="0"/>
          </a:p>
          <a:p>
            <a:pPr marL="342900" indent="-342900">
              <a:buFont typeface="Arial" pitchFamily="34" charset="0"/>
              <a:buChar char="•"/>
            </a:pPr>
            <a:r>
              <a:rPr lang="en-US" sz="2800" dirty="0"/>
              <a:t>Explain divide-and-conquer strategy and role of pivot.</a:t>
            </a:r>
          </a:p>
          <a:p>
            <a:pPr marL="342900" indent="-342900">
              <a:buFont typeface="Arial" pitchFamily="34" charset="0"/>
              <a:buChar char="•"/>
            </a:pPr>
            <a:r>
              <a:rPr lang="en-US" sz="2800" dirty="0"/>
              <a:t>Present Quick Sort algorithm and </a:t>
            </a:r>
            <a:r>
              <a:rPr lang="en-US" sz="2800" dirty="0" err="1"/>
              <a:t>pseudocode</a:t>
            </a:r>
            <a:r>
              <a:rPr lang="en-US" sz="2800" dirty="0"/>
              <a:t>.</a:t>
            </a:r>
          </a:p>
          <a:p>
            <a:pPr marL="342900" indent="-342900">
              <a:buFont typeface="Arial" pitchFamily="34" charset="0"/>
              <a:buChar char="•"/>
            </a:pPr>
            <a:r>
              <a:rPr lang="en-US" sz="2800" dirty="0"/>
              <a:t>Walk through an example step by step.</a:t>
            </a:r>
          </a:p>
          <a:p>
            <a:pPr marL="342900" indent="-342900">
              <a:buFont typeface="Arial" pitchFamily="34" charset="0"/>
              <a:buChar char="•"/>
            </a:pPr>
            <a:r>
              <a:rPr lang="en-US" sz="2800" dirty="0"/>
              <a:t>Analyze best, average, and worst-case complexities.</a:t>
            </a:r>
          </a:p>
          <a:p>
            <a:pPr marL="342900" indent="-342900">
              <a:buFont typeface="Arial" pitchFamily="34" charset="0"/>
              <a:buChar char="•"/>
            </a:pPr>
            <a:r>
              <a:rPr lang="en-US" sz="2800" dirty="0"/>
              <a:t>Quick summary.</a:t>
            </a:r>
          </a:p>
        </p:txBody>
      </p:sp>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41202"/>
            <a:ext cx="3795634" cy="740238"/>
          </a:xfrm>
          <a:prstGeom prst="rect">
            <a:avLst/>
          </a:prstGeom>
        </p:spPr>
      </p:pic>
    </p:spTree>
    <p:extLst>
      <p:ext uri="{BB962C8B-B14F-4D97-AF65-F5344CB8AC3E}">
        <p14:creationId xmlns:p14="http://schemas.microsoft.com/office/powerpoint/2010/main" val="35606146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BD8CF5A8-ACAD-D135-0544-20163F2C11CE}"/>
              </a:ext>
            </a:extLst>
          </p:cNvPr>
          <p:cNvSpPr>
            <a:spLocks noGrp="1"/>
          </p:cNvSpPr>
          <p:nvPr>
            <p:ph type="sldNum" sz="quarter" idx="12"/>
          </p:nvPr>
        </p:nvSpPr>
        <p:spPr/>
        <p:txBody>
          <a:bodyPr/>
          <a:lstStyle/>
          <a:p>
            <a:fld id="{26510230-8DD5-4BA5-AB2D-CA30FC08F9D7}" type="slidenum">
              <a:rPr lang="en-IN" smtClean="0"/>
              <a:t>6</a:t>
            </a:fld>
            <a:endParaRPr lang="en-IN"/>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41202"/>
            <a:ext cx="3795634" cy="740238"/>
          </a:xfrm>
          <a:prstGeom prst="rect">
            <a:avLst/>
          </a:prstGeom>
        </p:spPr>
      </p:pic>
      <p:sp>
        <p:nvSpPr>
          <p:cNvPr id="4" name="TextBox 3"/>
          <p:cNvSpPr txBox="1"/>
          <p:nvPr/>
        </p:nvSpPr>
        <p:spPr>
          <a:xfrm>
            <a:off x="1514475" y="1400175"/>
            <a:ext cx="9401175" cy="4308872"/>
          </a:xfrm>
          <a:prstGeom prst="rect">
            <a:avLst/>
          </a:prstGeom>
          <a:noFill/>
        </p:spPr>
        <p:txBody>
          <a:bodyPr wrap="square" rtlCol="0">
            <a:spAutoFit/>
          </a:bodyPr>
          <a:lstStyle/>
          <a:p>
            <a:r>
              <a:rPr lang="en-US" b="1" dirty="0">
                <a:solidFill>
                  <a:srgbClr val="25265E"/>
                </a:solidFill>
                <a:latin typeface="euclid_circular_a"/>
              </a:rPr>
              <a:t>Different Sorting Algorithms</a:t>
            </a:r>
          </a:p>
          <a:p>
            <a:endParaRPr lang="en-US" sz="2000" b="1" dirty="0">
              <a:solidFill>
                <a:srgbClr val="25265E"/>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solidFill>
                  <a:schemeClr val="accent4"/>
                </a:solidFill>
                <a:latin typeface="Times New Roman" panose="02020603050405020304" pitchFamily="18" charset="0"/>
                <a:cs typeface="Times New Roman" panose="02020603050405020304" pitchFamily="18" charset="0"/>
              </a:rPr>
              <a:t>Bubble Sort</a:t>
            </a:r>
          </a:p>
          <a:p>
            <a:pPr>
              <a:buFont typeface="Arial" panose="020B0604020202020204" pitchFamily="34" charset="0"/>
              <a:buChar char="•"/>
            </a:pPr>
            <a:r>
              <a:rPr lang="en-US" sz="2000" dirty="0">
                <a:solidFill>
                  <a:schemeClr val="accent4"/>
                </a:solidFill>
                <a:latin typeface="Times New Roman" panose="02020603050405020304" pitchFamily="18" charset="0"/>
                <a:cs typeface="Times New Roman" panose="02020603050405020304" pitchFamily="18" charset="0"/>
              </a:rPr>
              <a:t>Selection Sort</a:t>
            </a:r>
          </a:p>
          <a:p>
            <a:pPr>
              <a:buFont typeface="Arial" panose="020B0604020202020204" pitchFamily="34" charset="0"/>
              <a:buChar char="•"/>
            </a:pPr>
            <a:r>
              <a:rPr lang="en-US" sz="2000" dirty="0">
                <a:solidFill>
                  <a:schemeClr val="accent4"/>
                </a:solidFill>
                <a:latin typeface="Times New Roman" panose="02020603050405020304" pitchFamily="18" charset="0"/>
                <a:cs typeface="Times New Roman" panose="02020603050405020304" pitchFamily="18" charset="0"/>
              </a:rPr>
              <a:t>Insertion Sort</a:t>
            </a:r>
          </a:p>
          <a:p>
            <a:pPr>
              <a:buFont typeface="Arial" panose="020B0604020202020204" pitchFamily="34" charset="0"/>
              <a:buChar char="•"/>
            </a:pPr>
            <a:r>
              <a:rPr lang="en-US" sz="2000" dirty="0">
                <a:solidFill>
                  <a:schemeClr val="accent1"/>
                </a:solidFill>
                <a:latin typeface="Times New Roman" panose="02020603050405020304" pitchFamily="18" charset="0"/>
                <a:cs typeface="Times New Roman" panose="02020603050405020304" pitchFamily="18" charset="0"/>
              </a:rPr>
              <a:t>Quicksort</a:t>
            </a:r>
          </a:p>
          <a:p>
            <a:pPr>
              <a:buFont typeface="Arial" panose="020B0604020202020204" pitchFamily="34" charset="0"/>
              <a:buChar char="•"/>
            </a:pPr>
            <a:r>
              <a:rPr lang="en-US" sz="2000" dirty="0">
                <a:solidFill>
                  <a:schemeClr val="accent4"/>
                </a:solidFill>
                <a:latin typeface="Times New Roman" panose="02020603050405020304" pitchFamily="18" charset="0"/>
                <a:cs typeface="Times New Roman" panose="02020603050405020304" pitchFamily="18" charset="0"/>
              </a:rPr>
              <a:t>Merge Sort</a:t>
            </a:r>
          </a:p>
          <a:p>
            <a:pPr>
              <a:buFont typeface="Arial" panose="020B0604020202020204" pitchFamily="34" charset="0"/>
              <a:buChar char="•"/>
            </a:pPr>
            <a:r>
              <a:rPr lang="en-US" sz="2000" dirty="0">
                <a:solidFill>
                  <a:schemeClr val="accent4"/>
                </a:solidFill>
                <a:latin typeface="Times New Roman" panose="02020603050405020304" pitchFamily="18" charset="0"/>
                <a:cs typeface="Times New Roman" panose="02020603050405020304" pitchFamily="18" charset="0"/>
              </a:rPr>
              <a:t>Counting Sort</a:t>
            </a:r>
          </a:p>
          <a:p>
            <a:pPr>
              <a:buFont typeface="Arial" panose="020B0604020202020204" pitchFamily="34" charset="0"/>
              <a:buChar char="•"/>
            </a:pPr>
            <a:r>
              <a:rPr lang="en-US" sz="2000" dirty="0">
                <a:solidFill>
                  <a:schemeClr val="accent4"/>
                </a:solidFill>
                <a:latin typeface="Times New Roman" panose="02020603050405020304" pitchFamily="18" charset="0"/>
                <a:cs typeface="Times New Roman" panose="02020603050405020304" pitchFamily="18" charset="0"/>
              </a:rPr>
              <a:t>Radix Sort</a:t>
            </a:r>
          </a:p>
          <a:p>
            <a:pPr>
              <a:buFont typeface="Arial" panose="020B0604020202020204" pitchFamily="34" charset="0"/>
              <a:buChar char="•"/>
            </a:pPr>
            <a:r>
              <a:rPr lang="en-US" sz="2000" dirty="0">
                <a:solidFill>
                  <a:schemeClr val="accent4"/>
                </a:solidFill>
                <a:latin typeface="Times New Roman" panose="02020603050405020304" pitchFamily="18" charset="0"/>
                <a:cs typeface="Times New Roman" panose="02020603050405020304" pitchFamily="18" charset="0"/>
              </a:rPr>
              <a:t>Bucket Sort</a:t>
            </a:r>
          </a:p>
          <a:p>
            <a:pPr>
              <a:buFont typeface="Arial" panose="020B0604020202020204" pitchFamily="34" charset="0"/>
              <a:buChar char="•"/>
            </a:pPr>
            <a:r>
              <a:rPr lang="en-US" sz="2000" dirty="0">
                <a:solidFill>
                  <a:schemeClr val="accent4"/>
                </a:solidFill>
                <a:latin typeface="Times New Roman" panose="02020603050405020304" pitchFamily="18" charset="0"/>
                <a:cs typeface="Times New Roman" panose="02020603050405020304" pitchFamily="18" charset="0"/>
              </a:rPr>
              <a:t>Heap Sort</a:t>
            </a:r>
          </a:p>
          <a:p>
            <a:pPr>
              <a:buFont typeface="Arial" panose="020B0604020202020204" pitchFamily="34" charset="0"/>
              <a:buChar char="•"/>
            </a:pPr>
            <a:r>
              <a:rPr lang="en-US" sz="2000" dirty="0">
                <a:solidFill>
                  <a:schemeClr val="accent4"/>
                </a:solidFill>
                <a:latin typeface="Times New Roman" panose="02020603050405020304" pitchFamily="18" charset="0"/>
                <a:cs typeface="Times New Roman" panose="02020603050405020304" pitchFamily="18" charset="0"/>
              </a:rPr>
              <a:t>Shell Sort</a:t>
            </a:r>
          </a:p>
          <a:p>
            <a:br>
              <a:rPr lang="en-US" dirty="0"/>
            </a:br>
            <a:endParaRPr lang="en-US" b="1" i="0" dirty="0">
              <a:solidFill>
                <a:srgbClr val="25265E"/>
              </a:solidFill>
              <a:effectLst/>
              <a:latin typeface="euclid_circular_a"/>
            </a:endParaRPr>
          </a:p>
        </p:txBody>
      </p:sp>
    </p:spTree>
    <p:extLst>
      <p:ext uri="{BB962C8B-B14F-4D97-AF65-F5344CB8AC3E}">
        <p14:creationId xmlns:p14="http://schemas.microsoft.com/office/powerpoint/2010/main" val="338602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7</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4457700" y="485775"/>
            <a:ext cx="6300866" cy="884140"/>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sp>
        <p:nvSpPr>
          <p:cNvPr id="20" name="TextBox 19">
            <a:extLst>
              <a:ext uri="{FF2B5EF4-FFF2-40B4-BE49-F238E27FC236}">
                <a16:creationId xmlns:a16="http://schemas.microsoft.com/office/drawing/2014/main" id="{35372BEC-C0BE-8B8E-FFFF-97C0F922807B}"/>
              </a:ext>
            </a:extLst>
          </p:cNvPr>
          <p:cNvSpPr txBox="1"/>
          <p:nvPr/>
        </p:nvSpPr>
        <p:spPr>
          <a:xfrm>
            <a:off x="823333" y="1854964"/>
            <a:ext cx="10795098" cy="2677656"/>
          </a:xfrm>
          <a:prstGeom prst="rect">
            <a:avLst/>
          </a:prstGeom>
          <a:noFill/>
        </p:spPr>
        <p:txBody>
          <a:bodyPr wrap="square">
            <a:spAutoFit/>
          </a:bodyPr>
          <a:lstStyle/>
          <a:p>
            <a:r>
              <a:rPr lang="en-US" sz="2800" b="1" dirty="0"/>
              <a:t>Quick Sort</a:t>
            </a:r>
            <a:r>
              <a:rPr lang="en-US" sz="2800" dirty="0"/>
              <a:t> </a:t>
            </a:r>
          </a:p>
          <a:p>
            <a:r>
              <a:rPr lang="en-US" sz="2800" dirty="0"/>
              <a:t>It is a sorting algorithm based on the </a:t>
            </a:r>
            <a:r>
              <a:rPr lang="en-US" sz="2800" b="1" dirty="0"/>
              <a:t>Divide and Conquer </a:t>
            </a:r>
            <a:r>
              <a:rPr lang="en-US" sz="2800" dirty="0"/>
              <a:t>that picks an element as a pivot and partitions the given array around the picked pivot by placing the pivot in its correct position in the sorted array.</a:t>
            </a:r>
          </a:p>
          <a:p>
            <a:pPr marL="457200" lvl="0" indent="-45720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3872618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8</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4457700" y="485775"/>
            <a:ext cx="6300866" cy="884140"/>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sp>
        <p:nvSpPr>
          <p:cNvPr id="20" name="TextBox 19">
            <a:extLst>
              <a:ext uri="{FF2B5EF4-FFF2-40B4-BE49-F238E27FC236}">
                <a16:creationId xmlns:a16="http://schemas.microsoft.com/office/drawing/2014/main" id="{35372BEC-C0BE-8B8E-FFFF-97C0F922807B}"/>
              </a:ext>
            </a:extLst>
          </p:cNvPr>
          <p:cNvSpPr txBox="1"/>
          <p:nvPr/>
        </p:nvSpPr>
        <p:spPr>
          <a:xfrm>
            <a:off x="823333" y="1854964"/>
            <a:ext cx="10795098" cy="4401205"/>
          </a:xfrm>
          <a:prstGeom prst="rect">
            <a:avLst/>
          </a:prstGeom>
          <a:noFill/>
        </p:spPr>
        <p:txBody>
          <a:bodyPr wrap="square">
            <a:spAutoFit/>
          </a:bodyPr>
          <a:lstStyle/>
          <a:p>
            <a:r>
              <a:rPr lang="en-US" sz="2800" b="1" dirty="0"/>
              <a:t>How does </a:t>
            </a:r>
            <a:r>
              <a:rPr lang="en-US" sz="2800" b="1" dirty="0" err="1"/>
              <a:t>QuickSort</a:t>
            </a:r>
            <a:r>
              <a:rPr lang="en-US" sz="2800" b="1" dirty="0"/>
              <a:t> Algorithm work?</a:t>
            </a:r>
          </a:p>
          <a:p>
            <a:r>
              <a:rPr lang="en-US" sz="2800" dirty="0"/>
              <a:t>There are mainly three steps in the algorithm.</a:t>
            </a:r>
          </a:p>
          <a:p>
            <a:r>
              <a:rPr lang="en-US" sz="2800" dirty="0"/>
              <a:t>1. Choose a pivot</a:t>
            </a:r>
          </a:p>
          <a:p>
            <a:r>
              <a:rPr lang="en-US" sz="2800" dirty="0"/>
              <a:t>2. Partition the array around pivot. After partition, it is ensured that all elements are smaller than all right and we get index of the end point of smaller elements. The left and right may not be sorted individually.</a:t>
            </a:r>
          </a:p>
          <a:p>
            <a:r>
              <a:rPr lang="en-US" sz="2800" dirty="0"/>
              <a:t>3. Recursively call for the two partitioned left and right </a:t>
            </a:r>
            <a:r>
              <a:rPr lang="en-US" sz="2800" dirty="0" err="1"/>
              <a:t>subarrays</a:t>
            </a:r>
            <a:r>
              <a:rPr lang="en-US" sz="2800" dirty="0"/>
              <a:t>.</a:t>
            </a:r>
          </a:p>
          <a:p>
            <a:r>
              <a:rPr lang="en-US" sz="2800" dirty="0"/>
              <a:t>4. We stop recursion when there is only one element is left.</a:t>
            </a:r>
          </a:p>
          <a:p>
            <a:pPr marL="457200" lvl="0" indent="-45720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47832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9</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4457700" y="485775"/>
            <a:ext cx="6300866" cy="884140"/>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sp>
        <p:nvSpPr>
          <p:cNvPr id="20" name="TextBox 19">
            <a:extLst>
              <a:ext uri="{FF2B5EF4-FFF2-40B4-BE49-F238E27FC236}">
                <a16:creationId xmlns:a16="http://schemas.microsoft.com/office/drawing/2014/main" id="{35372BEC-C0BE-8B8E-FFFF-97C0F922807B}"/>
              </a:ext>
            </a:extLst>
          </p:cNvPr>
          <p:cNvSpPr txBox="1"/>
          <p:nvPr/>
        </p:nvSpPr>
        <p:spPr>
          <a:xfrm>
            <a:off x="823333" y="1854964"/>
            <a:ext cx="10795098" cy="3108543"/>
          </a:xfrm>
          <a:prstGeom prst="rect">
            <a:avLst/>
          </a:prstGeom>
          <a:noFill/>
        </p:spPr>
        <p:txBody>
          <a:bodyPr wrap="square">
            <a:spAutoFit/>
          </a:bodyPr>
          <a:lstStyle/>
          <a:p>
            <a:r>
              <a:rPr lang="en-US" sz="2800" b="1" dirty="0"/>
              <a:t>Choice of Pivot:</a:t>
            </a:r>
          </a:p>
          <a:p>
            <a:r>
              <a:rPr lang="en-US" sz="2800" dirty="0"/>
              <a:t>There are many different choices for picking pivots.</a:t>
            </a:r>
          </a:p>
          <a:p>
            <a:endParaRPr lang="en-US" sz="2800" dirty="0"/>
          </a:p>
          <a:p>
            <a:pPr marL="457200" indent="-457200">
              <a:buFont typeface="Arial" panose="020B0604020202020204" pitchFamily="34" charset="0"/>
              <a:buChar char="•"/>
            </a:pPr>
            <a:r>
              <a:rPr lang="en-US" sz="2800" dirty="0"/>
              <a:t>Always pick the first (or last) element as a pivot.</a:t>
            </a:r>
          </a:p>
          <a:p>
            <a:pPr marL="457200" indent="-457200">
              <a:buFont typeface="Arial" panose="020B0604020202020204" pitchFamily="34" charset="0"/>
              <a:buChar char="•"/>
            </a:pPr>
            <a:r>
              <a:rPr lang="en-US" sz="2800" dirty="0"/>
              <a:t>Pick a random element as a pivot. </a:t>
            </a:r>
          </a:p>
          <a:p>
            <a:pPr marL="457200" indent="-457200">
              <a:buFont typeface="Arial" panose="020B0604020202020204" pitchFamily="34" charset="0"/>
              <a:buChar char="•"/>
            </a:pPr>
            <a:r>
              <a:rPr lang="en-US" sz="2800" dirty="0"/>
              <a:t>Pick the median element is pivot.</a:t>
            </a:r>
          </a:p>
          <a:p>
            <a:pPr marL="457200" lvl="0" indent="-45720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12748160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10</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4457700" y="485775"/>
            <a:ext cx="6300866" cy="884140"/>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2" name="Picture 1"/>
          <p:cNvPicPr>
            <a:picLocks noChangeAspect="1"/>
          </p:cNvPicPr>
          <p:nvPr/>
        </p:nvPicPr>
        <p:blipFill>
          <a:blip r:embed="rId4"/>
          <a:stretch>
            <a:fillRect/>
          </a:stretch>
        </p:blipFill>
        <p:spPr>
          <a:xfrm>
            <a:off x="1472922" y="1588864"/>
            <a:ext cx="9193565" cy="4767485"/>
          </a:xfrm>
          <a:prstGeom prst="rect">
            <a:avLst/>
          </a:prstGeom>
        </p:spPr>
      </p:pic>
      <p:sp>
        <p:nvSpPr>
          <p:cNvPr id="3" name="TextBox 2"/>
          <p:cNvSpPr txBox="1"/>
          <p:nvPr/>
        </p:nvSpPr>
        <p:spPr>
          <a:xfrm>
            <a:off x="1971675" y="1369915"/>
            <a:ext cx="6638925" cy="369332"/>
          </a:xfrm>
          <a:prstGeom prst="rect">
            <a:avLst/>
          </a:prstGeom>
          <a:noFill/>
        </p:spPr>
        <p:txBody>
          <a:bodyPr wrap="square" rtlCol="0">
            <a:spAutoFit/>
          </a:bodyPr>
          <a:lstStyle/>
          <a:p>
            <a:r>
              <a:rPr lang="en-US" b="1" dirty="0"/>
              <a:t>How Quicksort works</a:t>
            </a:r>
          </a:p>
        </p:txBody>
      </p:sp>
    </p:spTree>
    <p:extLst>
      <p:ext uri="{BB962C8B-B14F-4D97-AF65-F5344CB8AC3E}">
        <p14:creationId xmlns:p14="http://schemas.microsoft.com/office/powerpoint/2010/main" val="17035602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11</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4457700" y="485775"/>
            <a:ext cx="6300866" cy="884140"/>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3" name="TextBox 2"/>
          <p:cNvSpPr txBox="1"/>
          <p:nvPr/>
        </p:nvSpPr>
        <p:spPr>
          <a:xfrm>
            <a:off x="1971675" y="1369915"/>
            <a:ext cx="6638925" cy="369332"/>
          </a:xfrm>
          <a:prstGeom prst="rect">
            <a:avLst/>
          </a:prstGeom>
          <a:noFill/>
        </p:spPr>
        <p:txBody>
          <a:bodyPr wrap="square" rtlCol="0">
            <a:spAutoFit/>
          </a:bodyPr>
          <a:lstStyle/>
          <a:p>
            <a:r>
              <a:rPr lang="en-US" b="1" dirty="0"/>
              <a:t>How Quicksort works example</a:t>
            </a:r>
          </a:p>
        </p:txBody>
      </p:sp>
      <p:pic>
        <p:nvPicPr>
          <p:cNvPr id="4" name="Picture 3"/>
          <p:cNvPicPr>
            <a:picLocks noChangeAspect="1"/>
          </p:cNvPicPr>
          <p:nvPr/>
        </p:nvPicPr>
        <p:blipFill>
          <a:blip r:embed="rId4"/>
          <a:stretch>
            <a:fillRect/>
          </a:stretch>
        </p:blipFill>
        <p:spPr>
          <a:xfrm>
            <a:off x="2263080" y="2019529"/>
            <a:ext cx="7629525" cy="3819525"/>
          </a:xfrm>
          <a:prstGeom prst="rect">
            <a:avLst/>
          </a:prstGeom>
        </p:spPr>
      </p:pic>
    </p:spTree>
    <p:extLst>
      <p:ext uri="{BB962C8B-B14F-4D97-AF65-F5344CB8AC3E}">
        <p14:creationId xmlns:p14="http://schemas.microsoft.com/office/powerpoint/2010/main" val="37185732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12</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4457700" y="485775"/>
            <a:ext cx="6300866" cy="884140"/>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3" name="TextBox 2"/>
          <p:cNvSpPr txBox="1"/>
          <p:nvPr/>
        </p:nvSpPr>
        <p:spPr>
          <a:xfrm>
            <a:off x="1971675" y="1369915"/>
            <a:ext cx="6638925" cy="369332"/>
          </a:xfrm>
          <a:prstGeom prst="rect">
            <a:avLst/>
          </a:prstGeom>
          <a:noFill/>
        </p:spPr>
        <p:txBody>
          <a:bodyPr wrap="square" rtlCol="0">
            <a:spAutoFit/>
          </a:bodyPr>
          <a:lstStyle/>
          <a:p>
            <a:r>
              <a:rPr lang="en-US" b="1" dirty="0"/>
              <a:t>How Quicksort works</a:t>
            </a:r>
          </a:p>
        </p:txBody>
      </p:sp>
      <p:pic>
        <p:nvPicPr>
          <p:cNvPr id="2" name="Picture 1"/>
          <p:cNvPicPr>
            <a:picLocks noChangeAspect="1"/>
          </p:cNvPicPr>
          <p:nvPr/>
        </p:nvPicPr>
        <p:blipFill>
          <a:blip r:embed="rId4"/>
          <a:stretch>
            <a:fillRect/>
          </a:stretch>
        </p:blipFill>
        <p:spPr>
          <a:xfrm>
            <a:off x="2182334" y="2019529"/>
            <a:ext cx="7629525" cy="3819525"/>
          </a:xfrm>
          <a:prstGeom prst="rect">
            <a:avLst/>
          </a:prstGeom>
        </p:spPr>
      </p:pic>
    </p:spTree>
    <p:extLst>
      <p:ext uri="{BB962C8B-B14F-4D97-AF65-F5344CB8AC3E}">
        <p14:creationId xmlns:p14="http://schemas.microsoft.com/office/powerpoint/2010/main" val="15836532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13</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4457700" y="485775"/>
            <a:ext cx="6300866" cy="884140"/>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3" name="TextBox 2"/>
          <p:cNvSpPr txBox="1"/>
          <p:nvPr/>
        </p:nvSpPr>
        <p:spPr>
          <a:xfrm>
            <a:off x="1971675" y="1369915"/>
            <a:ext cx="6638925" cy="369332"/>
          </a:xfrm>
          <a:prstGeom prst="rect">
            <a:avLst/>
          </a:prstGeom>
          <a:noFill/>
        </p:spPr>
        <p:txBody>
          <a:bodyPr wrap="square" rtlCol="0">
            <a:spAutoFit/>
          </a:bodyPr>
          <a:lstStyle/>
          <a:p>
            <a:r>
              <a:rPr lang="en-US" b="1" dirty="0"/>
              <a:t>How Quicksort works</a:t>
            </a:r>
          </a:p>
        </p:txBody>
      </p:sp>
      <p:pic>
        <p:nvPicPr>
          <p:cNvPr id="2" name="Picture 1"/>
          <p:cNvPicPr>
            <a:picLocks noChangeAspect="1"/>
          </p:cNvPicPr>
          <p:nvPr/>
        </p:nvPicPr>
        <p:blipFill>
          <a:blip r:embed="rId4"/>
          <a:stretch>
            <a:fillRect/>
          </a:stretch>
        </p:blipFill>
        <p:spPr>
          <a:xfrm>
            <a:off x="2476056" y="1953370"/>
            <a:ext cx="7629525" cy="3819525"/>
          </a:xfrm>
          <a:prstGeom prst="rect">
            <a:avLst/>
          </a:prstGeom>
        </p:spPr>
      </p:pic>
    </p:spTree>
    <p:extLst>
      <p:ext uri="{BB962C8B-B14F-4D97-AF65-F5344CB8AC3E}">
        <p14:creationId xmlns:p14="http://schemas.microsoft.com/office/powerpoint/2010/main" val="27085892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14</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4457700" y="485775"/>
            <a:ext cx="6300866" cy="884140"/>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3" name="TextBox 2"/>
          <p:cNvSpPr txBox="1"/>
          <p:nvPr/>
        </p:nvSpPr>
        <p:spPr>
          <a:xfrm>
            <a:off x="1971675" y="1369915"/>
            <a:ext cx="6638925" cy="369332"/>
          </a:xfrm>
          <a:prstGeom prst="rect">
            <a:avLst/>
          </a:prstGeom>
          <a:noFill/>
        </p:spPr>
        <p:txBody>
          <a:bodyPr wrap="square" rtlCol="0">
            <a:spAutoFit/>
          </a:bodyPr>
          <a:lstStyle/>
          <a:p>
            <a:r>
              <a:rPr lang="en-US" b="1" dirty="0"/>
              <a:t>How Quicksort works</a:t>
            </a:r>
          </a:p>
        </p:txBody>
      </p:sp>
      <p:pic>
        <p:nvPicPr>
          <p:cNvPr id="4" name="Picture 3"/>
          <p:cNvPicPr>
            <a:picLocks noChangeAspect="1"/>
          </p:cNvPicPr>
          <p:nvPr/>
        </p:nvPicPr>
        <p:blipFill>
          <a:blip r:embed="rId4"/>
          <a:stretch>
            <a:fillRect/>
          </a:stretch>
        </p:blipFill>
        <p:spPr>
          <a:xfrm>
            <a:off x="2281084" y="2138036"/>
            <a:ext cx="7629525" cy="3819525"/>
          </a:xfrm>
          <a:prstGeom prst="rect">
            <a:avLst/>
          </a:prstGeom>
        </p:spPr>
      </p:pic>
    </p:spTree>
    <p:extLst>
      <p:ext uri="{BB962C8B-B14F-4D97-AF65-F5344CB8AC3E}">
        <p14:creationId xmlns:p14="http://schemas.microsoft.com/office/powerpoint/2010/main" val="5862518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15</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4457700" y="485775"/>
            <a:ext cx="6300866" cy="884140"/>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3" name="TextBox 2"/>
          <p:cNvSpPr txBox="1"/>
          <p:nvPr/>
        </p:nvSpPr>
        <p:spPr>
          <a:xfrm>
            <a:off x="1971675" y="1369915"/>
            <a:ext cx="6638925" cy="369332"/>
          </a:xfrm>
          <a:prstGeom prst="rect">
            <a:avLst/>
          </a:prstGeom>
          <a:noFill/>
        </p:spPr>
        <p:txBody>
          <a:bodyPr wrap="square" rtlCol="0">
            <a:spAutoFit/>
          </a:bodyPr>
          <a:lstStyle/>
          <a:p>
            <a:r>
              <a:rPr lang="en-US" b="1" dirty="0"/>
              <a:t>How Quicksort works</a:t>
            </a:r>
          </a:p>
        </p:txBody>
      </p:sp>
      <p:pic>
        <p:nvPicPr>
          <p:cNvPr id="2" name="Picture 1"/>
          <p:cNvPicPr>
            <a:picLocks noChangeAspect="1"/>
          </p:cNvPicPr>
          <p:nvPr/>
        </p:nvPicPr>
        <p:blipFill>
          <a:blip r:embed="rId4"/>
          <a:stretch>
            <a:fillRect/>
          </a:stretch>
        </p:blipFill>
        <p:spPr>
          <a:xfrm>
            <a:off x="2210569" y="2122950"/>
            <a:ext cx="7629525" cy="3819525"/>
          </a:xfrm>
          <a:prstGeom prst="rect">
            <a:avLst/>
          </a:prstGeom>
        </p:spPr>
      </p:pic>
    </p:spTree>
    <p:extLst>
      <p:ext uri="{BB962C8B-B14F-4D97-AF65-F5344CB8AC3E}">
        <p14:creationId xmlns:p14="http://schemas.microsoft.com/office/powerpoint/2010/main" val="21455341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16</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4457700" y="485775"/>
            <a:ext cx="6300866" cy="884140"/>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3" name="TextBox 2"/>
          <p:cNvSpPr txBox="1"/>
          <p:nvPr/>
        </p:nvSpPr>
        <p:spPr>
          <a:xfrm>
            <a:off x="1971675" y="1369915"/>
            <a:ext cx="6638925" cy="369332"/>
          </a:xfrm>
          <a:prstGeom prst="rect">
            <a:avLst/>
          </a:prstGeom>
          <a:noFill/>
        </p:spPr>
        <p:txBody>
          <a:bodyPr wrap="square" rtlCol="0">
            <a:spAutoFit/>
          </a:bodyPr>
          <a:lstStyle/>
          <a:p>
            <a:r>
              <a:rPr lang="en-US" b="1" dirty="0"/>
              <a:t>How Quicksort works</a:t>
            </a:r>
          </a:p>
        </p:txBody>
      </p:sp>
      <p:pic>
        <p:nvPicPr>
          <p:cNvPr id="4" name="Picture 3"/>
          <p:cNvPicPr>
            <a:picLocks noChangeAspect="1"/>
          </p:cNvPicPr>
          <p:nvPr/>
        </p:nvPicPr>
        <p:blipFill>
          <a:blip r:embed="rId4"/>
          <a:stretch>
            <a:fillRect/>
          </a:stretch>
        </p:blipFill>
        <p:spPr>
          <a:xfrm>
            <a:off x="2281903" y="2138036"/>
            <a:ext cx="7629525" cy="3819525"/>
          </a:xfrm>
          <a:prstGeom prst="rect">
            <a:avLst/>
          </a:prstGeom>
        </p:spPr>
      </p:pic>
    </p:spTree>
    <p:extLst>
      <p:ext uri="{BB962C8B-B14F-4D97-AF65-F5344CB8AC3E}">
        <p14:creationId xmlns:p14="http://schemas.microsoft.com/office/powerpoint/2010/main" val="22407868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17</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4457700" y="485775"/>
            <a:ext cx="6300866" cy="884140"/>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3" name="TextBox 2"/>
          <p:cNvSpPr txBox="1"/>
          <p:nvPr/>
        </p:nvSpPr>
        <p:spPr>
          <a:xfrm>
            <a:off x="1971675" y="1369915"/>
            <a:ext cx="6638925" cy="369332"/>
          </a:xfrm>
          <a:prstGeom prst="rect">
            <a:avLst/>
          </a:prstGeom>
          <a:noFill/>
        </p:spPr>
        <p:txBody>
          <a:bodyPr wrap="square" rtlCol="0">
            <a:spAutoFit/>
          </a:bodyPr>
          <a:lstStyle/>
          <a:p>
            <a:r>
              <a:rPr lang="en-US" b="1" dirty="0"/>
              <a:t>Activity 1: Pen-paper Activity</a:t>
            </a:r>
          </a:p>
        </p:txBody>
      </p:sp>
      <p:sp>
        <p:nvSpPr>
          <p:cNvPr id="2" name="TextBox 1"/>
          <p:cNvSpPr txBox="1"/>
          <p:nvPr/>
        </p:nvSpPr>
        <p:spPr>
          <a:xfrm>
            <a:off x="2765589" y="2465284"/>
            <a:ext cx="6372225"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Complete step 6</a:t>
            </a:r>
          </a:p>
        </p:txBody>
      </p:sp>
    </p:spTree>
    <p:extLst>
      <p:ext uri="{BB962C8B-B14F-4D97-AF65-F5344CB8AC3E}">
        <p14:creationId xmlns:p14="http://schemas.microsoft.com/office/powerpoint/2010/main" val="23848618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18</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4457700" y="485775"/>
            <a:ext cx="6300866" cy="884140"/>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3" name="TextBox 2"/>
          <p:cNvSpPr txBox="1"/>
          <p:nvPr/>
        </p:nvSpPr>
        <p:spPr>
          <a:xfrm>
            <a:off x="1971675" y="1369915"/>
            <a:ext cx="6638925" cy="369332"/>
          </a:xfrm>
          <a:prstGeom prst="rect">
            <a:avLst/>
          </a:prstGeom>
          <a:noFill/>
        </p:spPr>
        <p:txBody>
          <a:bodyPr wrap="square" rtlCol="0">
            <a:spAutoFit/>
          </a:bodyPr>
          <a:lstStyle/>
          <a:p>
            <a:r>
              <a:rPr lang="en-US" b="1" dirty="0"/>
              <a:t>How Quicksort works</a:t>
            </a:r>
          </a:p>
        </p:txBody>
      </p:sp>
      <p:pic>
        <p:nvPicPr>
          <p:cNvPr id="4" name="Picture 3"/>
          <p:cNvPicPr>
            <a:picLocks noChangeAspect="1"/>
          </p:cNvPicPr>
          <p:nvPr/>
        </p:nvPicPr>
        <p:blipFill>
          <a:blip r:embed="rId4"/>
          <a:stretch>
            <a:fillRect/>
          </a:stretch>
        </p:blipFill>
        <p:spPr>
          <a:xfrm>
            <a:off x="2281903" y="2138036"/>
            <a:ext cx="7629525" cy="3819525"/>
          </a:xfrm>
          <a:prstGeom prst="rect">
            <a:avLst/>
          </a:prstGeom>
        </p:spPr>
      </p:pic>
    </p:spTree>
    <p:extLst>
      <p:ext uri="{BB962C8B-B14F-4D97-AF65-F5344CB8AC3E}">
        <p14:creationId xmlns:p14="http://schemas.microsoft.com/office/powerpoint/2010/main" val="22263989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48870"/>
            <a:ext cx="5529263" cy="793376"/>
          </a:xfrm>
        </p:spPr>
        <p:txBody>
          <a:bodyPr>
            <a:normAutofit/>
          </a:bodyPr>
          <a:lstStyle/>
          <a:p>
            <a:r>
              <a:rPr lang="en-US" sz="2800" b="1" dirty="0"/>
              <a:t>Quick Sort Algorithm</a:t>
            </a:r>
          </a:p>
        </p:txBody>
      </p:sp>
      <p:sp>
        <p:nvSpPr>
          <p:cNvPr id="3" name="Content Placeholder 2"/>
          <p:cNvSpPr>
            <a:spLocks noGrp="1"/>
          </p:cNvSpPr>
          <p:nvPr>
            <p:ph sz="half" idx="1"/>
          </p:nvPr>
        </p:nvSpPr>
        <p:spPr>
          <a:xfrm>
            <a:off x="5974977" y="1048870"/>
            <a:ext cx="5181600" cy="5323355"/>
          </a:xfrm>
        </p:spPr>
        <p:txBody>
          <a:bodyPr>
            <a:normAutofit fontScale="70000" lnSpcReduction="20000"/>
          </a:bodyPr>
          <a:lstStyle/>
          <a:p>
            <a:pPr marL="0" indent="0">
              <a:buNone/>
            </a:pPr>
            <a:r>
              <a:rPr lang="en-US" dirty="0"/>
              <a:t>Partition (A, p, r)</a:t>
            </a:r>
          </a:p>
          <a:p>
            <a:pPr marL="0" indent="0">
              <a:buNone/>
            </a:pPr>
            <a:r>
              <a:rPr lang="en-US" dirty="0"/>
              <a:t>{</a:t>
            </a:r>
          </a:p>
          <a:p>
            <a:pPr marL="0" indent="0">
              <a:buNone/>
            </a:pPr>
            <a:r>
              <a:rPr lang="en-US" dirty="0"/>
              <a:t>    x ← A[r]</a:t>
            </a:r>
          </a:p>
          <a:p>
            <a:pPr marL="0" indent="0">
              <a:buNone/>
            </a:pPr>
            <a:r>
              <a:rPr lang="en-US" dirty="0"/>
              <a:t>    </a:t>
            </a:r>
            <a:r>
              <a:rPr lang="en-US" dirty="0" err="1"/>
              <a:t>i</a:t>
            </a:r>
            <a:r>
              <a:rPr lang="en-US" dirty="0"/>
              <a:t> ← p - 1</a:t>
            </a:r>
          </a:p>
          <a:p>
            <a:pPr marL="0" indent="0">
              <a:buNone/>
            </a:pPr>
            <a:r>
              <a:rPr lang="en-US" dirty="0"/>
              <a:t>    for j ← p to r - 1</a:t>
            </a:r>
          </a:p>
          <a:p>
            <a:pPr marL="0" indent="0">
              <a:buNone/>
            </a:pPr>
            <a:r>
              <a:rPr lang="en-US" dirty="0"/>
              <a:t>    {</a:t>
            </a:r>
          </a:p>
          <a:p>
            <a:pPr marL="0" indent="0">
              <a:buNone/>
            </a:pPr>
            <a:r>
              <a:rPr lang="en-US" dirty="0"/>
              <a:t>        if(A[j] &lt;= x)</a:t>
            </a:r>
          </a:p>
          <a:p>
            <a:pPr marL="0" indent="0">
              <a:buNone/>
            </a:pPr>
            <a:r>
              <a:rPr lang="en-US" dirty="0"/>
              <a:t>        {</a:t>
            </a:r>
          </a:p>
          <a:p>
            <a:pPr marL="0" indent="0">
              <a:buNone/>
            </a:pPr>
            <a:r>
              <a:rPr lang="en-US" dirty="0"/>
              <a:t>            </a:t>
            </a:r>
            <a:r>
              <a:rPr lang="en-US" dirty="0" err="1"/>
              <a:t>i</a:t>
            </a:r>
            <a:r>
              <a:rPr lang="en-US" dirty="0"/>
              <a:t> ← </a:t>
            </a:r>
            <a:r>
              <a:rPr lang="en-US" dirty="0" err="1"/>
              <a:t>i</a:t>
            </a:r>
            <a:r>
              <a:rPr lang="en-US" dirty="0"/>
              <a:t> + 1</a:t>
            </a:r>
          </a:p>
          <a:p>
            <a:pPr marL="0" indent="0">
              <a:buNone/>
            </a:pPr>
            <a:r>
              <a:rPr lang="en-US" dirty="0"/>
              <a:t>            Exchange(A[</a:t>
            </a:r>
            <a:r>
              <a:rPr lang="en-US" dirty="0" err="1"/>
              <a:t>i</a:t>
            </a:r>
            <a:r>
              <a:rPr lang="en-US" dirty="0"/>
              <a:t>], A[j])</a:t>
            </a:r>
          </a:p>
          <a:p>
            <a:pPr marL="0" indent="0">
              <a:buNone/>
            </a:pPr>
            <a:r>
              <a:rPr lang="en-US" dirty="0"/>
              <a:t>        }</a:t>
            </a:r>
          </a:p>
          <a:p>
            <a:pPr marL="0" indent="0">
              <a:buNone/>
            </a:pPr>
            <a:r>
              <a:rPr lang="en-US" dirty="0"/>
              <a:t>    }</a:t>
            </a:r>
          </a:p>
          <a:p>
            <a:pPr marL="0" indent="0">
              <a:buNone/>
            </a:pPr>
            <a:r>
              <a:rPr lang="en-US" dirty="0"/>
              <a:t>    Exchange(A[</a:t>
            </a:r>
            <a:r>
              <a:rPr lang="en-US" dirty="0" err="1"/>
              <a:t>i</a:t>
            </a:r>
            <a:r>
              <a:rPr lang="en-US" dirty="0"/>
              <a:t> + 1], A[r])</a:t>
            </a:r>
          </a:p>
          <a:p>
            <a:pPr marL="0" indent="0">
              <a:buNone/>
            </a:pPr>
            <a:r>
              <a:rPr lang="en-US" dirty="0"/>
              <a:t>    return </a:t>
            </a:r>
            <a:r>
              <a:rPr lang="en-US" dirty="0" err="1"/>
              <a:t>i</a:t>
            </a:r>
            <a:r>
              <a:rPr lang="en-US" dirty="0"/>
              <a:t> + 1</a:t>
            </a:r>
          </a:p>
          <a:p>
            <a:pPr marL="0" indent="0">
              <a:buNone/>
            </a:pPr>
            <a:r>
              <a:rPr lang="en-US" dirty="0"/>
              <a:t>}</a:t>
            </a:r>
          </a:p>
          <a:p>
            <a:endParaRPr lang="en-US" dirty="0"/>
          </a:p>
        </p:txBody>
      </p:sp>
      <p:sp>
        <p:nvSpPr>
          <p:cNvPr id="4" name="Content Placeholder 3"/>
          <p:cNvSpPr>
            <a:spLocks noGrp="1"/>
          </p:cNvSpPr>
          <p:nvPr>
            <p:ph sz="half" idx="2"/>
          </p:nvPr>
        </p:nvSpPr>
        <p:spPr>
          <a:xfrm>
            <a:off x="215153" y="2271713"/>
            <a:ext cx="5181600" cy="4922462"/>
          </a:xfrm>
        </p:spPr>
        <p:txBody>
          <a:bodyPr>
            <a:normAutofit fontScale="70000" lnSpcReduction="20000"/>
          </a:bodyPr>
          <a:lstStyle/>
          <a:p>
            <a:pPr marL="0" indent="0">
              <a:buNone/>
            </a:pPr>
            <a:r>
              <a:rPr lang="en-US" dirty="0" err="1"/>
              <a:t>Quick_Sort</a:t>
            </a:r>
            <a:r>
              <a:rPr lang="en-US" dirty="0"/>
              <a:t>(A, p, r)</a:t>
            </a:r>
          </a:p>
          <a:p>
            <a:pPr marL="0" indent="0">
              <a:buNone/>
            </a:pPr>
            <a:r>
              <a:rPr lang="en-US" dirty="0"/>
              <a:t>{</a:t>
            </a:r>
          </a:p>
          <a:p>
            <a:pPr marL="0" indent="0">
              <a:buNone/>
            </a:pPr>
            <a:r>
              <a:rPr lang="en-US" dirty="0"/>
              <a:t>    if(p &lt; r)</a:t>
            </a:r>
          </a:p>
          <a:p>
            <a:pPr marL="0" indent="0">
              <a:buNone/>
            </a:pPr>
            <a:r>
              <a:rPr lang="en-US" dirty="0"/>
              <a:t>    {</a:t>
            </a:r>
          </a:p>
          <a:p>
            <a:pPr marL="0" indent="0">
              <a:buNone/>
            </a:pPr>
            <a:r>
              <a:rPr lang="en-US" dirty="0"/>
              <a:t>        q ← Partition(A, p, r)</a:t>
            </a:r>
          </a:p>
          <a:p>
            <a:pPr marL="0" indent="0">
              <a:buNone/>
            </a:pPr>
            <a:r>
              <a:rPr lang="en-US" dirty="0"/>
              <a:t>        </a:t>
            </a:r>
            <a:r>
              <a:rPr lang="en-US" dirty="0" err="1"/>
              <a:t>Quick_Sort</a:t>
            </a:r>
            <a:r>
              <a:rPr lang="en-US" dirty="0"/>
              <a:t>(A, p, q - 1)</a:t>
            </a:r>
          </a:p>
          <a:p>
            <a:pPr marL="0" indent="0">
              <a:buNone/>
            </a:pPr>
            <a:r>
              <a:rPr lang="en-US" dirty="0"/>
              <a:t>        </a:t>
            </a:r>
            <a:r>
              <a:rPr lang="en-US" dirty="0" err="1"/>
              <a:t>Quick_Sort</a:t>
            </a:r>
            <a:r>
              <a:rPr lang="en-US" dirty="0"/>
              <a:t>(A, q + 1, r)</a:t>
            </a:r>
          </a:p>
          <a:p>
            <a:pPr marL="0" indent="0">
              <a:buNone/>
            </a:pPr>
            <a:r>
              <a:rPr lang="en-US" dirty="0"/>
              <a:t>    }</a:t>
            </a:r>
          </a:p>
          <a:p>
            <a:pPr marL="0" indent="0">
              <a:buNone/>
            </a:pPr>
            <a:r>
              <a:rPr lang="en-US" dirty="0"/>
              <a:t>}</a:t>
            </a:r>
          </a:p>
        </p:txBody>
      </p:sp>
      <p:pic>
        <p:nvPicPr>
          <p:cNvPr id="5" name="Picture 4">
            <a:extLst>
              <a:ext uri="{FF2B5EF4-FFF2-40B4-BE49-F238E27FC236}">
                <a16:creationId xmlns:a16="http://schemas.microsoft.com/office/drawing/2014/main" id="{E28D1CBC-4D12-D9B9-CD23-7747F5D3D7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6" name="Picture 5"/>
          <p:cNvPicPr>
            <a:picLocks noChangeAspect="1"/>
          </p:cNvPicPr>
          <p:nvPr/>
        </p:nvPicPr>
        <p:blipFill>
          <a:blip r:embed="rId3"/>
          <a:stretch>
            <a:fillRect/>
          </a:stretch>
        </p:blipFill>
        <p:spPr>
          <a:xfrm>
            <a:off x="11156577" y="78140"/>
            <a:ext cx="871804" cy="877900"/>
          </a:xfrm>
          <a:prstGeom prst="rect">
            <a:avLst/>
          </a:prstGeom>
        </p:spPr>
      </p:pic>
      <p:sp>
        <p:nvSpPr>
          <p:cNvPr id="7" name="Rectangle 6"/>
          <p:cNvSpPr/>
          <p:nvPr/>
        </p:nvSpPr>
        <p:spPr>
          <a:xfrm>
            <a:off x="3900566" y="6280389"/>
            <a:ext cx="2967479" cy="369332"/>
          </a:xfrm>
          <a:prstGeom prst="rect">
            <a:avLst/>
          </a:prstGeom>
        </p:spPr>
        <p:txBody>
          <a:bodyPr wrap="none">
            <a:spAutoFit/>
          </a:bodyPr>
          <a:lstStyle/>
          <a:p>
            <a:r>
              <a:rPr lang="en-US" dirty="0"/>
              <a:t>GSCALE full form and date</a:t>
            </a:r>
          </a:p>
        </p:txBody>
      </p:sp>
    </p:spTree>
    <p:extLst>
      <p:ext uri="{BB962C8B-B14F-4D97-AF65-F5344CB8AC3E}">
        <p14:creationId xmlns:p14="http://schemas.microsoft.com/office/powerpoint/2010/main" val="17974920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28D1CBC-4D12-D9B9-CD23-7747F5D3D7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6" name="Picture 5"/>
          <p:cNvPicPr>
            <a:picLocks noChangeAspect="1"/>
          </p:cNvPicPr>
          <p:nvPr/>
        </p:nvPicPr>
        <p:blipFill>
          <a:blip r:embed="rId3"/>
          <a:stretch>
            <a:fillRect/>
          </a:stretch>
        </p:blipFill>
        <p:spPr>
          <a:xfrm>
            <a:off x="11156577" y="78140"/>
            <a:ext cx="871804" cy="877900"/>
          </a:xfrm>
          <a:prstGeom prst="rect">
            <a:avLst/>
          </a:prstGeom>
        </p:spPr>
      </p:pic>
      <p:sp>
        <p:nvSpPr>
          <p:cNvPr id="7" name="Rectangle 6"/>
          <p:cNvSpPr/>
          <p:nvPr/>
        </p:nvSpPr>
        <p:spPr>
          <a:xfrm>
            <a:off x="3900566" y="6280389"/>
            <a:ext cx="2967479" cy="369332"/>
          </a:xfrm>
          <a:prstGeom prst="rect">
            <a:avLst/>
          </a:prstGeom>
        </p:spPr>
        <p:txBody>
          <a:bodyPr wrap="none">
            <a:spAutoFit/>
          </a:bodyPr>
          <a:lstStyle/>
          <a:p>
            <a:r>
              <a:rPr lang="en-US" dirty="0"/>
              <a:t>GSCALE full form and date</a:t>
            </a:r>
          </a:p>
        </p:txBody>
      </p:sp>
      <p:sp>
        <p:nvSpPr>
          <p:cNvPr id="10" name="Title 9"/>
          <p:cNvSpPr>
            <a:spLocks noGrp="1"/>
          </p:cNvSpPr>
          <p:nvPr>
            <p:ph type="title"/>
          </p:nvPr>
        </p:nvSpPr>
        <p:spPr>
          <a:xfrm>
            <a:off x="852487" y="956041"/>
            <a:ext cx="10515600" cy="644160"/>
          </a:xfrm>
        </p:spPr>
        <p:txBody>
          <a:bodyPr>
            <a:normAutofit/>
          </a:bodyPr>
          <a:lstStyle/>
          <a:p>
            <a:pPr algn="ctr"/>
            <a:r>
              <a:rPr lang="en-US" sz="2800" b="1" dirty="0">
                <a:latin typeface="Times New Roman" panose="02020603050405020304" pitchFamily="18" charset="0"/>
                <a:cs typeface="Times New Roman" panose="02020603050405020304" pitchFamily="18" charset="0"/>
              </a:rPr>
              <a:t>Activity 2 </a:t>
            </a:r>
          </a:p>
        </p:txBody>
      </p:sp>
      <p:pic>
        <p:nvPicPr>
          <p:cNvPr id="3" name="Picture 2">
            <a:extLst>
              <a:ext uri="{FF2B5EF4-FFF2-40B4-BE49-F238E27FC236}">
                <a16:creationId xmlns:a16="http://schemas.microsoft.com/office/drawing/2014/main" id="{B3BE5EA7-FA49-0F75-CEBC-7730BFAE7F6F}"/>
              </a:ext>
            </a:extLst>
          </p:cNvPr>
          <p:cNvPicPr>
            <a:picLocks noChangeAspect="1"/>
          </p:cNvPicPr>
          <p:nvPr/>
        </p:nvPicPr>
        <p:blipFill>
          <a:blip r:embed="rId4"/>
          <a:stretch>
            <a:fillRect/>
          </a:stretch>
        </p:blipFill>
        <p:spPr>
          <a:xfrm>
            <a:off x="2166258" y="1600201"/>
            <a:ext cx="8064201" cy="4405175"/>
          </a:xfrm>
          <a:prstGeom prst="rect">
            <a:avLst/>
          </a:prstGeom>
        </p:spPr>
      </p:pic>
    </p:spTree>
    <p:extLst>
      <p:ext uri="{BB962C8B-B14F-4D97-AF65-F5344CB8AC3E}">
        <p14:creationId xmlns:p14="http://schemas.microsoft.com/office/powerpoint/2010/main" val="24494752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21</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4457700" y="485775"/>
            <a:ext cx="6300866" cy="884140"/>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16" name="Content Placeholder 2"/>
          <p:cNvSpPr>
            <a:spLocks noGrp="1"/>
          </p:cNvSpPr>
          <p:nvPr>
            <p:ph idx="1"/>
          </p:nvPr>
        </p:nvSpPr>
        <p:spPr>
          <a:xfrm>
            <a:off x="520513" y="1573134"/>
            <a:ext cx="10515600" cy="5007069"/>
          </a:xfrm>
        </p:spPr>
        <p:txBody>
          <a:bodyPr>
            <a:normAutofit fontScale="92500" lnSpcReduction="10000"/>
          </a:bodyPr>
          <a:lstStyle/>
          <a:p>
            <a:pPr marL="0" indent="0">
              <a:buNone/>
            </a:pPr>
            <a:endParaRPr lang="en-US" dirty="0"/>
          </a:p>
          <a:p>
            <a:pPr marL="0" indent="0">
              <a:buNone/>
            </a:pPr>
            <a:r>
              <a:rPr lang="en-US" b="1" dirty="0"/>
              <a:t>Best Case : </a:t>
            </a:r>
            <a:r>
              <a:rPr lang="en-US" dirty="0"/>
              <a:t>Ω (N log (N))</a:t>
            </a:r>
          </a:p>
          <a:p>
            <a:pPr marL="0" indent="0">
              <a:buNone/>
            </a:pPr>
            <a:r>
              <a:rPr lang="en-US" dirty="0"/>
              <a:t>The best-case scenario for quicksort occur when the pivot chosen at the each step divides the array into roughly equal halves.</a:t>
            </a:r>
          </a:p>
          <a:p>
            <a:pPr marL="0" indent="0">
              <a:buNone/>
            </a:pPr>
            <a:r>
              <a:rPr lang="en-US" dirty="0"/>
              <a:t>In this case, the algorithm will make balanced partitions, leading to efficient Sorting.</a:t>
            </a:r>
          </a:p>
          <a:p>
            <a:pPr marL="0" indent="0">
              <a:buNone/>
            </a:pPr>
            <a:r>
              <a:rPr lang="en-US" b="1" dirty="0"/>
              <a:t>Average Case: </a:t>
            </a:r>
            <a:r>
              <a:rPr lang="en-US" dirty="0"/>
              <a:t>θ ( N log (N))</a:t>
            </a:r>
          </a:p>
          <a:p>
            <a:pPr marL="0" indent="0">
              <a:buNone/>
            </a:pPr>
            <a:r>
              <a:rPr lang="en-US" dirty="0"/>
              <a:t>Quicksort’s average-case performance is usually very good in practice, making it one of the fastest sorting Algorithm.</a:t>
            </a:r>
          </a:p>
          <a:p>
            <a:pPr marL="0" indent="0">
              <a:buNone/>
            </a:pPr>
            <a:r>
              <a:rPr lang="en-US" b="1" dirty="0"/>
              <a:t>Worst Case: </a:t>
            </a:r>
            <a:r>
              <a:rPr lang="en-US" dirty="0"/>
              <a:t>O(N ^ 2)</a:t>
            </a:r>
          </a:p>
          <a:p>
            <a:pPr marL="0" indent="0">
              <a:buNone/>
            </a:pPr>
            <a:r>
              <a:rPr lang="en-US" dirty="0"/>
              <a:t>The worst-case Scenario for Quicksort occur when the pivot at each step consistently results in highly unbalanced partitions. </a:t>
            </a:r>
          </a:p>
        </p:txBody>
      </p:sp>
      <p:sp>
        <p:nvSpPr>
          <p:cNvPr id="18" name="Title 1"/>
          <p:cNvSpPr txBox="1">
            <a:spLocks/>
          </p:cNvSpPr>
          <p:nvPr/>
        </p:nvSpPr>
        <p:spPr>
          <a:xfrm>
            <a:off x="520513" y="1408276"/>
            <a:ext cx="10515600" cy="804769"/>
          </a:xfrm>
          <a:prstGeom prst="rect">
            <a:avLst/>
          </a:prstGeom>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Time Complexity:</a:t>
            </a:r>
            <a:br>
              <a:rPr lang="en-US"/>
            </a:br>
            <a:endParaRPr lang="en-US" dirty="0"/>
          </a:p>
        </p:txBody>
      </p:sp>
    </p:spTree>
    <p:extLst>
      <p:ext uri="{BB962C8B-B14F-4D97-AF65-F5344CB8AC3E}">
        <p14:creationId xmlns:p14="http://schemas.microsoft.com/office/powerpoint/2010/main" val="26025718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BD8CF5A8-ACAD-D135-0544-20163F2C11CE}"/>
              </a:ext>
            </a:extLst>
          </p:cNvPr>
          <p:cNvSpPr>
            <a:spLocks noGrp="1"/>
          </p:cNvSpPr>
          <p:nvPr>
            <p:ph type="sldNum" sz="quarter" idx="12"/>
          </p:nvPr>
        </p:nvSpPr>
        <p:spPr/>
        <p:txBody>
          <a:bodyPr/>
          <a:lstStyle/>
          <a:p>
            <a:fld id="{26510230-8DD5-4BA5-AB2D-CA30FC08F9D7}" type="slidenum">
              <a:rPr lang="en-IN" smtClean="0"/>
              <a:t>22</a:t>
            </a:fld>
            <a:endParaRPr lang="en-IN"/>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C79E5FE6-2AEA-FD10-96D6-84ECB84793BD}"/>
              </a:ext>
            </a:extLst>
          </p:cNvPr>
          <p:cNvSpPr txBox="1"/>
          <p:nvPr/>
        </p:nvSpPr>
        <p:spPr>
          <a:xfrm>
            <a:off x="822739" y="821384"/>
            <a:ext cx="10373193" cy="941796"/>
          </a:xfrm>
          <a:prstGeom prst="rect">
            <a:avLst/>
          </a:prstGeom>
          <a:noFill/>
        </p:spPr>
        <p:txBody>
          <a:bodyPr wrap="square">
            <a:spAutoFit/>
          </a:bodyPr>
          <a:lstStyle/>
          <a:p>
            <a:pPr marR="0" lvl="0" algn="ctr" defTabSz="457200" rtl="0" eaLnBrk="1" fontAlgn="auto" latinLnBrk="0" hangingPunct="1">
              <a:lnSpc>
                <a:spcPct val="100000"/>
              </a:lnSpc>
              <a:spcBef>
                <a:spcPct val="20000"/>
              </a:spcBef>
              <a:spcAft>
                <a:spcPts val="0"/>
              </a:spcAft>
              <a:buClrTx/>
              <a:buSzTx/>
              <a:tabLst/>
              <a:defRPr/>
            </a:pPr>
            <a:r>
              <a:rPr kumimoji="0" lang="en-US" sz="36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Summary</a:t>
            </a:r>
          </a:p>
          <a:p>
            <a:pPr marR="0" lvl="0" algn="ctr" defTabSz="457200" rtl="0" eaLnBrk="1" fontAlgn="auto" latinLnBrk="0" hangingPunct="1">
              <a:lnSpc>
                <a:spcPct val="100000"/>
              </a:lnSpc>
              <a:spcBef>
                <a:spcPct val="20000"/>
              </a:spcBef>
              <a:spcAft>
                <a:spcPts val="0"/>
              </a:spcAft>
              <a:buClrTx/>
              <a:buSzTx/>
              <a:tabLst/>
              <a:defRPr/>
            </a:pP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endParaRPr>
          </a:p>
        </p:txBody>
      </p:sp>
      <p:sp>
        <p:nvSpPr>
          <p:cNvPr id="2" name="Rectangle 1"/>
          <p:cNvSpPr/>
          <p:nvPr/>
        </p:nvSpPr>
        <p:spPr>
          <a:xfrm>
            <a:off x="10671589" y="1051486"/>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[1-mins]</a:t>
            </a:r>
          </a:p>
        </p:txBody>
      </p:sp>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9" name="Rectangle 8"/>
          <p:cNvSpPr/>
          <p:nvPr/>
        </p:nvSpPr>
        <p:spPr>
          <a:xfrm>
            <a:off x="1443116" y="1859162"/>
            <a:ext cx="9315450" cy="3970318"/>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Quick Sort is a divide-and-conquer sorting algorithm that works by selecting a pivot element, partitioning the array into two </a:t>
            </a:r>
            <a:r>
              <a:rPr lang="en-US" sz="2800" dirty="0" err="1">
                <a:latin typeface="Times New Roman" panose="02020603050405020304" pitchFamily="18" charset="0"/>
                <a:cs typeface="Times New Roman" panose="02020603050405020304" pitchFamily="18" charset="0"/>
              </a:rPr>
              <a:t>subarrays</a:t>
            </a:r>
            <a:r>
              <a:rPr lang="en-US" sz="2800" dirty="0">
                <a:latin typeface="Times New Roman" panose="02020603050405020304" pitchFamily="18" charset="0"/>
                <a:cs typeface="Times New Roman" panose="02020603050405020304" pitchFamily="18" charset="0"/>
              </a:rPr>
              <a:t> (elements smaller than the pivot and elements greater than the pivot), and then recursively sorting the </a:t>
            </a:r>
            <a:r>
              <a:rPr lang="en-US" sz="2800" dirty="0" err="1">
                <a:latin typeface="Times New Roman" panose="02020603050405020304" pitchFamily="18" charset="0"/>
                <a:cs typeface="Times New Roman" panose="02020603050405020304" pitchFamily="18" charset="0"/>
              </a:rPr>
              <a:t>subarrays</a:t>
            </a:r>
            <a:r>
              <a:rPr lang="en-US" sz="2800" dirty="0">
                <a:latin typeface="Times New Roman" panose="02020603050405020304" pitchFamily="18" charset="0"/>
                <a:cs typeface="Times New Roman" panose="02020603050405020304" pitchFamily="18" charset="0"/>
              </a:rPr>
              <a:t>. It is efficient with an average and best-case time complexity of O(</a:t>
            </a:r>
            <a:r>
              <a:rPr lang="en-US" sz="2800" dirty="0" err="1">
                <a:latin typeface="Times New Roman" panose="02020603050405020304" pitchFamily="18" charset="0"/>
                <a:cs typeface="Times New Roman" panose="02020603050405020304" pitchFamily="18" charset="0"/>
              </a:rPr>
              <a:t>nlogn</a:t>
            </a:r>
            <a:r>
              <a:rPr lang="en-US" sz="2800" dirty="0">
                <a:latin typeface="Times New Roman" panose="02020603050405020304" pitchFamily="18" charset="0"/>
                <a:cs typeface="Times New Roman" panose="02020603050405020304" pitchFamily="18" charset="0"/>
              </a:rPr>
              <a:t>), though its worst case is O(n^2) if the pivot is poorly chosen. Quick Sort is an in-place algorithm, generally faster in practice than other sorts, and widely used in real-world applications like system libraries and databases.</a:t>
            </a:r>
          </a:p>
        </p:txBody>
      </p:sp>
    </p:spTree>
    <p:extLst>
      <p:ext uri="{BB962C8B-B14F-4D97-AF65-F5344CB8AC3E}">
        <p14:creationId xmlns:p14="http://schemas.microsoft.com/office/powerpoint/2010/main" val="7249981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D018FB1-5AC0-A361-622A-D2F46CAE3097}"/>
              </a:ext>
            </a:extLst>
          </p:cNvPr>
          <p:cNvSpPr>
            <a:spLocks noGrp="1"/>
          </p:cNvSpPr>
          <p:nvPr>
            <p:ph type="ftr" sz="quarter" idx="11"/>
          </p:nvPr>
        </p:nvSpPr>
        <p:spPr>
          <a:xfrm>
            <a:off x="4038600" y="6356350"/>
            <a:ext cx="4114800" cy="365125"/>
          </a:xfrm>
        </p:spPr>
        <p:txBody>
          <a:bodyPr/>
          <a:lstStyle/>
          <a:p>
            <a:r>
              <a:rPr lang="en-IN"/>
              <a:t>Galgotias University</a:t>
            </a:r>
          </a:p>
        </p:txBody>
      </p:sp>
      <p:sp>
        <p:nvSpPr>
          <p:cNvPr id="4" name="Slide Number Placeholder 3">
            <a:extLst>
              <a:ext uri="{FF2B5EF4-FFF2-40B4-BE49-F238E27FC236}">
                <a16:creationId xmlns:a16="http://schemas.microsoft.com/office/drawing/2014/main" id="{381D5415-04E5-9984-5403-67A367538A42}"/>
              </a:ext>
            </a:extLst>
          </p:cNvPr>
          <p:cNvSpPr>
            <a:spLocks noGrp="1"/>
          </p:cNvSpPr>
          <p:nvPr>
            <p:ph type="sldNum" sz="quarter" idx="12"/>
          </p:nvPr>
        </p:nvSpPr>
        <p:spPr>
          <a:xfrm>
            <a:off x="8610600" y="6356350"/>
            <a:ext cx="2743200" cy="365125"/>
          </a:xfrm>
        </p:spPr>
        <p:txBody>
          <a:bodyPr/>
          <a:lstStyle/>
          <a:p>
            <a:fld id="{26510230-8DD5-4BA5-AB2D-CA30FC08F9D7}" type="slidenum">
              <a:rPr lang="en-IN" smtClean="0"/>
              <a:pPr/>
              <a:t>23</a:t>
            </a:fld>
            <a:endParaRPr lang="en-IN"/>
          </a:p>
        </p:txBody>
      </p:sp>
      <p:pic>
        <p:nvPicPr>
          <p:cNvPr id="5" name="Picture 4" descr="A blue circle with text and words&#10;&#10;Description automatically generated">
            <a:extLst>
              <a:ext uri="{FF2B5EF4-FFF2-40B4-BE49-F238E27FC236}">
                <a16:creationId xmlns:a16="http://schemas.microsoft.com/office/drawing/2014/main" id="{3CA3EE49-A6F5-21CE-5CB2-E167474EB06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8" name="Content Placeholder 17">
            <a:extLst>
              <a:ext uri="{FF2B5EF4-FFF2-40B4-BE49-F238E27FC236}">
                <a16:creationId xmlns:a16="http://schemas.microsoft.com/office/drawing/2014/main" id="{973C0F83-D21D-A99D-35A6-7A07FC92A3AA}"/>
              </a:ext>
            </a:extLst>
          </p:cNvPr>
          <p:cNvSpPr>
            <a:spLocks noGrp="1"/>
          </p:cNvSpPr>
          <p:nvPr>
            <p:ph idx="1"/>
          </p:nvPr>
        </p:nvSpPr>
        <p:spPr>
          <a:xfrm>
            <a:off x="375532" y="1076886"/>
            <a:ext cx="10820400" cy="5323913"/>
          </a:xfrm>
        </p:spPr>
        <p:txBody>
          <a:bodyPr/>
          <a:lstStyle/>
          <a:p>
            <a:pPr marL="0" indent="0" algn="just">
              <a:buNone/>
            </a:pPr>
            <a:r>
              <a:rPr lang="en-US" sz="3200" b="1" dirty="0">
                <a:latin typeface="Tahoma" panose="020B0604030504040204" pitchFamily="34" charset="0"/>
                <a:ea typeface="Tahoma" panose="020B0604030504040204" pitchFamily="34" charset="0"/>
                <a:cs typeface="Tahoma" panose="020B0604030504040204" pitchFamily="34" charset="0"/>
              </a:rPr>
              <a:t>Ensure attainment of LO’s in alignment to the learning activities: </a:t>
            </a:r>
          </a:p>
          <a:p>
            <a:pPr marL="0" indent="0" algn="just">
              <a:buNone/>
            </a:pPr>
            <a:endParaRPr lang="en-US" sz="3200" b="1" dirty="0">
              <a:latin typeface="Tahoma" panose="020B0604030504040204" pitchFamily="34" charset="0"/>
              <a:ea typeface="Tahoma" panose="020B0604030504040204" pitchFamily="34" charset="0"/>
              <a:cs typeface="Tahoma" panose="020B0604030504040204" pitchFamily="34" charset="0"/>
            </a:endParaRPr>
          </a:p>
        </p:txBody>
      </p:sp>
      <p:sp>
        <p:nvSpPr>
          <p:cNvPr id="2" name="Rectangle 1"/>
          <p:cNvSpPr/>
          <p:nvPr/>
        </p:nvSpPr>
        <p:spPr>
          <a:xfrm>
            <a:off x="10671589" y="1065923"/>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[2-mins]</a:t>
            </a:r>
          </a:p>
        </p:txBody>
      </p:sp>
      <p:graphicFrame>
        <p:nvGraphicFramePr>
          <p:cNvPr id="12" name="Title 1">
            <a:extLst>
              <a:ext uri="{FF2B5EF4-FFF2-40B4-BE49-F238E27FC236}">
                <a16:creationId xmlns:a16="http://schemas.microsoft.com/office/drawing/2014/main" id="{FBB5840F-85BE-5580-FDC6-C72FB2C1E292}"/>
              </a:ext>
            </a:extLst>
          </p:cNvPr>
          <p:cNvGraphicFramePr/>
          <p:nvPr>
            <p:extLst>
              <p:ext uri="{D42A27DB-BD31-4B8C-83A1-F6EECF244321}">
                <p14:modId xmlns:p14="http://schemas.microsoft.com/office/powerpoint/2010/main" val="2427185654"/>
              </p:ext>
            </p:extLst>
          </p:nvPr>
        </p:nvGraphicFramePr>
        <p:xfrm>
          <a:off x="268103" y="2128839"/>
          <a:ext cx="10927829" cy="40177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4" name="Picture 13">
            <a:extLst>
              <a:ext uri="{FF2B5EF4-FFF2-40B4-BE49-F238E27FC236}">
                <a16:creationId xmlns:a16="http://schemas.microsoft.com/office/drawing/2014/main" id="{E28D1CBC-4D12-D9B9-CD23-7747F5D3D73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39790805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AB91CCA-1BE5-F500-6FE3-9286107B8310}"/>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738DC841-660F-050E-F1D5-7EDF89E46187}"/>
              </a:ext>
            </a:extLst>
          </p:cNvPr>
          <p:cNvSpPr>
            <a:spLocks noGrp="1"/>
          </p:cNvSpPr>
          <p:nvPr>
            <p:ph type="sldNum" sz="quarter" idx="12"/>
          </p:nvPr>
        </p:nvSpPr>
        <p:spPr/>
        <p:txBody>
          <a:bodyPr/>
          <a:lstStyle/>
          <a:p>
            <a:fld id="{26510230-8DD5-4BA5-AB2D-CA30FC08F9D7}" type="slidenum">
              <a:rPr lang="en-IN" smtClean="0"/>
              <a:t>24</a:t>
            </a:fld>
            <a:endParaRPr lang="en-IN"/>
          </a:p>
        </p:txBody>
      </p:sp>
      <p:pic>
        <p:nvPicPr>
          <p:cNvPr id="7" name="Picture 6" descr="A blue circle with text and words&#10;&#10;Description automatically generated">
            <a:extLst>
              <a:ext uri="{FF2B5EF4-FFF2-40B4-BE49-F238E27FC236}">
                <a16:creationId xmlns:a16="http://schemas.microsoft.com/office/drawing/2014/main" id="{C48F32E8-1C2C-DDC5-5A63-CE0734EE2B2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4" name="Rectangle 3"/>
          <p:cNvSpPr/>
          <p:nvPr/>
        </p:nvSpPr>
        <p:spPr>
          <a:xfrm>
            <a:off x="10722885" y="1022415"/>
            <a:ext cx="946092"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[1-min]</a:t>
            </a:r>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65002"/>
            <a:ext cx="3795634" cy="740238"/>
          </a:xfrm>
          <a:prstGeom prst="rect">
            <a:avLst/>
          </a:prstGeom>
        </p:spPr>
      </p:pic>
      <p:sp>
        <p:nvSpPr>
          <p:cNvPr id="8" name="Rectangle 7"/>
          <p:cNvSpPr/>
          <p:nvPr/>
        </p:nvSpPr>
        <p:spPr>
          <a:xfrm>
            <a:off x="852566" y="1697335"/>
            <a:ext cx="9906000" cy="584775"/>
          </a:xfrm>
          <a:prstGeom prst="rect">
            <a:avLst/>
          </a:prstGeom>
        </p:spPr>
        <p:txBody>
          <a:bodyPr wrap="square">
            <a:spAutoFit/>
          </a:bodyPr>
          <a:lstStyle/>
          <a:p>
            <a:r>
              <a:rPr lang="en-US" sz="3200" b="1" dirty="0"/>
              <a:t>Next Session: </a:t>
            </a:r>
            <a:r>
              <a:rPr lang="en-US" sz="3200" dirty="0">
                <a:latin typeface="Times New Roman" panose="02020603050405020304" pitchFamily="18" charset="0"/>
                <a:cs typeface="Times New Roman" panose="02020603050405020304" pitchFamily="18" charset="0"/>
              </a:rPr>
              <a:t>Merge Sort</a:t>
            </a:r>
          </a:p>
        </p:txBody>
      </p:sp>
    </p:spTree>
    <p:extLst>
      <p:ext uri="{BB962C8B-B14F-4D97-AF65-F5344CB8AC3E}">
        <p14:creationId xmlns:p14="http://schemas.microsoft.com/office/powerpoint/2010/main" val="20318083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AB91CCA-1BE5-F500-6FE3-9286107B8310}"/>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738DC841-660F-050E-F1D5-7EDF89E46187}"/>
              </a:ext>
            </a:extLst>
          </p:cNvPr>
          <p:cNvSpPr>
            <a:spLocks noGrp="1"/>
          </p:cNvSpPr>
          <p:nvPr>
            <p:ph type="sldNum" sz="quarter" idx="12"/>
          </p:nvPr>
        </p:nvSpPr>
        <p:spPr/>
        <p:txBody>
          <a:bodyPr/>
          <a:lstStyle/>
          <a:p>
            <a:fld id="{26510230-8DD5-4BA5-AB2D-CA30FC08F9D7}" type="slidenum">
              <a:rPr lang="en-IN" smtClean="0"/>
              <a:t>25</a:t>
            </a:fld>
            <a:endParaRPr lang="en-IN"/>
          </a:p>
        </p:txBody>
      </p:sp>
      <p:pic>
        <p:nvPicPr>
          <p:cNvPr id="7" name="Picture 6" descr="A blue circle with text and words&#10;&#10;Description automatically generated">
            <a:extLst>
              <a:ext uri="{FF2B5EF4-FFF2-40B4-BE49-F238E27FC236}">
                <a16:creationId xmlns:a16="http://schemas.microsoft.com/office/drawing/2014/main" id="{C48F32E8-1C2C-DDC5-5A63-CE0734EE2B2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65002"/>
            <a:ext cx="3795634" cy="740238"/>
          </a:xfrm>
          <a:prstGeom prst="rect">
            <a:avLst/>
          </a:prstGeom>
        </p:spPr>
      </p:pic>
      <p:sp>
        <p:nvSpPr>
          <p:cNvPr id="10" name="Title 1">
            <a:extLst>
              <a:ext uri="{FF2B5EF4-FFF2-40B4-BE49-F238E27FC236}">
                <a16:creationId xmlns:a16="http://schemas.microsoft.com/office/drawing/2014/main" id="{E4F6F593-41A2-5797-581D-24AD95F1C7D0}"/>
              </a:ext>
            </a:extLst>
          </p:cNvPr>
          <p:cNvSpPr txBox="1">
            <a:spLocks/>
          </p:cNvSpPr>
          <p:nvPr/>
        </p:nvSpPr>
        <p:spPr>
          <a:xfrm>
            <a:off x="3693002" y="2786093"/>
            <a:ext cx="4805996" cy="1297115"/>
          </a:xfrm>
          <a:prstGeom prst="rect">
            <a:avLst/>
          </a:prstGeom>
        </p:spPr>
        <p:txBody>
          <a:bodyPr vert="horz" lIns="91440" tIns="45720" rIns="91440" bIns="45720" rtlCol="0" anchor="t">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solidFill>
                  <a:schemeClr val="tx2"/>
                </a:solidFill>
              </a:rPr>
              <a:t>Review and Reflection from students</a:t>
            </a:r>
          </a:p>
        </p:txBody>
      </p:sp>
    </p:spTree>
    <p:extLst>
      <p:ext uri="{BB962C8B-B14F-4D97-AF65-F5344CB8AC3E}">
        <p14:creationId xmlns:p14="http://schemas.microsoft.com/office/powerpoint/2010/main" val="3356453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3766</TotalTime>
  <Words>1122</Words>
  <Application>Microsoft Office PowerPoint</Application>
  <PresentationFormat>Widescreen</PresentationFormat>
  <Paragraphs>171</Paragraphs>
  <Slides>25</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Aptos</vt:lpstr>
      <vt:lpstr>Aptos Display</vt:lpstr>
      <vt:lpstr>Arial</vt:lpstr>
      <vt:lpstr>Calibri</vt:lpstr>
      <vt:lpstr>euclid_circular_a</vt:lpstr>
      <vt:lpstr>Georgia</vt:lpstr>
      <vt:lpstr>Tahoma</vt:lpstr>
      <vt:lpstr>Times New Roman</vt:lpstr>
      <vt:lpstr>Office Theme</vt:lpstr>
      <vt:lpstr>Sorting : Quick Sort   Session No.:15  Course Name: Data Strucutres Course Code: R1UC308B   Instructor Name: Akhilesh Tripathi Duration: 50 mins Date of Conduction of Class: </vt:lpstr>
      <vt:lpstr>PowerPoint Presentation</vt:lpstr>
      <vt:lpstr>PowerPoint Presentation</vt:lpstr>
      <vt:lpstr>Learning Outcomes</vt:lpstr>
      <vt:lpstr>PowerPoint Presentation</vt:lpstr>
      <vt:lpstr>PowerPoint Presentation</vt:lpstr>
      <vt:lpstr>Concept and Definition for (LO-1) </vt:lpstr>
      <vt:lpstr>Concept and Definition for (LO-1) </vt:lpstr>
      <vt:lpstr>Concept and Definition for (LO-1) </vt:lpstr>
      <vt:lpstr>Concept and Definition for (LO-1) </vt:lpstr>
      <vt:lpstr>Concept and Definition for (LO-1) </vt:lpstr>
      <vt:lpstr>Concept and Definition for (LO-1) </vt:lpstr>
      <vt:lpstr>Concept and Definition for (LO-1) </vt:lpstr>
      <vt:lpstr>Concept and Definition for (LO-1) </vt:lpstr>
      <vt:lpstr>Concept and Definition for (LO-1) </vt:lpstr>
      <vt:lpstr>Concept and Definition for (LO-1) </vt:lpstr>
      <vt:lpstr>Concept and Definition for (LO-1) </vt:lpstr>
      <vt:lpstr>Concept and Definition for (LO-1) </vt:lpstr>
      <vt:lpstr>Quick Sort Algorithm</vt:lpstr>
      <vt:lpstr>Activity 2 </vt:lpstr>
      <vt:lpstr>Concept and Definition for (LO-1) </vt:lpstr>
      <vt:lpstr>PowerPoint Presentation</vt:lpstr>
      <vt:lpstr>PowerPoint Presentation</vt:lpstr>
      <vt:lpstr>PowerPoint Presentation</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Equilibrium Index    Session No.: 2 Course Name: Advanced Algorithmic Problem Solving Course Code: R1UC601B   Instructor Name: Dr. Subhash chandra Gupta</dc:title>
  <dc:creator>Deepak Gupta</dc:creator>
  <cp:lastModifiedBy>akhilesh tripathi</cp:lastModifiedBy>
  <cp:revision>139</cp:revision>
  <dcterms:created xsi:type="dcterms:W3CDTF">2024-08-22T06:33:55Z</dcterms:created>
  <dcterms:modified xsi:type="dcterms:W3CDTF">2025-10-11T06:27:57Z</dcterms:modified>
</cp:coreProperties>
</file>