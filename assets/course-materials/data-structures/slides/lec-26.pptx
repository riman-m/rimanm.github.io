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0" r:id="rId2"/>
  </p:sldMasterIdLst>
  <p:notesMasterIdLst>
    <p:notesMasterId r:id="rId32"/>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Lst>
  <p:sldSz cx="12192000" cy="6858000"/>
  <p:notesSz cx="6858000" cy="9144000"/>
  <p:embeddedFontLst>
    <p:embeddedFont>
      <p:font typeface="Georgia" panose="02040502050405020303" pitchFamily="18" charset="0"/>
      <p:regular r:id="rId33"/>
      <p:bold r:id="rId34"/>
      <p:italic r:id="rId35"/>
      <p:boldItalic r:id="rId36"/>
    </p:embeddedFont>
    <p:embeddedFont>
      <p:font typeface="Play" panose="020B0604020202020204" charset="0"/>
      <p:regular r:id="rId37"/>
      <p:bold r:id="rId38"/>
    </p:embeddedFont>
    <p:embeddedFont>
      <p:font typeface="Tahoma" panose="020B0604030504040204" pitchFamily="34" charset="0"/>
      <p:regular r:id="rId39"/>
      <p:bold r:id="rId4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27">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1" roundtripDataSignature="AMtx7mj35Mj8D1H694SJ1age6/nWjXwqM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9" d="100"/>
          <a:sy n="59" d="100"/>
        </p:scale>
        <p:origin x="940" y="52"/>
      </p:cViewPr>
      <p:guideLst>
        <p:guide orient="horz" pos="2160"/>
        <p:guide pos="3827"/>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font" Target="fonts/font7.fntdata"/><Relationship Id="rId21" Type="http://schemas.openxmlformats.org/officeDocument/2006/relationships/slide" Target="slides/slide19.xml"/><Relationship Id="rId34" Type="http://schemas.openxmlformats.org/officeDocument/2006/relationships/font" Target="fonts/font2.fntdata"/><Relationship Id="rId42" Type="http://schemas.openxmlformats.org/officeDocument/2006/relationships/presProps" Target="pres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notesMaster" Target="notesMasters/notesMaster1.xml"/><Relationship Id="rId37" Type="http://schemas.openxmlformats.org/officeDocument/2006/relationships/font" Target="fonts/font5.fntdata"/><Relationship Id="rId40" Type="http://schemas.openxmlformats.org/officeDocument/2006/relationships/font" Target="fonts/font8.fntdata"/><Relationship Id="rId45"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font" Target="fonts/font4.fntdata"/><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font" Target="fonts/font3.fntdata"/><Relationship Id="rId43" Type="http://schemas.openxmlformats.org/officeDocument/2006/relationships/viewProps" Target="viewProp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font" Target="fonts/font1.fntdata"/><Relationship Id="rId38" Type="http://schemas.openxmlformats.org/officeDocument/2006/relationships/font" Target="fonts/font6.fntdata"/><Relationship Id="rId20" Type="http://schemas.openxmlformats.org/officeDocument/2006/relationships/slide" Target="slides/slide18.xml"/><Relationship Id="rId41"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2pPr>
            <a:lvl3pPr marL="1371600" marR="0" lvl="2"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3pPr>
            <a:lvl4pPr marL="1828800" marR="0" lvl="3"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4pPr>
            <a:lvl5pPr marL="2286000" marR="0" lvl="4"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6pPr>
            <a:lvl7pPr marL="3200400" marR="0" lvl="6"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7pPr>
            <a:lvl8pPr marL="3657600" marR="0" lvl="7"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8pPr>
            <a:lvl9pPr marL="4114800" marR="0" lvl="8"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1" name="Google Shape;161;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5" name="Google Shape;175;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4" name="Google Shape;184;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5" name="Google Shape;195;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8" name="Google Shape;208;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8" name="Google Shape;218;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2" name="Google Shape;232;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1" name="Google Shape;241;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4" name="Google Shape;254;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4" name="Google Shape;264;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1" name="Google Shape;281;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7" name="Google Shape;297;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7"/>
        <p:cNvGrpSpPr/>
        <p:nvPr/>
      </p:nvGrpSpPr>
      <p:grpSpPr>
        <a:xfrm>
          <a:off x="0" y="0"/>
          <a:ext cx="0" cy="0"/>
          <a:chOff x="0" y="0"/>
          <a:chExt cx="0" cy="0"/>
        </a:xfrm>
      </p:grpSpPr>
      <p:sp>
        <p:nvSpPr>
          <p:cNvPr id="308" name="Google Shape;308;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9" name="Google Shape;309;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9"/>
        <p:cNvGrpSpPr/>
        <p:nvPr/>
      </p:nvGrpSpPr>
      <p:grpSpPr>
        <a:xfrm>
          <a:off x="0" y="0"/>
          <a:ext cx="0" cy="0"/>
          <a:chOff x="0" y="0"/>
          <a:chExt cx="0" cy="0"/>
        </a:xfrm>
      </p:grpSpPr>
      <p:sp>
        <p:nvSpPr>
          <p:cNvPr id="320" name="Google Shape;320;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1" name="Google Shape;321;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p1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2" name="Google Shape;332;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1"/>
        <p:cNvGrpSpPr/>
        <p:nvPr/>
      </p:nvGrpSpPr>
      <p:grpSpPr>
        <a:xfrm>
          <a:off x="0" y="0"/>
          <a:ext cx="0" cy="0"/>
          <a:chOff x="0" y="0"/>
          <a:chExt cx="0" cy="0"/>
        </a:xfrm>
      </p:grpSpPr>
      <p:sp>
        <p:nvSpPr>
          <p:cNvPr id="342" name="Google Shape;342;p1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3" name="Google Shape;343;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2"/>
        <p:cNvGrpSpPr/>
        <p:nvPr/>
      </p:nvGrpSpPr>
      <p:grpSpPr>
        <a:xfrm>
          <a:off x="0" y="0"/>
          <a:ext cx="0" cy="0"/>
          <a:chOff x="0" y="0"/>
          <a:chExt cx="0" cy="0"/>
        </a:xfrm>
      </p:grpSpPr>
      <p:sp>
        <p:nvSpPr>
          <p:cNvPr id="353" name="Google Shape;353;p1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4" name="Google Shape;354;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
        <p:cNvGrpSpPr/>
        <p:nvPr/>
      </p:nvGrpSpPr>
      <p:grpSpPr>
        <a:xfrm>
          <a:off x="0" y="0"/>
          <a:ext cx="0" cy="0"/>
          <a:chOff x="0" y="0"/>
          <a:chExt cx="0" cy="0"/>
        </a:xfrm>
      </p:grpSpPr>
      <p:sp>
        <p:nvSpPr>
          <p:cNvPr id="364" name="Google Shape;364;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5" name="Google Shape;365;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5"/>
        <p:cNvGrpSpPr/>
        <p:nvPr/>
      </p:nvGrpSpPr>
      <p:grpSpPr>
        <a:xfrm>
          <a:off x="0" y="0"/>
          <a:ext cx="0" cy="0"/>
          <a:chOff x="0" y="0"/>
          <a:chExt cx="0" cy="0"/>
        </a:xfrm>
      </p:grpSpPr>
      <p:sp>
        <p:nvSpPr>
          <p:cNvPr id="376" name="Google Shape;376;p1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7" name="Google Shape;377;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7"/>
        <p:cNvGrpSpPr/>
        <p:nvPr/>
      </p:nvGrpSpPr>
      <p:grpSpPr>
        <a:xfrm>
          <a:off x="0" y="0"/>
          <a:ext cx="0" cy="0"/>
          <a:chOff x="0" y="0"/>
          <a:chExt cx="0" cy="0"/>
        </a:xfrm>
      </p:grpSpPr>
      <p:sp>
        <p:nvSpPr>
          <p:cNvPr id="388" name="Google Shape;388;p2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9" name="Google Shape;389;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9"/>
        <p:cNvGrpSpPr/>
        <p:nvPr/>
      </p:nvGrpSpPr>
      <p:grpSpPr>
        <a:xfrm>
          <a:off x="0" y="0"/>
          <a:ext cx="0" cy="0"/>
          <a:chOff x="0" y="0"/>
          <a:chExt cx="0" cy="0"/>
        </a:xfrm>
      </p:grpSpPr>
      <p:sp>
        <p:nvSpPr>
          <p:cNvPr id="400" name="Google Shape;400;p2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1" name="Google Shape;401;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1"/>
        <p:cNvGrpSpPr/>
        <p:nvPr/>
      </p:nvGrpSpPr>
      <p:grpSpPr>
        <a:xfrm>
          <a:off x="0" y="0"/>
          <a:ext cx="0" cy="0"/>
          <a:chOff x="0" y="0"/>
          <a:chExt cx="0" cy="0"/>
        </a:xfrm>
      </p:grpSpPr>
      <p:sp>
        <p:nvSpPr>
          <p:cNvPr id="412" name="Google Shape;412;p2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3" name="Google Shape;413;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3"/>
        <p:cNvGrpSpPr/>
        <p:nvPr/>
      </p:nvGrpSpPr>
      <p:grpSpPr>
        <a:xfrm>
          <a:off x="0" y="0"/>
          <a:ext cx="0" cy="0"/>
          <a:chOff x="0" y="0"/>
          <a:chExt cx="0" cy="0"/>
        </a:xfrm>
      </p:grpSpPr>
      <p:sp>
        <p:nvSpPr>
          <p:cNvPr id="424" name="Google Shape;424;p2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25" name="Google Shape;425;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3"/>
        <p:cNvGrpSpPr/>
        <p:nvPr/>
      </p:nvGrpSpPr>
      <p:grpSpPr>
        <a:xfrm>
          <a:off x="0" y="0"/>
          <a:ext cx="0" cy="0"/>
          <a:chOff x="0" y="0"/>
          <a:chExt cx="0" cy="0"/>
        </a:xfrm>
      </p:grpSpPr>
      <p:sp>
        <p:nvSpPr>
          <p:cNvPr id="434" name="Google Shape;434;p2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5" name="Google Shape;435;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0"/>
        <p:cNvGrpSpPr/>
        <p:nvPr/>
      </p:nvGrpSpPr>
      <p:grpSpPr>
        <a:xfrm>
          <a:off x="0" y="0"/>
          <a:ext cx="0" cy="0"/>
          <a:chOff x="0" y="0"/>
          <a:chExt cx="0" cy="0"/>
        </a:xfrm>
      </p:grpSpPr>
      <p:sp>
        <p:nvSpPr>
          <p:cNvPr id="441" name="Google Shape;441;p2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2" name="Google Shape;442;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3"/>
        <p:cNvGrpSpPr/>
        <p:nvPr/>
      </p:nvGrpSpPr>
      <p:grpSpPr>
        <a:xfrm>
          <a:off x="0" y="0"/>
          <a:ext cx="0" cy="0"/>
          <a:chOff x="0" y="0"/>
          <a:chExt cx="0" cy="0"/>
        </a:xfrm>
      </p:grpSpPr>
      <p:sp>
        <p:nvSpPr>
          <p:cNvPr id="454" name="Google Shape;454;p2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55" name="Google Shape;455;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5"/>
        <p:cNvGrpSpPr/>
        <p:nvPr/>
      </p:nvGrpSpPr>
      <p:grpSpPr>
        <a:xfrm>
          <a:off x="0" y="0"/>
          <a:ext cx="0" cy="0"/>
          <a:chOff x="0" y="0"/>
          <a:chExt cx="0" cy="0"/>
        </a:xfrm>
      </p:grpSpPr>
      <p:sp>
        <p:nvSpPr>
          <p:cNvPr id="466" name="Google Shape;466;p2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67" name="Google Shape;467;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5"/>
        <p:cNvGrpSpPr/>
        <p:nvPr/>
      </p:nvGrpSpPr>
      <p:grpSpPr>
        <a:xfrm>
          <a:off x="0" y="0"/>
          <a:ext cx="0" cy="0"/>
          <a:chOff x="0" y="0"/>
          <a:chExt cx="0" cy="0"/>
        </a:xfrm>
      </p:grpSpPr>
      <p:sp>
        <p:nvSpPr>
          <p:cNvPr id="476" name="Google Shape;476;p2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77" name="Google Shape;477;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5"/>
        <p:cNvGrpSpPr/>
        <p:nvPr/>
      </p:nvGrpSpPr>
      <p:grpSpPr>
        <a:xfrm>
          <a:off x="0" y="0"/>
          <a:ext cx="0" cy="0"/>
          <a:chOff x="0" y="0"/>
          <a:chExt cx="0" cy="0"/>
        </a:xfrm>
      </p:grpSpPr>
      <p:sp>
        <p:nvSpPr>
          <p:cNvPr id="486" name="Google Shape;486;p2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87" name="Google Shape;487;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1"/>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1"/>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3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3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35"/>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35"/>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757575"/>
              </a:buClr>
              <a:buSzPts val="2400"/>
              <a:buNone/>
              <a:defRPr sz="2400">
                <a:solidFill>
                  <a:srgbClr val="757575"/>
                </a:solidFill>
              </a:defRPr>
            </a:lvl1pPr>
            <a:lvl2pPr marL="914400" lvl="1" indent="-228600" algn="l">
              <a:lnSpc>
                <a:spcPct val="90000"/>
              </a:lnSpc>
              <a:spcBef>
                <a:spcPts val="500"/>
              </a:spcBef>
              <a:spcAft>
                <a:spcPts val="0"/>
              </a:spcAft>
              <a:buClr>
                <a:srgbClr val="757575"/>
              </a:buClr>
              <a:buSzPts val="2000"/>
              <a:buNone/>
              <a:defRPr sz="2000">
                <a:solidFill>
                  <a:srgbClr val="757575"/>
                </a:solidFill>
              </a:defRPr>
            </a:lvl2pPr>
            <a:lvl3pPr marL="1371600" lvl="2" indent="-228600" algn="l">
              <a:lnSpc>
                <a:spcPct val="90000"/>
              </a:lnSpc>
              <a:spcBef>
                <a:spcPts val="500"/>
              </a:spcBef>
              <a:spcAft>
                <a:spcPts val="0"/>
              </a:spcAft>
              <a:buClr>
                <a:srgbClr val="757575"/>
              </a:buClr>
              <a:buSzPts val="1800"/>
              <a:buNone/>
              <a:defRPr sz="1800">
                <a:solidFill>
                  <a:srgbClr val="757575"/>
                </a:solidFill>
              </a:defRPr>
            </a:lvl3pPr>
            <a:lvl4pPr marL="1828800" lvl="3" indent="-228600" algn="l">
              <a:lnSpc>
                <a:spcPct val="90000"/>
              </a:lnSpc>
              <a:spcBef>
                <a:spcPts val="500"/>
              </a:spcBef>
              <a:spcAft>
                <a:spcPts val="0"/>
              </a:spcAft>
              <a:buClr>
                <a:srgbClr val="757575"/>
              </a:buClr>
              <a:buSzPts val="1600"/>
              <a:buNone/>
              <a:defRPr sz="1600">
                <a:solidFill>
                  <a:srgbClr val="757575"/>
                </a:solidFill>
              </a:defRPr>
            </a:lvl4pPr>
            <a:lvl5pPr marL="2286000" lvl="4" indent="-228600" algn="l">
              <a:lnSpc>
                <a:spcPct val="90000"/>
              </a:lnSpc>
              <a:spcBef>
                <a:spcPts val="500"/>
              </a:spcBef>
              <a:spcAft>
                <a:spcPts val="0"/>
              </a:spcAft>
              <a:buClr>
                <a:srgbClr val="757575"/>
              </a:buClr>
              <a:buSzPts val="1600"/>
              <a:buNone/>
              <a:defRPr sz="1600">
                <a:solidFill>
                  <a:srgbClr val="757575"/>
                </a:solidFill>
              </a:defRPr>
            </a:lvl5pPr>
            <a:lvl6pPr marL="2743200" lvl="5" indent="-228600" algn="l">
              <a:lnSpc>
                <a:spcPct val="90000"/>
              </a:lnSpc>
              <a:spcBef>
                <a:spcPts val="500"/>
              </a:spcBef>
              <a:spcAft>
                <a:spcPts val="0"/>
              </a:spcAft>
              <a:buClr>
                <a:srgbClr val="757575"/>
              </a:buClr>
              <a:buSzPts val="1600"/>
              <a:buNone/>
              <a:defRPr sz="1600">
                <a:solidFill>
                  <a:srgbClr val="757575"/>
                </a:solidFill>
              </a:defRPr>
            </a:lvl6pPr>
            <a:lvl7pPr marL="3200400" lvl="6" indent="-228600" algn="l">
              <a:lnSpc>
                <a:spcPct val="90000"/>
              </a:lnSpc>
              <a:spcBef>
                <a:spcPts val="500"/>
              </a:spcBef>
              <a:spcAft>
                <a:spcPts val="0"/>
              </a:spcAft>
              <a:buClr>
                <a:srgbClr val="757575"/>
              </a:buClr>
              <a:buSzPts val="1600"/>
              <a:buNone/>
              <a:defRPr sz="1600">
                <a:solidFill>
                  <a:srgbClr val="757575"/>
                </a:solidFill>
              </a:defRPr>
            </a:lvl7pPr>
            <a:lvl8pPr marL="3657600" lvl="7" indent="-228600" algn="l">
              <a:lnSpc>
                <a:spcPct val="90000"/>
              </a:lnSpc>
              <a:spcBef>
                <a:spcPts val="500"/>
              </a:spcBef>
              <a:spcAft>
                <a:spcPts val="0"/>
              </a:spcAft>
              <a:buClr>
                <a:srgbClr val="757575"/>
              </a:buClr>
              <a:buSzPts val="1600"/>
              <a:buNone/>
              <a:defRPr sz="1600">
                <a:solidFill>
                  <a:srgbClr val="757575"/>
                </a:solidFill>
              </a:defRPr>
            </a:lvl8pPr>
            <a:lvl9pPr marL="4114800" lvl="8" indent="-228600" algn="l">
              <a:lnSpc>
                <a:spcPct val="90000"/>
              </a:lnSpc>
              <a:spcBef>
                <a:spcPts val="500"/>
              </a:spcBef>
              <a:spcAft>
                <a:spcPts val="0"/>
              </a:spcAft>
              <a:buClr>
                <a:srgbClr val="757575"/>
              </a:buClr>
              <a:buSzPts val="1600"/>
              <a:buNone/>
              <a:defRPr sz="1600">
                <a:solidFill>
                  <a:srgbClr val="757575"/>
                </a:solidFill>
              </a:defRPr>
            </a:lvl9pPr>
          </a:lstStyle>
          <a:p>
            <a:endParaRPr/>
          </a:p>
        </p:txBody>
      </p:sp>
      <p:sp>
        <p:nvSpPr>
          <p:cNvPr id="30" name="Google Shape;30;p3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3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3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3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36"/>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36"/>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3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3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3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37"/>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37"/>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37"/>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37"/>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37"/>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3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3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3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3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3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3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3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3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3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3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4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40"/>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40"/>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4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4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4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41"/>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41"/>
          <p:cNvSpPr>
            <a:spLocks noGrp="1"/>
          </p:cNvSpPr>
          <p:nvPr>
            <p:ph type="pic" idx="2"/>
          </p:nvPr>
        </p:nvSpPr>
        <p:spPr>
          <a:xfrm>
            <a:off x="5183188" y="987425"/>
            <a:ext cx="6172200" cy="4873625"/>
          </a:xfrm>
          <a:prstGeom prst="rect">
            <a:avLst/>
          </a:prstGeom>
          <a:noFill/>
          <a:ln>
            <a:noFill/>
          </a:ln>
        </p:spPr>
      </p:sp>
      <p:sp>
        <p:nvSpPr>
          <p:cNvPr id="68" name="Google Shape;68;p41"/>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4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4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4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4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42"/>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4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4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4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43"/>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43"/>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4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4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4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90"/>
        <p:cNvGrpSpPr/>
        <p:nvPr/>
      </p:nvGrpSpPr>
      <p:grpSpPr>
        <a:xfrm>
          <a:off x="0" y="0"/>
          <a:ext cx="0" cy="0"/>
          <a:chOff x="0" y="0"/>
          <a:chExt cx="0" cy="0"/>
        </a:xfrm>
      </p:grpSpPr>
      <p:sp>
        <p:nvSpPr>
          <p:cNvPr id="91" name="Google Shape;91;p3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2" name="Google Shape;92;p3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3" name="Google Shape;93;p3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4" name="Google Shape;94;p3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5" name="Google Shape;95;p3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6"/>
        <p:cNvGrpSpPr/>
        <p:nvPr/>
      </p:nvGrpSpPr>
      <p:grpSpPr>
        <a:xfrm>
          <a:off x="0" y="0"/>
          <a:ext cx="0" cy="0"/>
          <a:chOff x="0" y="0"/>
          <a:chExt cx="0" cy="0"/>
        </a:xfrm>
      </p:grpSpPr>
      <p:sp>
        <p:nvSpPr>
          <p:cNvPr id="97" name="Google Shape;97;p44"/>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8" name="Google Shape;98;p44"/>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99" name="Google Shape;99;p4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0" name="Google Shape;100;p4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1" name="Google Shape;101;p4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02"/>
        <p:cNvGrpSpPr/>
        <p:nvPr/>
      </p:nvGrpSpPr>
      <p:grpSpPr>
        <a:xfrm>
          <a:off x="0" y="0"/>
          <a:ext cx="0" cy="0"/>
          <a:chOff x="0" y="0"/>
          <a:chExt cx="0" cy="0"/>
        </a:xfrm>
      </p:grpSpPr>
      <p:sp>
        <p:nvSpPr>
          <p:cNvPr id="103" name="Google Shape;103;p45"/>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4" name="Google Shape;104;p45"/>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757575"/>
              </a:buClr>
              <a:buSzPts val="2400"/>
              <a:buNone/>
              <a:defRPr sz="2400">
                <a:solidFill>
                  <a:srgbClr val="757575"/>
                </a:solidFill>
              </a:defRPr>
            </a:lvl1pPr>
            <a:lvl2pPr marL="914400" lvl="1" indent="-228600" algn="l">
              <a:lnSpc>
                <a:spcPct val="90000"/>
              </a:lnSpc>
              <a:spcBef>
                <a:spcPts val="500"/>
              </a:spcBef>
              <a:spcAft>
                <a:spcPts val="0"/>
              </a:spcAft>
              <a:buClr>
                <a:srgbClr val="757575"/>
              </a:buClr>
              <a:buSzPts val="2000"/>
              <a:buNone/>
              <a:defRPr sz="2000">
                <a:solidFill>
                  <a:srgbClr val="757575"/>
                </a:solidFill>
              </a:defRPr>
            </a:lvl2pPr>
            <a:lvl3pPr marL="1371600" lvl="2" indent="-228600" algn="l">
              <a:lnSpc>
                <a:spcPct val="90000"/>
              </a:lnSpc>
              <a:spcBef>
                <a:spcPts val="500"/>
              </a:spcBef>
              <a:spcAft>
                <a:spcPts val="0"/>
              </a:spcAft>
              <a:buClr>
                <a:srgbClr val="757575"/>
              </a:buClr>
              <a:buSzPts val="1800"/>
              <a:buNone/>
              <a:defRPr sz="1800">
                <a:solidFill>
                  <a:srgbClr val="757575"/>
                </a:solidFill>
              </a:defRPr>
            </a:lvl3pPr>
            <a:lvl4pPr marL="1828800" lvl="3" indent="-228600" algn="l">
              <a:lnSpc>
                <a:spcPct val="90000"/>
              </a:lnSpc>
              <a:spcBef>
                <a:spcPts val="500"/>
              </a:spcBef>
              <a:spcAft>
                <a:spcPts val="0"/>
              </a:spcAft>
              <a:buClr>
                <a:srgbClr val="757575"/>
              </a:buClr>
              <a:buSzPts val="1600"/>
              <a:buNone/>
              <a:defRPr sz="1600">
                <a:solidFill>
                  <a:srgbClr val="757575"/>
                </a:solidFill>
              </a:defRPr>
            </a:lvl4pPr>
            <a:lvl5pPr marL="2286000" lvl="4" indent="-228600" algn="l">
              <a:lnSpc>
                <a:spcPct val="90000"/>
              </a:lnSpc>
              <a:spcBef>
                <a:spcPts val="500"/>
              </a:spcBef>
              <a:spcAft>
                <a:spcPts val="0"/>
              </a:spcAft>
              <a:buClr>
                <a:srgbClr val="757575"/>
              </a:buClr>
              <a:buSzPts val="1600"/>
              <a:buNone/>
              <a:defRPr sz="1600">
                <a:solidFill>
                  <a:srgbClr val="757575"/>
                </a:solidFill>
              </a:defRPr>
            </a:lvl5pPr>
            <a:lvl6pPr marL="2743200" lvl="5" indent="-228600" algn="l">
              <a:lnSpc>
                <a:spcPct val="90000"/>
              </a:lnSpc>
              <a:spcBef>
                <a:spcPts val="500"/>
              </a:spcBef>
              <a:spcAft>
                <a:spcPts val="0"/>
              </a:spcAft>
              <a:buClr>
                <a:srgbClr val="757575"/>
              </a:buClr>
              <a:buSzPts val="1600"/>
              <a:buNone/>
              <a:defRPr sz="1600">
                <a:solidFill>
                  <a:srgbClr val="757575"/>
                </a:solidFill>
              </a:defRPr>
            </a:lvl6pPr>
            <a:lvl7pPr marL="3200400" lvl="6" indent="-228600" algn="l">
              <a:lnSpc>
                <a:spcPct val="90000"/>
              </a:lnSpc>
              <a:spcBef>
                <a:spcPts val="500"/>
              </a:spcBef>
              <a:spcAft>
                <a:spcPts val="0"/>
              </a:spcAft>
              <a:buClr>
                <a:srgbClr val="757575"/>
              </a:buClr>
              <a:buSzPts val="1600"/>
              <a:buNone/>
              <a:defRPr sz="1600">
                <a:solidFill>
                  <a:srgbClr val="757575"/>
                </a:solidFill>
              </a:defRPr>
            </a:lvl7pPr>
            <a:lvl8pPr marL="3657600" lvl="7" indent="-228600" algn="l">
              <a:lnSpc>
                <a:spcPct val="90000"/>
              </a:lnSpc>
              <a:spcBef>
                <a:spcPts val="500"/>
              </a:spcBef>
              <a:spcAft>
                <a:spcPts val="0"/>
              </a:spcAft>
              <a:buClr>
                <a:srgbClr val="757575"/>
              </a:buClr>
              <a:buSzPts val="1600"/>
              <a:buNone/>
              <a:defRPr sz="1600">
                <a:solidFill>
                  <a:srgbClr val="757575"/>
                </a:solidFill>
              </a:defRPr>
            </a:lvl8pPr>
            <a:lvl9pPr marL="4114800" lvl="8" indent="-228600" algn="l">
              <a:lnSpc>
                <a:spcPct val="90000"/>
              </a:lnSpc>
              <a:spcBef>
                <a:spcPts val="500"/>
              </a:spcBef>
              <a:spcAft>
                <a:spcPts val="0"/>
              </a:spcAft>
              <a:buClr>
                <a:srgbClr val="757575"/>
              </a:buClr>
              <a:buSzPts val="1600"/>
              <a:buNone/>
              <a:defRPr sz="1600">
                <a:solidFill>
                  <a:srgbClr val="757575"/>
                </a:solidFill>
              </a:defRPr>
            </a:lvl9pPr>
          </a:lstStyle>
          <a:p>
            <a:endParaRPr/>
          </a:p>
        </p:txBody>
      </p:sp>
      <p:sp>
        <p:nvSpPr>
          <p:cNvPr id="105" name="Google Shape;105;p4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6" name="Google Shape;106;p4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7" name="Google Shape;107;p4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108"/>
        <p:cNvGrpSpPr/>
        <p:nvPr/>
      </p:nvGrpSpPr>
      <p:grpSpPr>
        <a:xfrm>
          <a:off x="0" y="0"/>
          <a:ext cx="0" cy="0"/>
          <a:chOff x="0" y="0"/>
          <a:chExt cx="0" cy="0"/>
        </a:xfrm>
      </p:grpSpPr>
      <p:sp>
        <p:nvSpPr>
          <p:cNvPr id="109" name="Google Shape;109;p4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0" name="Google Shape;110;p46"/>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1" name="Google Shape;111;p46"/>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2" name="Google Shape;112;p4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3" name="Google Shape;113;p4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4" name="Google Shape;114;p4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115"/>
        <p:cNvGrpSpPr/>
        <p:nvPr/>
      </p:nvGrpSpPr>
      <p:grpSpPr>
        <a:xfrm>
          <a:off x="0" y="0"/>
          <a:ext cx="0" cy="0"/>
          <a:chOff x="0" y="0"/>
          <a:chExt cx="0" cy="0"/>
        </a:xfrm>
      </p:grpSpPr>
      <p:sp>
        <p:nvSpPr>
          <p:cNvPr id="116" name="Google Shape;116;p47"/>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7" name="Google Shape;117;p47"/>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18" name="Google Shape;118;p47"/>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9" name="Google Shape;119;p47"/>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20" name="Google Shape;120;p47"/>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21" name="Google Shape;121;p4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2" name="Google Shape;122;p4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3" name="Google Shape;123;p4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24"/>
        <p:cNvGrpSpPr/>
        <p:nvPr/>
      </p:nvGrpSpPr>
      <p:grpSpPr>
        <a:xfrm>
          <a:off x="0" y="0"/>
          <a:ext cx="0" cy="0"/>
          <a:chOff x="0" y="0"/>
          <a:chExt cx="0" cy="0"/>
        </a:xfrm>
      </p:grpSpPr>
      <p:sp>
        <p:nvSpPr>
          <p:cNvPr id="125" name="Google Shape;125;p4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6" name="Google Shape;126;p4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7" name="Google Shape;127;p4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8" name="Google Shape;128;p4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29"/>
        <p:cNvGrpSpPr/>
        <p:nvPr/>
      </p:nvGrpSpPr>
      <p:grpSpPr>
        <a:xfrm>
          <a:off x="0" y="0"/>
          <a:ext cx="0" cy="0"/>
          <a:chOff x="0" y="0"/>
          <a:chExt cx="0" cy="0"/>
        </a:xfrm>
      </p:grpSpPr>
      <p:sp>
        <p:nvSpPr>
          <p:cNvPr id="130" name="Google Shape;130;p4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1" name="Google Shape;131;p4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2" name="Google Shape;132;p4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133"/>
        <p:cNvGrpSpPr/>
        <p:nvPr/>
      </p:nvGrpSpPr>
      <p:grpSpPr>
        <a:xfrm>
          <a:off x="0" y="0"/>
          <a:ext cx="0" cy="0"/>
          <a:chOff x="0" y="0"/>
          <a:chExt cx="0" cy="0"/>
        </a:xfrm>
      </p:grpSpPr>
      <p:sp>
        <p:nvSpPr>
          <p:cNvPr id="134" name="Google Shape;134;p5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5" name="Google Shape;135;p50"/>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136" name="Google Shape;136;p50"/>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37" name="Google Shape;137;p5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8" name="Google Shape;138;p5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9" name="Google Shape;139;p5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40"/>
        <p:cNvGrpSpPr/>
        <p:nvPr/>
      </p:nvGrpSpPr>
      <p:grpSpPr>
        <a:xfrm>
          <a:off x="0" y="0"/>
          <a:ext cx="0" cy="0"/>
          <a:chOff x="0" y="0"/>
          <a:chExt cx="0" cy="0"/>
        </a:xfrm>
      </p:grpSpPr>
      <p:sp>
        <p:nvSpPr>
          <p:cNvPr id="141" name="Google Shape;141;p51"/>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2" name="Google Shape;142;p51"/>
          <p:cNvSpPr>
            <a:spLocks noGrp="1"/>
          </p:cNvSpPr>
          <p:nvPr>
            <p:ph type="pic" idx="2"/>
          </p:nvPr>
        </p:nvSpPr>
        <p:spPr>
          <a:xfrm>
            <a:off x="5183188" y="987425"/>
            <a:ext cx="6172200" cy="4873625"/>
          </a:xfrm>
          <a:prstGeom prst="rect">
            <a:avLst/>
          </a:prstGeom>
          <a:noFill/>
          <a:ln>
            <a:noFill/>
          </a:ln>
        </p:spPr>
      </p:sp>
      <p:sp>
        <p:nvSpPr>
          <p:cNvPr id="143" name="Google Shape;143;p51"/>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44" name="Google Shape;144;p5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5" name="Google Shape;145;p5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6" name="Google Shape;146;p5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47"/>
        <p:cNvGrpSpPr/>
        <p:nvPr/>
      </p:nvGrpSpPr>
      <p:grpSpPr>
        <a:xfrm>
          <a:off x="0" y="0"/>
          <a:ext cx="0" cy="0"/>
          <a:chOff x="0" y="0"/>
          <a:chExt cx="0" cy="0"/>
        </a:xfrm>
      </p:grpSpPr>
      <p:sp>
        <p:nvSpPr>
          <p:cNvPr id="148" name="Google Shape;148;p5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9" name="Google Shape;149;p52"/>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50" name="Google Shape;150;p5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1" name="Google Shape;151;p5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2" name="Google Shape;152;p5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53"/>
        <p:cNvGrpSpPr/>
        <p:nvPr/>
      </p:nvGrpSpPr>
      <p:grpSpPr>
        <a:xfrm>
          <a:off x="0" y="0"/>
          <a:ext cx="0" cy="0"/>
          <a:chOff x="0" y="0"/>
          <a:chExt cx="0" cy="0"/>
        </a:xfrm>
      </p:grpSpPr>
      <p:sp>
        <p:nvSpPr>
          <p:cNvPr id="154" name="Google Shape;154;p53"/>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5" name="Google Shape;155;p53"/>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56" name="Google Shape;156;p5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7" name="Google Shape;157;p5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8" name="Google Shape;158;p5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3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lay"/>
              <a:buNone/>
              <a:defRPr sz="4400" b="0" i="0" u="none" strike="noStrike" cap="non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3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2" name="Google Shape;12;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757575"/>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3" name="Google Shape;13;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757575"/>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4" name="Google Shape;14;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757575"/>
                </a:solidFill>
                <a:latin typeface="Arial"/>
                <a:ea typeface="Arial"/>
                <a:cs typeface="Arial"/>
                <a:sym typeface="Arial"/>
              </a:defRPr>
            </a:lvl1pPr>
            <a:lvl2pPr marL="0" marR="0" lvl="1" indent="0" algn="r" rtl="0">
              <a:spcBef>
                <a:spcPts val="0"/>
              </a:spcBef>
              <a:buNone/>
              <a:defRPr sz="1200" b="0" i="0" u="none" strike="noStrike" cap="none">
                <a:solidFill>
                  <a:srgbClr val="757575"/>
                </a:solidFill>
                <a:latin typeface="Arial"/>
                <a:ea typeface="Arial"/>
                <a:cs typeface="Arial"/>
                <a:sym typeface="Arial"/>
              </a:defRPr>
            </a:lvl2pPr>
            <a:lvl3pPr marL="0" marR="0" lvl="2" indent="0" algn="r" rtl="0">
              <a:spcBef>
                <a:spcPts val="0"/>
              </a:spcBef>
              <a:buNone/>
              <a:defRPr sz="1200" b="0" i="0" u="none" strike="noStrike" cap="none">
                <a:solidFill>
                  <a:srgbClr val="757575"/>
                </a:solidFill>
                <a:latin typeface="Arial"/>
                <a:ea typeface="Arial"/>
                <a:cs typeface="Arial"/>
                <a:sym typeface="Arial"/>
              </a:defRPr>
            </a:lvl3pPr>
            <a:lvl4pPr marL="0" marR="0" lvl="3" indent="0" algn="r" rtl="0">
              <a:spcBef>
                <a:spcPts val="0"/>
              </a:spcBef>
              <a:buNone/>
              <a:defRPr sz="1200" b="0" i="0" u="none" strike="noStrike" cap="none">
                <a:solidFill>
                  <a:srgbClr val="757575"/>
                </a:solidFill>
                <a:latin typeface="Arial"/>
                <a:ea typeface="Arial"/>
                <a:cs typeface="Arial"/>
                <a:sym typeface="Arial"/>
              </a:defRPr>
            </a:lvl4pPr>
            <a:lvl5pPr marL="0" marR="0" lvl="4" indent="0" algn="r" rtl="0">
              <a:spcBef>
                <a:spcPts val="0"/>
              </a:spcBef>
              <a:buNone/>
              <a:defRPr sz="1200" b="0" i="0" u="none" strike="noStrike" cap="none">
                <a:solidFill>
                  <a:srgbClr val="757575"/>
                </a:solidFill>
                <a:latin typeface="Arial"/>
                <a:ea typeface="Arial"/>
                <a:cs typeface="Arial"/>
                <a:sym typeface="Arial"/>
              </a:defRPr>
            </a:lvl5pPr>
            <a:lvl6pPr marL="0" marR="0" lvl="5" indent="0" algn="r" rtl="0">
              <a:spcBef>
                <a:spcPts val="0"/>
              </a:spcBef>
              <a:buNone/>
              <a:defRPr sz="1200" b="0" i="0" u="none" strike="noStrike" cap="none">
                <a:solidFill>
                  <a:srgbClr val="757575"/>
                </a:solidFill>
                <a:latin typeface="Arial"/>
                <a:ea typeface="Arial"/>
                <a:cs typeface="Arial"/>
                <a:sym typeface="Arial"/>
              </a:defRPr>
            </a:lvl6pPr>
            <a:lvl7pPr marL="0" marR="0" lvl="6" indent="0" algn="r" rtl="0">
              <a:spcBef>
                <a:spcPts val="0"/>
              </a:spcBef>
              <a:buNone/>
              <a:defRPr sz="1200" b="0" i="0" u="none" strike="noStrike" cap="none">
                <a:solidFill>
                  <a:srgbClr val="757575"/>
                </a:solidFill>
                <a:latin typeface="Arial"/>
                <a:ea typeface="Arial"/>
                <a:cs typeface="Arial"/>
                <a:sym typeface="Arial"/>
              </a:defRPr>
            </a:lvl7pPr>
            <a:lvl8pPr marL="0" marR="0" lvl="7" indent="0" algn="r" rtl="0">
              <a:spcBef>
                <a:spcPts val="0"/>
              </a:spcBef>
              <a:buNone/>
              <a:defRPr sz="1200" b="0" i="0" u="none" strike="noStrike" cap="none">
                <a:solidFill>
                  <a:srgbClr val="757575"/>
                </a:solidFill>
                <a:latin typeface="Arial"/>
                <a:ea typeface="Arial"/>
                <a:cs typeface="Arial"/>
                <a:sym typeface="Arial"/>
              </a:defRPr>
            </a:lvl8pPr>
            <a:lvl9pPr marL="0" marR="0" lvl="8" indent="0" algn="r" rtl="0">
              <a:spcBef>
                <a:spcPts val="0"/>
              </a:spcBef>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4"/>
        <p:cNvGrpSpPr/>
        <p:nvPr/>
      </p:nvGrpSpPr>
      <p:grpSpPr>
        <a:xfrm>
          <a:off x="0" y="0"/>
          <a:ext cx="0" cy="0"/>
          <a:chOff x="0" y="0"/>
          <a:chExt cx="0" cy="0"/>
        </a:xfrm>
      </p:grpSpPr>
      <p:sp>
        <p:nvSpPr>
          <p:cNvPr id="85" name="Google Shape;85;p3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lay"/>
              <a:buNone/>
              <a:defRPr sz="4400" b="0" i="0" u="none" strike="noStrike" cap="non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86" name="Google Shape;86;p3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87" name="Google Shape;87;p3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a:solidFill>
                  <a:srgbClr val="757575"/>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88" name="Google Shape;88;p3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a:solidFill>
                  <a:srgbClr val="757575"/>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89" name="Google Shape;89;p3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757575"/>
                </a:solidFill>
                <a:latin typeface="Arial"/>
                <a:ea typeface="Arial"/>
                <a:cs typeface="Arial"/>
                <a:sym typeface="Arial"/>
              </a:defRPr>
            </a:lvl1pPr>
            <a:lvl2pPr marL="0" marR="0" lvl="1" indent="0" algn="r" rtl="0">
              <a:spcBef>
                <a:spcPts val="0"/>
              </a:spcBef>
              <a:buNone/>
              <a:defRPr sz="1200">
                <a:solidFill>
                  <a:srgbClr val="757575"/>
                </a:solidFill>
                <a:latin typeface="Arial"/>
                <a:ea typeface="Arial"/>
                <a:cs typeface="Arial"/>
                <a:sym typeface="Arial"/>
              </a:defRPr>
            </a:lvl2pPr>
            <a:lvl3pPr marL="0" marR="0" lvl="2" indent="0" algn="r" rtl="0">
              <a:spcBef>
                <a:spcPts val="0"/>
              </a:spcBef>
              <a:buNone/>
              <a:defRPr sz="1200">
                <a:solidFill>
                  <a:srgbClr val="757575"/>
                </a:solidFill>
                <a:latin typeface="Arial"/>
                <a:ea typeface="Arial"/>
                <a:cs typeface="Arial"/>
                <a:sym typeface="Arial"/>
              </a:defRPr>
            </a:lvl3pPr>
            <a:lvl4pPr marL="0" marR="0" lvl="3" indent="0" algn="r" rtl="0">
              <a:spcBef>
                <a:spcPts val="0"/>
              </a:spcBef>
              <a:buNone/>
              <a:defRPr sz="1200">
                <a:solidFill>
                  <a:srgbClr val="757575"/>
                </a:solidFill>
                <a:latin typeface="Arial"/>
                <a:ea typeface="Arial"/>
                <a:cs typeface="Arial"/>
                <a:sym typeface="Arial"/>
              </a:defRPr>
            </a:lvl4pPr>
            <a:lvl5pPr marL="0" marR="0" lvl="4" indent="0" algn="r" rtl="0">
              <a:spcBef>
                <a:spcPts val="0"/>
              </a:spcBef>
              <a:buNone/>
              <a:defRPr sz="1200">
                <a:solidFill>
                  <a:srgbClr val="757575"/>
                </a:solidFill>
                <a:latin typeface="Arial"/>
                <a:ea typeface="Arial"/>
                <a:cs typeface="Arial"/>
                <a:sym typeface="Arial"/>
              </a:defRPr>
            </a:lvl5pPr>
            <a:lvl6pPr marL="0" marR="0" lvl="5" indent="0" algn="r" rtl="0">
              <a:spcBef>
                <a:spcPts val="0"/>
              </a:spcBef>
              <a:buNone/>
              <a:defRPr sz="1200">
                <a:solidFill>
                  <a:srgbClr val="757575"/>
                </a:solidFill>
                <a:latin typeface="Arial"/>
                <a:ea typeface="Arial"/>
                <a:cs typeface="Arial"/>
                <a:sym typeface="Arial"/>
              </a:defRPr>
            </a:lvl6pPr>
            <a:lvl7pPr marL="0" marR="0" lvl="6" indent="0" algn="r" rtl="0">
              <a:spcBef>
                <a:spcPts val="0"/>
              </a:spcBef>
              <a:buNone/>
              <a:defRPr sz="1200">
                <a:solidFill>
                  <a:srgbClr val="757575"/>
                </a:solidFill>
                <a:latin typeface="Arial"/>
                <a:ea typeface="Arial"/>
                <a:cs typeface="Arial"/>
                <a:sym typeface="Arial"/>
              </a:defRPr>
            </a:lvl7pPr>
            <a:lvl8pPr marL="0" marR="0" lvl="7" indent="0" algn="r" rtl="0">
              <a:spcBef>
                <a:spcPts val="0"/>
              </a:spcBef>
              <a:buNone/>
              <a:defRPr sz="1200">
                <a:solidFill>
                  <a:srgbClr val="757575"/>
                </a:solidFill>
                <a:latin typeface="Arial"/>
                <a:ea typeface="Arial"/>
                <a:cs typeface="Arial"/>
                <a:sym typeface="Arial"/>
              </a:defRPr>
            </a:lvl8pPr>
            <a:lvl9pPr marL="0" marR="0" lvl="8" indent="0" algn="r" rtl="0">
              <a:spcBef>
                <a:spcPts val="0"/>
              </a:spcBef>
              <a:buNone/>
              <a:defRPr sz="1200">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jpg"/><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3.jpg"/></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3.jpg"/></Relationships>
</file>

<file path=ppt/slides/_rels/slide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4.jpg"/></Relationships>
</file>

<file path=ppt/slides/_rels/slide6.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7.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8.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3.jpg"/></Relationships>
</file>

<file path=ppt/slides/_rels/slide9.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4.jpg"/></Relationships>
</file>

<file path=ppt/slides/_rels/slide10.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0.xml"/><Relationship Id="rId1" Type="http://schemas.openxmlformats.org/officeDocument/2006/relationships/slideLayout" Target="../slideLayouts/slideLayout12.xml"/><Relationship Id="rId4" Type="http://schemas.openxmlformats.org/officeDocument/2006/relationships/image" Target="../media/image3.jpg"/></Relationships>
</file>

<file path=ppt/slides/_rels/slide11.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1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3.jpg"/></Relationships>
</file>

<file path=ppt/slides/_rels/slide1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3.jpg"/></Relationships>
</file>

<file path=ppt/slides/_rels/slide1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3.jpg"/></Relationships>
</file>

<file path=ppt/slides/_rels/slide1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3.jpg"/></Relationships>
</file>

<file path=ppt/slides/_rels/slide16.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3.jpg"/></Relationships>
</file>

<file path=ppt/slides/_rels/slide17.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3.jpg"/></Relationships>
</file>

<file path=ppt/slides/_rels/slide18.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3.jpg"/></Relationships>
</file>

<file path=ppt/slides/_rels/slide19.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3.jpg"/></Relationships>
</file>

<file path=ppt/slides/_rels/slide20.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3.jpg"/></Relationships>
</file>

<file path=ppt/slides/_rels/slide21.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3.jpg"/></Relationships>
</file>

<file path=ppt/slides/_rels/slide2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22.xml"/><Relationship Id="rId1" Type="http://schemas.openxmlformats.org/officeDocument/2006/relationships/slideLayout" Target="../slideLayouts/slideLayout12.xml"/><Relationship Id="rId4" Type="http://schemas.openxmlformats.org/officeDocument/2006/relationships/image" Target="../media/image3.jpg"/></Relationships>
</file>

<file path=ppt/slides/_rels/slide2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4.jpg"/></Relationships>
</file>

<file path=ppt/slides/_rels/slide24.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26.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26.xml"/><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3.jpg"/></Relationships>
</file>

<file path=ppt/slides/_rels/slide27.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28.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62"/>
        <p:cNvGrpSpPr/>
        <p:nvPr/>
      </p:nvGrpSpPr>
      <p:grpSpPr>
        <a:xfrm>
          <a:off x="0" y="0"/>
          <a:ext cx="0" cy="0"/>
          <a:chOff x="0" y="0"/>
          <a:chExt cx="0" cy="0"/>
        </a:xfrm>
      </p:grpSpPr>
      <p:sp>
        <p:nvSpPr>
          <p:cNvPr id="163" name="Google Shape;163;p1"/>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pic>
        <p:nvPicPr>
          <p:cNvPr id="164" name="Google Shape;164;p1" descr="A blue and purple dots&#10;&#10;Description automatically generated"/>
          <p:cNvPicPr preferRelativeResize="0"/>
          <p:nvPr/>
        </p:nvPicPr>
        <p:blipFill rotWithShape="1">
          <a:blip r:embed="rId3">
            <a:alphaModFix/>
          </a:blip>
          <a:srcRect l="5200"/>
          <a:stretch/>
        </p:blipFill>
        <p:spPr>
          <a:xfrm>
            <a:off x="3523488" y="10"/>
            <a:ext cx="8668512" cy="6857990"/>
          </a:xfrm>
          <a:prstGeom prst="rect">
            <a:avLst/>
          </a:prstGeom>
          <a:noFill/>
          <a:ln>
            <a:noFill/>
          </a:ln>
        </p:spPr>
      </p:pic>
      <p:sp>
        <p:nvSpPr>
          <p:cNvPr id="165" name="Google Shape;165;p1"/>
          <p:cNvSpPr/>
          <p:nvPr/>
        </p:nvSpPr>
        <p:spPr>
          <a:xfrm>
            <a:off x="3" y="0"/>
            <a:ext cx="9339206" cy="6858000"/>
          </a:xfrm>
          <a:prstGeom prst="rect">
            <a:avLst/>
          </a:prstGeom>
          <a:gradFill>
            <a:gsLst>
              <a:gs pos="0">
                <a:srgbClr val="000000">
                  <a:alpha val="0"/>
                </a:srgbClr>
              </a:gs>
              <a:gs pos="33000">
                <a:srgbClr val="000000">
                  <a:alpha val="63921"/>
                </a:srgbClr>
              </a:gs>
              <a:gs pos="58000">
                <a:schemeClr val="dk1"/>
              </a:gs>
              <a:gs pos="100000">
                <a:schemeClr val="dk1"/>
              </a:gs>
            </a:gsLst>
            <a:lin ang="10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66" name="Google Shape;166;p1"/>
          <p:cNvSpPr txBox="1">
            <a:spLocks noGrp="1"/>
          </p:cNvSpPr>
          <p:nvPr>
            <p:ph type="ctrTitle"/>
          </p:nvPr>
        </p:nvSpPr>
        <p:spPr>
          <a:xfrm>
            <a:off x="477981" y="1122362"/>
            <a:ext cx="8366216" cy="4909225"/>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lt1"/>
              </a:buClr>
              <a:buSzPts val="5400"/>
              <a:buFont typeface="Georgia"/>
              <a:buNone/>
            </a:pPr>
            <a:r>
              <a:rPr lang="en-US" sz="5400" b="1" dirty="0">
                <a:solidFill>
                  <a:schemeClr val="lt1"/>
                </a:solidFill>
                <a:latin typeface="Georgia"/>
                <a:ea typeface="Georgia"/>
                <a:cs typeface="Georgia"/>
                <a:sym typeface="Georgia"/>
              </a:rPr>
              <a:t>Conversion of infix to postfix with algorithm</a:t>
            </a:r>
            <a:br>
              <a:rPr lang="en-US" sz="5400" b="1" dirty="0">
                <a:solidFill>
                  <a:schemeClr val="lt1"/>
                </a:solidFill>
                <a:latin typeface="Georgia"/>
                <a:ea typeface="Georgia"/>
                <a:cs typeface="Georgia"/>
                <a:sym typeface="Georgia"/>
              </a:rPr>
            </a:br>
            <a:br>
              <a:rPr lang="en-US" sz="4800" b="1" dirty="0">
                <a:solidFill>
                  <a:schemeClr val="lt1"/>
                </a:solidFill>
                <a:latin typeface="Georgia"/>
                <a:ea typeface="Georgia"/>
                <a:cs typeface="Georgia"/>
                <a:sym typeface="Georgia"/>
              </a:rPr>
            </a:br>
            <a:br>
              <a:rPr lang="en-US" sz="4800" b="1" dirty="0">
                <a:solidFill>
                  <a:schemeClr val="lt1"/>
                </a:solidFill>
                <a:latin typeface="Georgia"/>
                <a:ea typeface="Georgia"/>
                <a:cs typeface="Georgia"/>
                <a:sym typeface="Georgia"/>
              </a:rPr>
            </a:br>
            <a:r>
              <a:rPr lang="en-US" sz="1800" b="1" dirty="0">
                <a:solidFill>
                  <a:schemeClr val="lt1"/>
                </a:solidFill>
                <a:latin typeface="Georgia"/>
                <a:ea typeface="Georgia"/>
                <a:cs typeface="Georgia"/>
                <a:sym typeface="Georgia"/>
              </a:rPr>
              <a:t>Session No.: 26</a:t>
            </a:r>
            <a:br>
              <a:rPr lang="en-US" sz="1800" b="1" dirty="0">
                <a:solidFill>
                  <a:schemeClr val="lt1"/>
                </a:solidFill>
                <a:latin typeface="Georgia"/>
                <a:ea typeface="Georgia"/>
                <a:cs typeface="Georgia"/>
                <a:sym typeface="Georgia"/>
              </a:rPr>
            </a:br>
            <a:r>
              <a:rPr lang="en-US" sz="1800" b="1" dirty="0">
                <a:solidFill>
                  <a:schemeClr val="lt1"/>
                </a:solidFill>
                <a:latin typeface="Georgia"/>
                <a:ea typeface="Georgia"/>
                <a:cs typeface="Georgia"/>
                <a:sym typeface="Georgia"/>
              </a:rPr>
              <a:t>Course Name: Data </a:t>
            </a:r>
            <a:r>
              <a:rPr lang="en-US" sz="1800" b="1" dirty="0" err="1">
                <a:solidFill>
                  <a:schemeClr val="lt1"/>
                </a:solidFill>
                <a:latin typeface="Georgia"/>
                <a:ea typeface="Georgia"/>
                <a:cs typeface="Georgia"/>
                <a:sym typeface="Georgia"/>
              </a:rPr>
              <a:t>Strucutres</a:t>
            </a:r>
            <a:br>
              <a:rPr lang="en-US" sz="1800" b="1" dirty="0">
                <a:solidFill>
                  <a:schemeClr val="lt1"/>
                </a:solidFill>
                <a:latin typeface="Georgia"/>
                <a:ea typeface="Georgia"/>
                <a:cs typeface="Georgia"/>
                <a:sym typeface="Georgia"/>
              </a:rPr>
            </a:br>
            <a:r>
              <a:rPr lang="en-US" sz="1800" b="1" dirty="0">
                <a:solidFill>
                  <a:schemeClr val="lt1"/>
                </a:solidFill>
                <a:latin typeface="Georgia"/>
                <a:ea typeface="Georgia"/>
                <a:cs typeface="Georgia"/>
                <a:sym typeface="Georgia"/>
              </a:rPr>
              <a:t>Course Code: </a:t>
            </a:r>
            <a:r>
              <a:rPr lang="en-US" sz="1800" b="1" i="0" u="none" strike="noStrike" dirty="0">
                <a:solidFill>
                  <a:schemeClr val="lt1"/>
                </a:solidFill>
                <a:latin typeface="Times New Roman"/>
                <a:ea typeface="Times New Roman"/>
                <a:cs typeface="Times New Roman"/>
                <a:sym typeface="Times New Roman"/>
              </a:rPr>
              <a:t>R1UC308B </a:t>
            </a:r>
            <a:r>
              <a:rPr lang="en-US" sz="1800" b="0" i="0" u="none" strike="noStrike" dirty="0">
                <a:solidFill>
                  <a:schemeClr val="lt1"/>
                </a:solidFill>
                <a:latin typeface="Times New Roman"/>
                <a:ea typeface="Times New Roman"/>
                <a:cs typeface="Times New Roman"/>
                <a:sym typeface="Times New Roman"/>
              </a:rPr>
              <a:t>	</a:t>
            </a:r>
            <a:br>
              <a:rPr lang="en-US" sz="1800" b="0" i="0" u="none" strike="noStrike" dirty="0">
                <a:solidFill>
                  <a:schemeClr val="lt1"/>
                </a:solidFill>
                <a:latin typeface="Times New Roman"/>
                <a:ea typeface="Times New Roman"/>
                <a:cs typeface="Times New Roman"/>
                <a:sym typeface="Times New Roman"/>
              </a:rPr>
            </a:br>
            <a:r>
              <a:rPr lang="en-US" sz="1800" b="1" dirty="0">
                <a:solidFill>
                  <a:schemeClr val="lt1"/>
                </a:solidFill>
                <a:latin typeface="Georgia"/>
                <a:ea typeface="Georgia"/>
                <a:cs typeface="Georgia"/>
                <a:sym typeface="Georgia"/>
              </a:rPr>
              <a:t>Instructor Name: Akhilesh Tripathi</a:t>
            </a:r>
            <a:br>
              <a:rPr lang="en-US" sz="1800" b="1" dirty="0">
                <a:solidFill>
                  <a:schemeClr val="lt1"/>
                </a:solidFill>
                <a:latin typeface="Georgia"/>
                <a:ea typeface="Georgia"/>
                <a:cs typeface="Georgia"/>
                <a:sym typeface="Georgia"/>
              </a:rPr>
            </a:br>
            <a:r>
              <a:rPr lang="en-US" sz="1800" b="1" dirty="0">
                <a:solidFill>
                  <a:schemeClr val="lt1"/>
                </a:solidFill>
                <a:latin typeface="Georgia"/>
                <a:ea typeface="Georgia"/>
                <a:cs typeface="Georgia"/>
                <a:sym typeface="Georgia"/>
              </a:rPr>
              <a:t>Duration: 50 mins</a:t>
            </a:r>
            <a:br>
              <a:rPr lang="en-US" sz="1800" b="1" dirty="0">
                <a:solidFill>
                  <a:schemeClr val="lt1"/>
                </a:solidFill>
                <a:latin typeface="Georgia"/>
                <a:ea typeface="Georgia"/>
                <a:cs typeface="Georgia"/>
                <a:sym typeface="Georgia"/>
              </a:rPr>
            </a:br>
            <a:r>
              <a:rPr lang="en-US" sz="1800" b="1" dirty="0">
                <a:solidFill>
                  <a:schemeClr val="lt1"/>
                </a:solidFill>
                <a:latin typeface="Georgia"/>
                <a:ea typeface="Georgia"/>
                <a:cs typeface="Georgia"/>
                <a:sym typeface="Georgia"/>
              </a:rPr>
              <a:t>Date of Conduction :</a:t>
            </a:r>
            <a:endParaRPr sz="1800" b="1" dirty="0">
              <a:solidFill>
                <a:schemeClr val="lt1"/>
              </a:solidFill>
              <a:latin typeface="Georgia"/>
              <a:ea typeface="Georgia"/>
              <a:cs typeface="Georgia"/>
              <a:sym typeface="Georgia"/>
            </a:endParaRPr>
          </a:p>
        </p:txBody>
      </p:sp>
      <p:sp>
        <p:nvSpPr>
          <p:cNvPr id="167" name="Google Shape;167;p1"/>
          <p:cNvSpPr/>
          <p:nvPr/>
        </p:nvSpPr>
        <p:spPr>
          <a:xfrm rot="5400000">
            <a:off x="759921" y="346791"/>
            <a:ext cx="146304" cy="704088"/>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Calibri"/>
              <a:ea typeface="Calibri"/>
              <a:cs typeface="Calibri"/>
              <a:sym typeface="Calibri"/>
            </a:endParaRPr>
          </a:p>
        </p:txBody>
      </p:sp>
      <p:sp>
        <p:nvSpPr>
          <p:cNvPr id="168" name="Google Shape;168;p1"/>
          <p:cNvSpPr/>
          <p:nvPr/>
        </p:nvSpPr>
        <p:spPr>
          <a:xfrm>
            <a:off x="481029" y="4334195"/>
            <a:ext cx="3977640" cy="18288"/>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69" name="Google Shape;169;p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Galgotias University</a:t>
            </a:r>
            <a:endParaRPr/>
          </a:p>
        </p:txBody>
      </p:sp>
      <p:sp>
        <p:nvSpPr>
          <p:cNvPr id="170" name="Google Shape;170;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a:t>
            </a:fld>
            <a:endParaRPr/>
          </a:p>
        </p:txBody>
      </p:sp>
      <p:pic>
        <p:nvPicPr>
          <p:cNvPr id="171" name="Google Shape;171;p1" descr="A blue circle with text and words&#10;&#10;Description automatically generated"/>
          <p:cNvPicPr preferRelativeResize="0"/>
          <p:nvPr/>
        </p:nvPicPr>
        <p:blipFill rotWithShape="1">
          <a:blip r:embed="rId4">
            <a:alphaModFix/>
          </a:blip>
          <a:srcRect/>
          <a:stretch/>
        </p:blipFill>
        <p:spPr>
          <a:xfrm>
            <a:off x="10758565" y="176753"/>
            <a:ext cx="1190469" cy="1190469"/>
          </a:xfrm>
          <a:prstGeom prst="rect">
            <a:avLst/>
          </a:prstGeom>
          <a:noFill/>
          <a:ln>
            <a:noFill/>
          </a:ln>
        </p:spPr>
      </p:pic>
      <p:pic>
        <p:nvPicPr>
          <p:cNvPr id="172" name="Google Shape;172;p1"/>
          <p:cNvPicPr preferRelativeResize="0"/>
          <p:nvPr/>
        </p:nvPicPr>
        <p:blipFill rotWithShape="1">
          <a:blip r:embed="rId5">
            <a:alphaModFix/>
          </a:blip>
          <a:srcRect/>
          <a:stretch/>
        </p:blipFill>
        <p:spPr>
          <a:xfrm>
            <a:off x="104932" y="317402"/>
            <a:ext cx="3795634" cy="740238"/>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p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Galgotias University</a:t>
            </a:r>
            <a:endParaRPr/>
          </a:p>
        </p:txBody>
      </p:sp>
      <p:sp>
        <p:nvSpPr>
          <p:cNvPr id="178" name="Google Shape;178;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a:t>
            </a:fld>
            <a:endParaRPr/>
          </a:p>
        </p:txBody>
      </p:sp>
      <p:pic>
        <p:nvPicPr>
          <p:cNvPr id="179" name="Google Shape;179;p2" descr="A blue circle with text and words&#10;&#10;Description automatically generated"/>
          <p:cNvPicPr preferRelativeResize="0"/>
          <p:nvPr/>
        </p:nvPicPr>
        <p:blipFill rotWithShape="1">
          <a:blip r:embed="rId3">
            <a:alphaModFix/>
          </a:blip>
          <a:srcRect/>
          <a:stretch/>
        </p:blipFill>
        <p:spPr>
          <a:xfrm>
            <a:off x="10758566" y="176754"/>
            <a:ext cx="874732" cy="874732"/>
          </a:xfrm>
          <a:prstGeom prst="rect">
            <a:avLst/>
          </a:prstGeom>
          <a:noFill/>
          <a:ln>
            <a:noFill/>
          </a:ln>
        </p:spPr>
      </p:pic>
      <p:sp>
        <p:nvSpPr>
          <p:cNvPr id="180" name="Google Shape;180;p2"/>
          <p:cNvSpPr txBox="1"/>
          <p:nvPr/>
        </p:nvSpPr>
        <p:spPr>
          <a:xfrm>
            <a:off x="822739" y="1354784"/>
            <a:ext cx="10810559" cy="396938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b="1" i="0" u="none" strike="noStrike" cap="none">
                <a:solidFill>
                  <a:schemeClr val="dk1"/>
                </a:solidFill>
                <a:latin typeface="Times New Roman"/>
                <a:ea typeface="Times New Roman"/>
                <a:cs typeface="Times New Roman"/>
                <a:sym typeface="Times New Roman"/>
              </a:rPr>
              <a:t>Review</a:t>
            </a:r>
            <a:endParaRPr sz="2800" b="1" i="0" u="none" strike="noStrike" cap="none">
              <a:solidFill>
                <a:schemeClr val="dk1"/>
              </a:solidFill>
              <a:latin typeface="Times New Roman"/>
              <a:ea typeface="Times New Roman"/>
              <a:cs typeface="Times New Roman"/>
              <a:sym typeface="Times New Roman"/>
            </a:endParaRPr>
          </a:p>
          <a:p>
            <a:pPr marL="0" marR="0" lvl="0" indent="0" algn="ctr" rtl="0">
              <a:spcBef>
                <a:spcPts val="0"/>
              </a:spcBef>
              <a:spcAft>
                <a:spcPts val="0"/>
              </a:spcAft>
              <a:buNone/>
            </a:pPr>
            <a:endParaRPr sz="2800" b="0" i="0" u="none" strike="noStrike" cap="none">
              <a:solidFill>
                <a:schemeClr val="dk1"/>
              </a:solidFill>
              <a:latin typeface="Times New Roman"/>
              <a:ea typeface="Times New Roman"/>
              <a:cs typeface="Times New Roman"/>
              <a:sym typeface="Times New Roman"/>
            </a:endParaRPr>
          </a:p>
          <a:p>
            <a:pPr marL="457200" marR="0" lvl="0" indent="-457200" algn="l" rtl="0">
              <a:spcBef>
                <a:spcPts val="0"/>
              </a:spcBef>
              <a:spcAft>
                <a:spcPts val="0"/>
              </a:spcAft>
              <a:buClr>
                <a:schemeClr val="dk1"/>
              </a:buClr>
              <a:buSzPts val="2800"/>
              <a:buFont typeface="Arial"/>
              <a:buChar char="•"/>
            </a:pPr>
            <a:r>
              <a:rPr lang="en-US" sz="2800" b="0" i="0" u="none" strike="noStrike" cap="none">
                <a:solidFill>
                  <a:schemeClr val="dk1"/>
                </a:solidFill>
                <a:latin typeface="Times New Roman"/>
                <a:ea typeface="Times New Roman"/>
                <a:cs typeface="Times New Roman"/>
                <a:sym typeface="Times New Roman"/>
              </a:rPr>
              <a:t>In previous sessions, we discussed:</a:t>
            </a:r>
            <a:br>
              <a:rPr lang="en-US" sz="2800" b="0" i="0" u="none" strike="noStrike" cap="none">
                <a:solidFill>
                  <a:schemeClr val="dk1"/>
                </a:solidFill>
                <a:latin typeface="Times New Roman"/>
                <a:ea typeface="Times New Roman"/>
                <a:cs typeface="Times New Roman"/>
                <a:sym typeface="Times New Roman"/>
              </a:rPr>
            </a:br>
            <a:r>
              <a:rPr lang="en-US" sz="2800" b="0" i="0" u="none" strike="noStrike" cap="none">
                <a:solidFill>
                  <a:schemeClr val="dk1"/>
                </a:solidFill>
                <a:latin typeface="Times New Roman"/>
                <a:ea typeface="Times New Roman"/>
                <a:cs typeface="Times New Roman"/>
                <a:sym typeface="Times New Roman"/>
              </a:rPr>
              <a:t>- Stack operations</a:t>
            </a:r>
            <a:br>
              <a:rPr lang="en-US" sz="2800" b="0" i="0" u="none" strike="noStrike" cap="none">
                <a:solidFill>
                  <a:schemeClr val="dk1"/>
                </a:solidFill>
                <a:latin typeface="Times New Roman"/>
                <a:ea typeface="Times New Roman"/>
                <a:cs typeface="Times New Roman"/>
                <a:sym typeface="Times New Roman"/>
              </a:rPr>
            </a:br>
            <a:r>
              <a:rPr lang="en-US" sz="2800" b="0" i="0" u="none" strike="noStrike" cap="none">
                <a:solidFill>
                  <a:schemeClr val="dk1"/>
                </a:solidFill>
                <a:latin typeface="Times New Roman"/>
                <a:ea typeface="Times New Roman"/>
                <a:cs typeface="Times New Roman"/>
                <a:sym typeface="Times New Roman"/>
              </a:rPr>
              <a:t>- Application of Stack </a:t>
            </a:r>
            <a:endParaRPr sz="2800" b="0" i="0" u="none" strike="noStrike" cap="none">
              <a:solidFill>
                <a:schemeClr val="dk1"/>
              </a:solidFill>
              <a:latin typeface="Times New Roman"/>
              <a:ea typeface="Times New Roman"/>
              <a:cs typeface="Times New Roman"/>
              <a:sym typeface="Times New Roman"/>
            </a:endParaRPr>
          </a:p>
          <a:p>
            <a:pPr marL="0" marR="0" lvl="0" indent="0" algn="l" rtl="0">
              <a:spcBef>
                <a:spcPts val="0"/>
              </a:spcBef>
              <a:spcAft>
                <a:spcPts val="0"/>
              </a:spcAft>
              <a:buClr>
                <a:schemeClr val="dk1"/>
              </a:buClr>
              <a:buSzPts val="2800"/>
              <a:buFont typeface="Arial"/>
              <a:buNone/>
            </a:pPr>
            <a:r>
              <a:rPr lang="en-US" sz="2800" b="0" i="0" u="none" strike="noStrike" cap="none">
                <a:solidFill>
                  <a:schemeClr val="dk1"/>
                </a:solidFill>
                <a:latin typeface="Times New Roman"/>
                <a:ea typeface="Times New Roman"/>
                <a:cs typeface="Times New Roman"/>
                <a:sym typeface="Times New Roman"/>
              </a:rPr>
              <a:t>     - Infix, Prefix, and Postfix notations</a:t>
            </a:r>
            <a:endParaRPr sz="2800" b="0" i="0" u="none" strike="noStrike" cap="none">
              <a:solidFill>
                <a:schemeClr val="dk1"/>
              </a:solidFill>
              <a:latin typeface="Times New Roman"/>
              <a:ea typeface="Times New Roman"/>
              <a:cs typeface="Times New Roman"/>
              <a:sym typeface="Times New Roman"/>
            </a:endParaRPr>
          </a:p>
          <a:p>
            <a:pPr marL="0" marR="0" lvl="0" indent="0" algn="l" rtl="0">
              <a:spcBef>
                <a:spcPts val="0"/>
              </a:spcBef>
              <a:spcAft>
                <a:spcPts val="0"/>
              </a:spcAft>
              <a:buClr>
                <a:schemeClr val="dk1"/>
              </a:buClr>
              <a:buSzPts val="2800"/>
              <a:buFont typeface="Arial"/>
              <a:buNone/>
            </a:pPr>
            <a:r>
              <a:rPr lang="en-US" sz="2800" b="0" i="0" u="none" strike="noStrike" cap="none">
                <a:solidFill>
                  <a:schemeClr val="dk1"/>
                </a:solidFill>
                <a:latin typeface="Times New Roman"/>
                <a:ea typeface="Times New Roman"/>
                <a:cs typeface="Times New Roman"/>
                <a:sym typeface="Times New Roman"/>
              </a:rPr>
              <a:t>     - Precedence and Associativity</a:t>
            </a:r>
            <a:endParaRPr sz="2800" b="1" i="0" u="none" strike="noStrike" cap="none">
              <a:solidFill>
                <a:schemeClr val="dk1"/>
              </a:solidFill>
              <a:latin typeface="Times New Roman"/>
              <a:ea typeface="Times New Roman"/>
              <a:cs typeface="Times New Roman"/>
              <a:sym typeface="Times New Roman"/>
            </a:endParaRPr>
          </a:p>
          <a:p>
            <a:pPr marL="0" marR="0" lvl="0" indent="0" algn="l" rtl="0">
              <a:spcBef>
                <a:spcPts val="0"/>
              </a:spcBef>
              <a:spcAft>
                <a:spcPts val="0"/>
              </a:spcAft>
              <a:buClr>
                <a:schemeClr val="dk1"/>
              </a:buClr>
              <a:buSzPts val="2800"/>
              <a:buFont typeface="Arial"/>
              <a:buNone/>
            </a:pPr>
            <a:r>
              <a:rPr lang="en-US" sz="2800" b="0" i="0" u="none" strike="noStrike" cap="none">
                <a:solidFill>
                  <a:schemeClr val="dk1"/>
                </a:solidFill>
                <a:latin typeface="Times New Roman"/>
                <a:ea typeface="Times New Roman"/>
                <a:cs typeface="Times New Roman"/>
                <a:sym typeface="Times New Roman"/>
              </a:rPr>
              <a:t>     - Advantages of postfix and Prefix notations etc. </a:t>
            </a:r>
            <a:endParaRPr sz="2800" b="0" i="0" u="none" strike="noStrike" cap="none">
              <a:solidFill>
                <a:schemeClr val="dk1"/>
              </a:solidFill>
              <a:latin typeface="Times New Roman"/>
              <a:ea typeface="Times New Roman"/>
              <a:cs typeface="Times New Roman"/>
              <a:sym typeface="Times New Roman"/>
            </a:endParaRPr>
          </a:p>
          <a:p>
            <a:pPr marL="0" marR="0" lvl="0" indent="0" algn="l" rtl="0">
              <a:spcBef>
                <a:spcPts val="0"/>
              </a:spcBef>
              <a:spcAft>
                <a:spcPts val="0"/>
              </a:spcAft>
              <a:buClr>
                <a:schemeClr val="dk1"/>
              </a:buClr>
              <a:buSzPts val="2800"/>
              <a:buFont typeface="Arial"/>
              <a:buNone/>
            </a:pPr>
            <a:endParaRPr sz="2800" b="1" i="0" u="none" strike="noStrike" cap="none">
              <a:solidFill>
                <a:schemeClr val="dk1"/>
              </a:solidFill>
              <a:latin typeface="Times New Roman"/>
              <a:ea typeface="Times New Roman"/>
              <a:cs typeface="Times New Roman"/>
              <a:sym typeface="Times New Roman"/>
            </a:endParaRPr>
          </a:p>
        </p:txBody>
      </p:sp>
      <p:pic>
        <p:nvPicPr>
          <p:cNvPr id="181" name="Google Shape;181;p2"/>
          <p:cNvPicPr preferRelativeResize="0"/>
          <p:nvPr/>
        </p:nvPicPr>
        <p:blipFill rotWithShape="1">
          <a:blip r:embed="rId4">
            <a:alphaModFix/>
          </a:blip>
          <a:srcRect/>
          <a:stretch/>
        </p:blipFill>
        <p:spPr>
          <a:xfrm>
            <a:off x="104932" y="215802"/>
            <a:ext cx="3795634" cy="740238"/>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p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Galgotias University</a:t>
            </a:r>
            <a:endParaRPr/>
          </a:p>
        </p:txBody>
      </p:sp>
      <p:sp>
        <p:nvSpPr>
          <p:cNvPr id="187" name="Google Shape;187;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a:t>
            </a:fld>
            <a:endParaRPr/>
          </a:p>
        </p:txBody>
      </p:sp>
      <p:pic>
        <p:nvPicPr>
          <p:cNvPr id="188" name="Google Shape;188;p3" descr="A blue circle with text and words&#10;&#10;Description automatically generated"/>
          <p:cNvPicPr preferRelativeResize="0"/>
          <p:nvPr/>
        </p:nvPicPr>
        <p:blipFill rotWithShape="1">
          <a:blip r:embed="rId3">
            <a:alphaModFix/>
          </a:blip>
          <a:srcRect/>
          <a:stretch/>
        </p:blipFill>
        <p:spPr>
          <a:xfrm>
            <a:off x="10758566" y="176754"/>
            <a:ext cx="874732" cy="874732"/>
          </a:xfrm>
          <a:prstGeom prst="rect">
            <a:avLst/>
          </a:prstGeom>
          <a:noFill/>
          <a:ln>
            <a:noFill/>
          </a:ln>
        </p:spPr>
      </p:pic>
      <p:sp>
        <p:nvSpPr>
          <p:cNvPr id="189" name="Google Shape;189;p3"/>
          <p:cNvSpPr txBox="1"/>
          <p:nvPr/>
        </p:nvSpPr>
        <p:spPr>
          <a:xfrm>
            <a:off x="822960" y="1028700"/>
            <a:ext cx="10373360" cy="69215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None/>
            </a:pPr>
            <a:r>
              <a:rPr lang="en-US" sz="3600" b="1" i="0" u="none" strike="noStrike" cap="none">
                <a:solidFill>
                  <a:srgbClr val="000000"/>
                </a:solidFill>
                <a:latin typeface="Times New Roman"/>
                <a:ea typeface="Times New Roman"/>
                <a:cs typeface="Times New Roman"/>
                <a:sym typeface="Times New Roman"/>
              </a:rPr>
              <a:t>Pre-Class Assessment </a:t>
            </a:r>
            <a:endParaRPr sz="3600" b="1" i="0" u="none" strike="noStrike" cap="none">
              <a:solidFill>
                <a:srgbClr val="000000"/>
              </a:solidFill>
              <a:latin typeface="Times New Roman"/>
              <a:ea typeface="Times New Roman"/>
              <a:cs typeface="Times New Roman"/>
              <a:sym typeface="Times New Roman"/>
            </a:endParaRPr>
          </a:p>
        </p:txBody>
      </p:sp>
      <p:sp>
        <p:nvSpPr>
          <p:cNvPr id="190" name="Google Shape;190;p3"/>
          <p:cNvSpPr/>
          <p:nvPr/>
        </p:nvSpPr>
        <p:spPr>
          <a:xfrm>
            <a:off x="10648330" y="1095420"/>
            <a:ext cx="1176692"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0" i="0" u="none" strike="noStrike" cap="none">
                <a:solidFill>
                  <a:srgbClr val="000000"/>
                </a:solidFill>
                <a:latin typeface="Tahoma"/>
                <a:ea typeface="Tahoma"/>
                <a:cs typeface="Tahoma"/>
                <a:sym typeface="Tahoma"/>
              </a:rPr>
              <a:t>[2-mins]</a:t>
            </a:r>
            <a:endParaRPr sz="1800">
              <a:solidFill>
                <a:schemeClr val="dk1"/>
              </a:solidFill>
              <a:latin typeface="Arial"/>
              <a:ea typeface="Arial"/>
              <a:cs typeface="Arial"/>
              <a:sym typeface="Arial"/>
            </a:endParaRPr>
          </a:p>
        </p:txBody>
      </p:sp>
      <p:pic>
        <p:nvPicPr>
          <p:cNvPr id="191" name="Google Shape;191;p3"/>
          <p:cNvPicPr preferRelativeResize="0"/>
          <p:nvPr/>
        </p:nvPicPr>
        <p:blipFill rotWithShape="1">
          <a:blip r:embed="rId4">
            <a:alphaModFix/>
          </a:blip>
          <a:srcRect/>
          <a:stretch/>
        </p:blipFill>
        <p:spPr>
          <a:xfrm>
            <a:off x="104932" y="190402"/>
            <a:ext cx="3795634" cy="740238"/>
          </a:xfrm>
          <a:prstGeom prst="rect">
            <a:avLst/>
          </a:prstGeom>
          <a:noFill/>
          <a:ln>
            <a:noFill/>
          </a:ln>
        </p:spPr>
      </p:pic>
      <p:pic>
        <p:nvPicPr>
          <p:cNvPr id="1026" name="Picture 2">
            <a:extLst>
              <a:ext uri="{FF2B5EF4-FFF2-40B4-BE49-F238E27FC236}">
                <a16:creationId xmlns:a16="http://schemas.microsoft.com/office/drawing/2014/main" id="{387E8EFB-789F-9584-7021-A028F14F054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27514" y="2009774"/>
            <a:ext cx="6651172" cy="371611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7" name="Google Shape;197;p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Galgotias University</a:t>
            </a:r>
            <a:endParaRPr/>
          </a:p>
        </p:txBody>
      </p:sp>
      <p:sp>
        <p:nvSpPr>
          <p:cNvPr id="198" name="Google Shape;198;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a:t>
            </a:fld>
            <a:endParaRPr/>
          </a:p>
        </p:txBody>
      </p:sp>
      <p:pic>
        <p:nvPicPr>
          <p:cNvPr id="199" name="Google Shape;199;p4" descr="A blue circle with text and words&#10;&#10;Description automatically generated"/>
          <p:cNvPicPr preferRelativeResize="0"/>
          <p:nvPr/>
        </p:nvPicPr>
        <p:blipFill rotWithShape="1">
          <a:blip r:embed="rId3">
            <a:alphaModFix/>
          </a:blip>
          <a:srcRect/>
          <a:stretch/>
        </p:blipFill>
        <p:spPr>
          <a:xfrm>
            <a:off x="10758566" y="176754"/>
            <a:ext cx="874732" cy="874732"/>
          </a:xfrm>
          <a:prstGeom prst="rect">
            <a:avLst/>
          </a:prstGeom>
          <a:noFill/>
          <a:ln>
            <a:noFill/>
          </a:ln>
        </p:spPr>
      </p:pic>
      <p:sp>
        <p:nvSpPr>
          <p:cNvPr id="200" name="Google Shape;200;p4"/>
          <p:cNvSpPr/>
          <p:nvPr/>
        </p:nvSpPr>
        <p:spPr>
          <a:xfrm>
            <a:off x="10671589" y="1095420"/>
            <a:ext cx="1048685"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rgbClr val="000000"/>
                </a:solidFill>
                <a:latin typeface="Tahoma"/>
                <a:ea typeface="Tahoma"/>
                <a:cs typeface="Tahoma"/>
                <a:sym typeface="Tahoma"/>
              </a:rPr>
              <a:t>[1-mins]</a:t>
            </a:r>
            <a:endParaRPr sz="1800">
              <a:solidFill>
                <a:srgbClr val="000000"/>
              </a:solidFill>
              <a:latin typeface="Tahoma"/>
              <a:ea typeface="Tahoma"/>
              <a:cs typeface="Tahoma"/>
              <a:sym typeface="Tahoma"/>
            </a:endParaRPr>
          </a:p>
        </p:txBody>
      </p:sp>
      <p:pic>
        <p:nvPicPr>
          <p:cNvPr id="201" name="Google Shape;201;p4"/>
          <p:cNvPicPr preferRelativeResize="0"/>
          <p:nvPr/>
        </p:nvPicPr>
        <p:blipFill rotWithShape="1">
          <a:blip r:embed="rId4">
            <a:alphaModFix/>
          </a:blip>
          <a:srcRect/>
          <a:stretch/>
        </p:blipFill>
        <p:spPr>
          <a:xfrm>
            <a:off x="104932" y="215802"/>
            <a:ext cx="3795634" cy="740238"/>
          </a:xfrm>
          <a:prstGeom prst="rect">
            <a:avLst/>
          </a:prstGeom>
          <a:noFill/>
          <a:ln>
            <a:noFill/>
          </a:ln>
        </p:spPr>
      </p:pic>
      <p:sp>
        <p:nvSpPr>
          <p:cNvPr id="202" name="Google Shape;202;p4" descr="Questions"/>
          <p:cNvSpPr/>
          <p:nvPr/>
        </p:nvSpPr>
        <p:spPr>
          <a:xfrm>
            <a:off x="4762213" y="822886"/>
            <a:ext cx="2716735" cy="2008804"/>
          </a:xfrm>
          <a:prstGeom prst="rect">
            <a:avLst/>
          </a:prstGeom>
          <a:blipFill rotWithShape="1">
            <a:blip r:embed="rId5">
              <a:alphaModFix/>
            </a:blip>
            <a:stretch>
              <a:fillRect/>
            </a:stretch>
          </a:blip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03" name="Google Shape;203;p4"/>
          <p:cNvGrpSpPr/>
          <p:nvPr/>
        </p:nvGrpSpPr>
        <p:grpSpPr>
          <a:xfrm>
            <a:off x="638332" y="3197260"/>
            <a:ext cx="10995025" cy="2924810"/>
            <a:chOff x="0" y="1622081"/>
            <a:chExt cx="5239367" cy="2924810"/>
          </a:xfrm>
        </p:grpSpPr>
        <p:sp>
          <p:nvSpPr>
            <p:cNvPr id="204" name="Google Shape;204;p4"/>
            <p:cNvSpPr/>
            <p:nvPr/>
          </p:nvSpPr>
          <p:spPr>
            <a:xfrm>
              <a:off x="0" y="1991651"/>
              <a:ext cx="5239339" cy="2231566"/>
            </a:xfrm>
            <a:prstGeom prst="rect">
              <a:avLst/>
            </a:prstGeom>
            <a:gradFill>
              <a:gsLst>
                <a:gs pos="0">
                  <a:srgbClr val="F4B6A2"/>
                </a:gs>
                <a:gs pos="50000">
                  <a:srgbClr val="F1AA93"/>
                </a:gs>
                <a:gs pos="100000">
                  <a:srgbClr val="F49C7F"/>
                </a:gs>
              </a:gsLst>
              <a:lin ang="5400000" scaled="0"/>
            </a:gradFill>
            <a:ln w="12700" cap="flat" cmpd="sng">
              <a:solidFill>
                <a:schemeClr val="accent2"/>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4"/>
            <p:cNvSpPr/>
            <p:nvPr/>
          </p:nvSpPr>
          <p:spPr>
            <a:xfrm>
              <a:off x="0" y="1622081"/>
              <a:ext cx="5239367" cy="2924810"/>
            </a:xfrm>
            <a:prstGeom prst="rect">
              <a:avLst/>
            </a:prstGeom>
            <a:gradFill>
              <a:gsLst>
                <a:gs pos="0">
                  <a:srgbClr val="F4B6A2"/>
                </a:gs>
                <a:gs pos="50000">
                  <a:srgbClr val="F1AA93"/>
                </a:gs>
                <a:gs pos="100000">
                  <a:srgbClr val="F49C7F"/>
                </a:gs>
              </a:gsLst>
              <a:lin ang="5400000" scaled="0"/>
            </a:gradFill>
            <a:ln w="12700" cap="flat" cmpd="sng">
              <a:solidFill>
                <a:schemeClr val="accent2"/>
              </a:solidFill>
              <a:prstDash val="solid"/>
              <a:miter lim="800000"/>
              <a:headEnd type="none" w="sm" len="sm"/>
              <a:tailEnd type="none" w="sm" len="sm"/>
            </a:ln>
          </p:spPr>
          <p:txBody>
            <a:bodyPr spcFirstLastPara="1" wrap="square" lIns="0" tIns="0" rIns="0" bIns="0" anchor="t" anchorCtr="0">
              <a:noAutofit/>
            </a:bodyPr>
            <a:lstStyle/>
            <a:p>
              <a:pPr marL="0" marR="0" lvl="0" indent="0" algn="ctr" rtl="0">
                <a:spcBef>
                  <a:spcPts val="0"/>
                </a:spcBef>
                <a:spcAft>
                  <a:spcPts val="0"/>
                </a:spcAft>
                <a:buNone/>
              </a:pPr>
              <a:r>
                <a:rPr lang="en-US" sz="3600">
                  <a:solidFill>
                    <a:schemeClr val="dk1"/>
                  </a:solidFill>
                  <a:latin typeface="Arial"/>
                  <a:ea typeface="Arial"/>
                  <a:cs typeface="Arial"/>
                  <a:sym typeface="Arial"/>
                </a:rPr>
                <a:t>In the expression A + B * C, which operation will be performed first? Why?</a:t>
              </a:r>
              <a:endParaRPr sz="3600">
                <a:solidFill>
                  <a:schemeClr val="dk1"/>
                </a:solidFill>
                <a:latin typeface="Arial"/>
                <a:ea typeface="Arial"/>
                <a:cs typeface="Arial"/>
                <a:sym typeface="Arial"/>
              </a:endParaRPr>
            </a:p>
            <a:p>
              <a:pPr marL="0" marR="0" lvl="0" indent="0" algn="ctr" rtl="0">
                <a:spcBef>
                  <a:spcPts val="0"/>
                </a:spcBef>
                <a:spcAft>
                  <a:spcPts val="0"/>
                </a:spcAft>
                <a:buNone/>
              </a:pPr>
              <a:endParaRPr sz="3600">
                <a:solidFill>
                  <a:schemeClr val="dk1"/>
                </a:solidFill>
                <a:latin typeface="Arial"/>
                <a:ea typeface="Arial"/>
                <a:cs typeface="Arial"/>
                <a:sym typeface="Arial"/>
              </a:endParaRPr>
            </a:p>
            <a:p>
              <a:pPr marL="0" marR="0" lvl="0" indent="0" algn="ctr" rtl="0">
                <a:spcBef>
                  <a:spcPts val="0"/>
                </a:spcBef>
                <a:spcAft>
                  <a:spcPts val="0"/>
                </a:spcAft>
                <a:buNone/>
              </a:pPr>
              <a:r>
                <a:rPr lang="en-US" sz="3600">
                  <a:solidFill>
                    <a:schemeClr val="dk1"/>
                  </a:solidFill>
                  <a:latin typeface="Arial"/>
                  <a:ea typeface="Arial"/>
                  <a:cs typeface="Arial"/>
                  <a:sym typeface="Arial"/>
                </a:rPr>
                <a:t>If we remove parentheses from (A + B) * C, how can we still evaluate it correctly?</a:t>
              </a:r>
              <a:endParaRPr sz="3600">
                <a:solidFill>
                  <a:schemeClr val="dk1"/>
                </a:solidFill>
                <a:latin typeface="Arial"/>
                <a:ea typeface="Arial"/>
                <a:cs typeface="Arial"/>
                <a:sym typeface="Arial"/>
              </a:endParaRPr>
            </a:p>
            <a:p>
              <a:pPr marL="571500" marR="0" lvl="0" indent="-342900" algn="l" rtl="0">
                <a:spcBef>
                  <a:spcPts val="0"/>
                </a:spcBef>
                <a:spcAft>
                  <a:spcPts val="0"/>
                </a:spcAft>
                <a:buClr>
                  <a:schemeClr val="dk1"/>
                </a:buClr>
                <a:buSzPts val="3600"/>
                <a:buFont typeface="Arial"/>
                <a:buNone/>
              </a:pPr>
              <a:endParaRPr sz="3600">
                <a:solidFill>
                  <a:schemeClr val="dk1"/>
                </a:solidFill>
                <a:latin typeface="Arial"/>
                <a:ea typeface="Arial"/>
                <a:cs typeface="Arial"/>
                <a:sym typeface="Arial"/>
              </a:endParaRPr>
            </a:p>
            <a:p>
              <a:pPr marL="0" marR="0" lvl="0" indent="0" algn="ctr" rtl="0">
                <a:spcBef>
                  <a:spcPts val="0"/>
                </a:spcBef>
                <a:spcAft>
                  <a:spcPts val="0"/>
                </a:spcAft>
                <a:buClr>
                  <a:schemeClr val="dk1"/>
                </a:buClr>
                <a:buSzPts val="3600"/>
                <a:buFont typeface="Arial"/>
                <a:buNone/>
              </a:pPr>
              <a:endParaRPr sz="3600">
                <a:solidFill>
                  <a:schemeClr val="dk1"/>
                </a:solidFill>
                <a:latin typeface="Arial"/>
                <a:ea typeface="Arial"/>
                <a:cs typeface="Arial"/>
                <a:sym typeface="Arial"/>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p5"/>
          <p:cNvSpPr txBox="1">
            <a:spLocks noGrp="1"/>
          </p:cNvSpPr>
          <p:nvPr>
            <p:ph type="body" idx="1"/>
          </p:nvPr>
        </p:nvSpPr>
        <p:spPr>
          <a:xfrm>
            <a:off x="838200" y="2004695"/>
            <a:ext cx="10515600" cy="4351338"/>
          </a:xfrm>
          <a:prstGeom prst="rect">
            <a:avLst/>
          </a:prstGeom>
          <a:noFill/>
          <a:ln>
            <a:noFill/>
          </a:ln>
        </p:spPr>
        <p:txBody>
          <a:bodyPr spcFirstLastPara="1" wrap="square" lIns="91425" tIns="45700" rIns="91425" bIns="45700" anchor="t" anchorCtr="0">
            <a:normAutofit lnSpcReduction="10000"/>
          </a:bodyPr>
          <a:lstStyle/>
          <a:p>
            <a:pPr marL="0" lvl="0" indent="0" algn="just" rtl="0">
              <a:lnSpc>
                <a:spcPct val="90000"/>
              </a:lnSpc>
              <a:spcBef>
                <a:spcPts val="0"/>
              </a:spcBef>
              <a:spcAft>
                <a:spcPts val="0"/>
              </a:spcAft>
              <a:buClr>
                <a:schemeClr val="dk1"/>
              </a:buClr>
              <a:buSzPts val="2800"/>
              <a:buNone/>
            </a:pPr>
            <a:r>
              <a:rPr lang="en-US" b="1"/>
              <a:t>(1) In the expression A + B * C, which operation will be performed first? Why?</a:t>
            </a:r>
            <a:endParaRPr b="1"/>
          </a:p>
          <a:p>
            <a:pPr marL="0" lvl="0" indent="0" algn="just" rtl="0">
              <a:lnSpc>
                <a:spcPct val="90000"/>
              </a:lnSpc>
              <a:spcBef>
                <a:spcPts val="1000"/>
              </a:spcBef>
              <a:spcAft>
                <a:spcPts val="0"/>
              </a:spcAft>
              <a:buClr>
                <a:schemeClr val="dk1"/>
              </a:buClr>
              <a:buSzPts val="2800"/>
              <a:buNone/>
            </a:pPr>
            <a:r>
              <a:rPr lang="en-US"/>
              <a:t>Ans: Multiplication (B * C) will be performed first, because operator * has higher precedence than +.</a:t>
            </a:r>
            <a:endParaRPr/>
          </a:p>
          <a:p>
            <a:pPr marL="0" lvl="0" indent="0" algn="just" rtl="0">
              <a:lnSpc>
                <a:spcPct val="90000"/>
              </a:lnSpc>
              <a:spcBef>
                <a:spcPts val="1000"/>
              </a:spcBef>
              <a:spcAft>
                <a:spcPts val="0"/>
              </a:spcAft>
              <a:buClr>
                <a:schemeClr val="dk1"/>
              </a:buClr>
              <a:buSzPts val="2800"/>
              <a:buNone/>
            </a:pPr>
            <a:endParaRPr/>
          </a:p>
          <a:p>
            <a:pPr marL="0" lvl="0" indent="0" algn="just" rtl="0">
              <a:lnSpc>
                <a:spcPct val="90000"/>
              </a:lnSpc>
              <a:spcBef>
                <a:spcPts val="1000"/>
              </a:spcBef>
              <a:spcAft>
                <a:spcPts val="0"/>
              </a:spcAft>
              <a:buClr>
                <a:schemeClr val="dk1"/>
              </a:buClr>
              <a:buSzPts val="2800"/>
              <a:buNone/>
            </a:pPr>
            <a:r>
              <a:rPr lang="en-US" b="1"/>
              <a:t>(2) If we remove parentheses from (A + B) * C, how can we still evaluate it correctly?</a:t>
            </a:r>
            <a:endParaRPr b="1"/>
          </a:p>
          <a:p>
            <a:pPr marL="0" lvl="0" indent="0" algn="just" rtl="0">
              <a:lnSpc>
                <a:spcPct val="90000"/>
              </a:lnSpc>
              <a:spcBef>
                <a:spcPts val="1000"/>
              </a:spcBef>
              <a:spcAft>
                <a:spcPts val="0"/>
              </a:spcAft>
              <a:buClr>
                <a:schemeClr val="dk1"/>
              </a:buClr>
              <a:buSzPts val="2800"/>
              <a:buNone/>
            </a:pPr>
            <a:r>
              <a:rPr lang="en-US"/>
              <a:t>Ans: By converting the expression into postfix form → A B + C *.</a:t>
            </a:r>
            <a:endParaRPr/>
          </a:p>
          <a:p>
            <a:pPr marL="0" lvl="0" indent="0" algn="just" rtl="0">
              <a:lnSpc>
                <a:spcPct val="90000"/>
              </a:lnSpc>
              <a:spcBef>
                <a:spcPts val="1000"/>
              </a:spcBef>
              <a:spcAft>
                <a:spcPts val="0"/>
              </a:spcAft>
              <a:buClr>
                <a:schemeClr val="dk1"/>
              </a:buClr>
              <a:buSzPts val="2800"/>
              <a:buNone/>
            </a:pPr>
            <a:r>
              <a:rPr lang="en-US"/>
              <a:t>This postfix form makes the evaluation order clear without parentheses.</a:t>
            </a:r>
            <a:endParaRPr/>
          </a:p>
          <a:p>
            <a:pPr marL="0" lvl="0" indent="0" algn="just" rtl="0">
              <a:lnSpc>
                <a:spcPct val="90000"/>
              </a:lnSpc>
              <a:spcBef>
                <a:spcPts val="1000"/>
              </a:spcBef>
              <a:spcAft>
                <a:spcPts val="0"/>
              </a:spcAft>
              <a:buClr>
                <a:schemeClr val="dk1"/>
              </a:buClr>
              <a:buSzPts val="2800"/>
              <a:buNone/>
            </a:pPr>
            <a:endParaRPr/>
          </a:p>
        </p:txBody>
      </p:sp>
      <p:sp>
        <p:nvSpPr>
          <p:cNvPr id="211" name="Google Shape;211;p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Galgotias University</a:t>
            </a:r>
            <a:endParaRPr/>
          </a:p>
        </p:txBody>
      </p:sp>
      <p:sp>
        <p:nvSpPr>
          <p:cNvPr id="212" name="Google Shape;212;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a:t>
            </a:fld>
            <a:endParaRPr/>
          </a:p>
        </p:txBody>
      </p:sp>
      <p:sp>
        <p:nvSpPr>
          <p:cNvPr id="213" name="Google Shape;213;p5"/>
          <p:cNvSpPr txBox="1">
            <a:spLocks noGrp="1"/>
          </p:cNvSpPr>
          <p:nvPr>
            <p:ph type="title"/>
          </p:nvPr>
        </p:nvSpPr>
        <p:spPr>
          <a:xfrm>
            <a:off x="838200" y="805180"/>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2"/>
              </a:buClr>
              <a:buSzPts val="4400"/>
              <a:buFont typeface="Times New Roman"/>
              <a:buNone/>
            </a:pPr>
            <a:r>
              <a:rPr lang="en-US" b="1">
                <a:solidFill>
                  <a:schemeClr val="dk2"/>
                </a:solidFill>
                <a:latin typeface="Times New Roman"/>
                <a:ea typeface="Times New Roman"/>
                <a:cs typeface="Times New Roman"/>
                <a:sym typeface="Times New Roman"/>
              </a:rPr>
              <a:t>Reflection- Opening Activity </a:t>
            </a:r>
            <a:endParaRPr>
              <a:latin typeface="Times New Roman"/>
              <a:ea typeface="Times New Roman"/>
              <a:cs typeface="Times New Roman"/>
              <a:sym typeface="Times New Roman"/>
            </a:endParaRPr>
          </a:p>
        </p:txBody>
      </p:sp>
      <p:pic>
        <p:nvPicPr>
          <p:cNvPr id="214" name="Google Shape;214;p5"/>
          <p:cNvPicPr preferRelativeResize="0"/>
          <p:nvPr/>
        </p:nvPicPr>
        <p:blipFill rotWithShape="1">
          <a:blip r:embed="rId3">
            <a:alphaModFix/>
          </a:blip>
          <a:srcRect/>
          <a:stretch/>
        </p:blipFill>
        <p:spPr>
          <a:xfrm>
            <a:off x="104932" y="215802"/>
            <a:ext cx="3795634" cy="740238"/>
          </a:xfrm>
          <a:prstGeom prst="rect">
            <a:avLst/>
          </a:prstGeom>
          <a:noFill/>
          <a:ln>
            <a:noFill/>
          </a:ln>
        </p:spPr>
      </p:pic>
      <p:pic>
        <p:nvPicPr>
          <p:cNvPr id="215" name="Google Shape;215;p5" descr="A blue circle with text and words&#10;&#10;Description automatically generated"/>
          <p:cNvPicPr preferRelativeResize="0"/>
          <p:nvPr/>
        </p:nvPicPr>
        <p:blipFill rotWithShape="1">
          <a:blip r:embed="rId4">
            <a:alphaModFix/>
          </a:blip>
          <a:srcRect/>
          <a:stretch/>
        </p:blipFill>
        <p:spPr>
          <a:xfrm>
            <a:off x="10758566" y="176754"/>
            <a:ext cx="874732" cy="874732"/>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sp>
        <p:nvSpPr>
          <p:cNvPr id="220" name="Google Shape;220;p6"/>
          <p:cNvSpPr txBox="1">
            <a:spLocks noGrp="1"/>
          </p:cNvSpPr>
          <p:nvPr>
            <p:ph type="title"/>
          </p:nvPr>
        </p:nvSpPr>
        <p:spPr>
          <a:xfrm>
            <a:off x="3900490" y="809850"/>
            <a:ext cx="5017695" cy="113605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Times New Roman"/>
              <a:buNone/>
            </a:pPr>
            <a:r>
              <a:rPr lang="en-US" b="1">
                <a:latin typeface="Times New Roman"/>
                <a:ea typeface="Times New Roman"/>
                <a:cs typeface="Times New Roman"/>
                <a:sym typeface="Times New Roman"/>
              </a:rPr>
              <a:t>Learning Outcomes</a:t>
            </a:r>
            <a:endParaRPr b="1">
              <a:latin typeface="Times New Roman"/>
              <a:ea typeface="Times New Roman"/>
              <a:cs typeface="Times New Roman"/>
              <a:sym typeface="Times New Roman"/>
            </a:endParaRPr>
          </a:p>
        </p:txBody>
      </p:sp>
      <p:sp>
        <p:nvSpPr>
          <p:cNvPr id="221" name="Google Shape;221;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Galgotias University</a:t>
            </a:r>
            <a:endParaRPr/>
          </a:p>
        </p:txBody>
      </p:sp>
      <p:sp>
        <p:nvSpPr>
          <p:cNvPr id="222" name="Google Shape;222;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a:t>
            </a:fld>
            <a:endParaRPr/>
          </a:p>
        </p:txBody>
      </p:sp>
      <p:pic>
        <p:nvPicPr>
          <p:cNvPr id="223" name="Google Shape;223;p6" descr="A blue circle with text and words&#10;&#10;Description automatically generated"/>
          <p:cNvPicPr preferRelativeResize="0"/>
          <p:nvPr/>
        </p:nvPicPr>
        <p:blipFill rotWithShape="1">
          <a:blip r:embed="rId3">
            <a:alphaModFix/>
          </a:blip>
          <a:srcRect/>
          <a:stretch/>
        </p:blipFill>
        <p:spPr>
          <a:xfrm>
            <a:off x="10758566" y="176754"/>
            <a:ext cx="874732" cy="874732"/>
          </a:xfrm>
          <a:prstGeom prst="rect">
            <a:avLst/>
          </a:prstGeom>
          <a:noFill/>
          <a:ln>
            <a:noFill/>
          </a:ln>
        </p:spPr>
      </p:pic>
      <p:sp>
        <p:nvSpPr>
          <p:cNvPr id="224" name="Google Shape;224;p6"/>
          <p:cNvSpPr txBox="1">
            <a:spLocks noGrp="1"/>
          </p:cNvSpPr>
          <p:nvPr>
            <p:ph type="body" idx="1"/>
          </p:nvPr>
        </p:nvSpPr>
        <p:spPr>
          <a:xfrm>
            <a:off x="706120" y="2338070"/>
            <a:ext cx="10927080" cy="807720"/>
          </a:xfrm>
          <a:prstGeom prst="rect">
            <a:avLst/>
          </a:prstGeom>
          <a:noFill/>
          <a:ln>
            <a:noFill/>
          </a:ln>
        </p:spPr>
        <p:txBody>
          <a:bodyPr spcFirstLastPara="1" wrap="square" lIns="91425" tIns="45700" rIns="91425" bIns="45700" anchor="t" anchorCtr="0">
            <a:normAutofit/>
          </a:bodyPr>
          <a:lstStyle/>
          <a:p>
            <a:pPr marL="0" lvl="0" indent="0" algn="just" rtl="0">
              <a:lnSpc>
                <a:spcPct val="90000"/>
              </a:lnSpc>
              <a:spcBef>
                <a:spcPts val="0"/>
              </a:spcBef>
              <a:spcAft>
                <a:spcPts val="0"/>
              </a:spcAft>
              <a:buClr>
                <a:schemeClr val="dk1"/>
              </a:buClr>
              <a:buSzPts val="3200"/>
              <a:buNone/>
            </a:pPr>
            <a:r>
              <a:rPr lang="en-US" sz="3200" b="1" u="sng">
                <a:latin typeface="Times New Roman"/>
                <a:ea typeface="Times New Roman"/>
                <a:cs typeface="Times New Roman"/>
                <a:sym typeface="Times New Roman"/>
              </a:rPr>
              <a:t>By the end of this session, You will be able to:</a:t>
            </a:r>
            <a:endParaRPr sz="3200" b="1" u="sng">
              <a:latin typeface="Times New Roman"/>
              <a:ea typeface="Times New Roman"/>
              <a:cs typeface="Times New Roman"/>
              <a:sym typeface="Times New Roman"/>
            </a:endParaRPr>
          </a:p>
        </p:txBody>
      </p:sp>
      <p:sp>
        <p:nvSpPr>
          <p:cNvPr id="225" name="Google Shape;225;p6"/>
          <p:cNvSpPr/>
          <p:nvPr/>
        </p:nvSpPr>
        <p:spPr>
          <a:xfrm>
            <a:off x="10671589" y="1065923"/>
            <a:ext cx="1048685"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rgbClr val="000000"/>
                </a:solidFill>
                <a:latin typeface="Tahoma"/>
                <a:ea typeface="Tahoma"/>
                <a:cs typeface="Tahoma"/>
                <a:sym typeface="Tahoma"/>
              </a:rPr>
              <a:t>[2-mins]</a:t>
            </a:r>
            <a:endParaRPr sz="1800">
              <a:solidFill>
                <a:srgbClr val="000000"/>
              </a:solidFill>
              <a:latin typeface="Tahoma"/>
              <a:ea typeface="Tahoma"/>
              <a:cs typeface="Tahoma"/>
              <a:sym typeface="Tahoma"/>
            </a:endParaRPr>
          </a:p>
        </p:txBody>
      </p:sp>
      <p:pic>
        <p:nvPicPr>
          <p:cNvPr id="226" name="Google Shape;226;p6"/>
          <p:cNvPicPr preferRelativeResize="0"/>
          <p:nvPr/>
        </p:nvPicPr>
        <p:blipFill rotWithShape="1">
          <a:blip r:embed="rId4">
            <a:alphaModFix/>
          </a:blip>
          <a:srcRect/>
          <a:stretch/>
        </p:blipFill>
        <p:spPr>
          <a:xfrm>
            <a:off x="104932" y="215802"/>
            <a:ext cx="3795634" cy="740238"/>
          </a:xfrm>
          <a:prstGeom prst="rect">
            <a:avLst/>
          </a:prstGeom>
          <a:noFill/>
          <a:ln>
            <a:noFill/>
          </a:ln>
        </p:spPr>
      </p:pic>
      <p:grpSp>
        <p:nvGrpSpPr>
          <p:cNvPr id="227" name="Google Shape;227;p6"/>
          <p:cNvGrpSpPr/>
          <p:nvPr/>
        </p:nvGrpSpPr>
        <p:grpSpPr>
          <a:xfrm>
            <a:off x="644056" y="3538330"/>
            <a:ext cx="10927829" cy="1844703"/>
            <a:chOff x="0" y="922351"/>
            <a:chExt cx="10927829" cy="1844703"/>
          </a:xfrm>
        </p:grpSpPr>
        <p:sp>
          <p:nvSpPr>
            <p:cNvPr id="228" name="Google Shape;228;p6"/>
            <p:cNvSpPr/>
            <p:nvPr/>
          </p:nvSpPr>
          <p:spPr>
            <a:xfrm>
              <a:off x="0" y="922351"/>
              <a:ext cx="10927829" cy="1844703"/>
            </a:xfrm>
            <a:prstGeom prst="roundRect">
              <a:avLst>
                <a:gd name="adj" fmla="val 10000"/>
              </a:avLst>
            </a:prstGeom>
            <a:solidFill>
              <a:schemeClr val="accent2"/>
            </a:solid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229;p6"/>
            <p:cNvSpPr txBox="1"/>
            <p:nvPr/>
          </p:nvSpPr>
          <p:spPr>
            <a:xfrm>
              <a:off x="0" y="922351"/>
              <a:ext cx="10927829" cy="1844703"/>
            </a:xfrm>
            <a:prstGeom prst="rect">
              <a:avLst/>
            </a:prstGeom>
            <a:noFill/>
            <a:ln>
              <a:noFill/>
            </a:ln>
          </p:spPr>
          <p:txBody>
            <a:bodyPr spcFirstLastPara="1" wrap="square" lIns="171450" tIns="171450" rIns="171450" bIns="171450" anchor="ctr" anchorCtr="0">
              <a:noAutofit/>
            </a:bodyPr>
            <a:lstStyle/>
            <a:p>
              <a:pPr marL="0" marR="0" lvl="0" indent="0" algn="just" rtl="0">
                <a:lnSpc>
                  <a:spcPct val="100000"/>
                </a:lnSpc>
                <a:spcBef>
                  <a:spcPts val="0"/>
                </a:spcBef>
                <a:spcAft>
                  <a:spcPts val="0"/>
                </a:spcAft>
                <a:buNone/>
              </a:pPr>
              <a:r>
                <a:rPr lang="en-US" sz="4500" b="1">
                  <a:solidFill>
                    <a:schemeClr val="dk1"/>
                  </a:solidFill>
                  <a:latin typeface="Times New Roman"/>
                  <a:ea typeface="Times New Roman"/>
                  <a:cs typeface="Times New Roman"/>
                  <a:sym typeface="Times New Roman"/>
                </a:rPr>
                <a:t>Learning Outcome: Able to c</a:t>
              </a:r>
              <a:r>
                <a:rPr lang="en-US" sz="4500" b="1">
                  <a:solidFill>
                    <a:schemeClr val="lt1"/>
                  </a:solidFill>
                  <a:latin typeface="Times New Roman"/>
                  <a:ea typeface="Times New Roman"/>
                  <a:cs typeface="Times New Roman"/>
                  <a:sym typeface="Times New Roman"/>
                </a:rPr>
                <a:t>onvert from infix to postfix with algorithm using stack</a:t>
              </a:r>
              <a:endParaRPr sz="4500" b="1">
                <a:solidFill>
                  <a:schemeClr val="dk1"/>
                </a:solidFill>
                <a:latin typeface="Times New Roman"/>
                <a:ea typeface="Times New Roman"/>
                <a:cs typeface="Times New Roman"/>
                <a:sym typeface="Times New Roman"/>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33"/>
        <p:cNvGrpSpPr/>
        <p:nvPr/>
      </p:nvGrpSpPr>
      <p:grpSpPr>
        <a:xfrm>
          <a:off x="0" y="0"/>
          <a:ext cx="0" cy="0"/>
          <a:chOff x="0" y="0"/>
          <a:chExt cx="0" cy="0"/>
        </a:xfrm>
      </p:grpSpPr>
      <p:sp>
        <p:nvSpPr>
          <p:cNvPr id="234" name="Google Shape;234;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Galgotias University</a:t>
            </a:r>
            <a:endParaRPr/>
          </a:p>
        </p:txBody>
      </p:sp>
      <p:sp>
        <p:nvSpPr>
          <p:cNvPr id="235" name="Google Shape;235;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a:t>
            </a:fld>
            <a:endParaRPr/>
          </a:p>
        </p:txBody>
      </p:sp>
      <p:pic>
        <p:nvPicPr>
          <p:cNvPr id="236" name="Google Shape;236;p7" descr="A blue circle with text and words&#10;&#10;Description automatically generated"/>
          <p:cNvPicPr preferRelativeResize="0"/>
          <p:nvPr/>
        </p:nvPicPr>
        <p:blipFill rotWithShape="1">
          <a:blip r:embed="rId3">
            <a:alphaModFix/>
          </a:blip>
          <a:srcRect/>
          <a:stretch/>
        </p:blipFill>
        <p:spPr>
          <a:xfrm>
            <a:off x="10758566" y="176754"/>
            <a:ext cx="874732" cy="874732"/>
          </a:xfrm>
          <a:prstGeom prst="rect">
            <a:avLst/>
          </a:prstGeom>
          <a:noFill/>
          <a:ln>
            <a:noFill/>
          </a:ln>
        </p:spPr>
      </p:pic>
      <p:sp>
        <p:nvSpPr>
          <p:cNvPr id="237" name="Google Shape;237;p7"/>
          <p:cNvSpPr txBox="1"/>
          <p:nvPr/>
        </p:nvSpPr>
        <p:spPr>
          <a:xfrm>
            <a:off x="727756" y="1219889"/>
            <a:ext cx="10468176" cy="452310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200" b="1">
                <a:solidFill>
                  <a:schemeClr val="dk1"/>
                </a:solidFill>
                <a:latin typeface="Times New Roman"/>
                <a:ea typeface="Times New Roman"/>
                <a:cs typeface="Times New Roman"/>
                <a:sym typeface="Times New Roman"/>
              </a:rPr>
              <a:t>Session Outline</a:t>
            </a:r>
            <a:endParaRPr sz="3200" b="1">
              <a:solidFill>
                <a:schemeClr val="dk1"/>
              </a:solidFill>
              <a:latin typeface="Times New Roman"/>
              <a:ea typeface="Times New Roman"/>
              <a:cs typeface="Times New Roman"/>
              <a:sym typeface="Times New Roman"/>
            </a:endParaRPr>
          </a:p>
          <a:p>
            <a:pPr marL="0" marR="0" lvl="0" indent="0" algn="ctr" rtl="0">
              <a:spcBef>
                <a:spcPts val="0"/>
              </a:spcBef>
              <a:spcAft>
                <a:spcPts val="0"/>
              </a:spcAft>
              <a:buNone/>
            </a:pPr>
            <a:endParaRPr sz="3200">
              <a:solidFill>
                <a:schemeClr val="dk1"/>
              </a:solidFill>
              <a:latin typeface="Times New Roman"/>
              <a:ea typeface="Times New Roman"/>
              <a:cs typeface="Times New Roman"/>
              <a:sym typeface="Times New Roman"/>
            </a:endParaRPr>
          </a:p>
          <a:p>
            <a:pPr marL="0" marR="0" lvl="0" indent="0" algn="just" rtl="0">
              <a:spcBef>
                <a:spcPts val="0"/>
              </a:spcBef>
              <a:spcAft>
                <a:spcPts val="0"/>
              </a:spcAft>
              <a:buClr>
                <a:schemeClr val="dk1"/>
              </a:buClr>
              <a:buSzPts val="2800"/>
              <a:buFont typeface="Arial"/>
              <a:buNone/>
            </a:pPr>
            <a:r>
              <a:rPr lang="en-US" sz="2800">
                <a:solidFill>
                  <a:schemeClr val="dk1"/>
                </a:solidFill>
                <a:latin typeface="Times New Roman"/>
                <a:ea typeface="Times New Roman"/>
                <a:cs typeface="Times New Roman"/>
                <a:sym typeface="Times New Roman"/>
              </a:rPr>
              <a:t>1. Activity 1 (Think – Pair – Share)</a:t>
            </a:r>
            <a:endParaRPr sz="2800">
              <a:solidFill>
                <a:schemeClr val="dk1"/>
              </a:solidFill>
              <a:latin typeface="Times New Roman"/>
              <a:ea typeface="Times New Roman"/>
              <a:cs typeface="Times New Roman"/>
              <a:sym typeface="Times New Roman"/>
            </a:endParaRPr>
          </a:p>
          <a:p>
            <a:pPr marL="0" marR="0" lvl="0" indent="0" algn="just" rtl="0">
              <a:spcBef>
                <a:spcPts val="0"/>
              </a:spcBef>
              <a:spcAft>
                <a:spcPts val="0"/>
              </a:spcAft>
              <a:buClr>
                <a:schemeClr val="dk1"/>
              </a:buClr>
              <a:buSzPts val="2800"/>
              <a:buFont typeface="Arial"/>
              <a:buNone/>
            </a:pPr>
            <a:r>
              <a:rPr lang="en-US" sz="2800">
                <a:solidFill>
                  <a:schemeClr val="dk1"/>
                </a:solidFill>
                <a:latin typeface="Times New Roman"/>
                <a:ea typeface="Times New Roman"/>
                <a:cs typeface="Times New Roman"/>
                <a:sym typeface="Times New Roman"/>
              </a:rPr>
              <a:t>2. Step by step Algorithm: Conversion of an Infix expression to Postfix expression</a:t>
            </a:r>
            <a:endParaRPr sz="2800">
              <a:solidFill>
                <a:schemeClr val="dk1"/>
              </a:solidFill>
              <a:latin typeface="Times New Roman"/>
              <a:ea typeface="Times New Roman"/>
              <a:cs typeface="Times New Roman"/>
              <a:sym typeface="Times New Roman"/>
            </a:endParaRPr>
          </a:p>
          <a:p>
            <a:pPr marL="0" marR="0" lvl="0" indent="0" algn="just" rtl="0">
              <a:spcBef>
                <a:spcPts val="0"/>
              </a:spcBef>
              <a:spcAft>
                <a:spcPts val="0"/>
              </a:spcAft>
              <a:buClr>
                <a:schemeClr val="dk1"/>
              </a:buClr>
              <a:buSzPts val="2800"/>
              <a:buFont typeface="Arial"/>
              <a:buNone/>
            </a:pPr>
            <a:r>
              <a:rPr lang="en-US" sz="2800">
                <a:solidFill>
                  <a:schemeClr val="dk1"/>
                </a:solidFill>
                <a:latin typeface="Times New Roman"/>
                <a:ea typeface="Times New Roman"/>
                <a:cs typeface="Times New Roman"/>
                <a:sym typeface="Times New Roman"/>
              </a:rPr>
              <a:t>3. Example walkthrough</a:t>
            </a:r>
            <a:br>
              <a:rPr lang="en-US" sz="2800">
                <a:solidFill>
                  <a:schemeClr val="dk1"/>
                </a:solidFill>
                <a:latin typeface="Times New Roman"/>
                <a:ea typeface="Times New Roman"/>
                <a:cs typeface="Times New Roman"/>
                <a:sym typeface="Times New Roman"/>
              </a:rPr>
            </a:br>
            <a:r>
              <a:rPr lang="en-US" sz="2800">
                <a:solidFill>
                  <a:schemeClr val="dk1"/>
                </a:solidFill>
                <a:latin typeface="Times New Roman"/>
                <a:ea typeface="Times New Roman"/>
                <a:cs typeface="Times New Roman"/>
                <a:sym typeface="Times New Roman"/>
              </a:rPr>
              <a:t>4. Activity 2: Hands-on activities and reinforce learning through an interactive Padlet tool.</a:t>
            </a:r>
            <a:endParaRPr sz="2800">
              <a:solidFill>
                <a:schemeClr val="dk1"/>
              </a:solidFill>
              <a:latin typeface="Times New Roman"/>
              <a:ea typeface="Times New Roman"/>
              <a:cs typeface="Times New Roman"/>
              <a:sym typeface="Times New Roman"/>
            </a:endParaRPr>
          </a:p>
          <a:p>
            <a:pPr marL="0" marR="0" lvl="0" indent="0" algn="l" rtl="0">
              <a:spcBef>
                <a:spcPts val="0"/>
              </a:spcBef>
              <a:spcAft>
                <a:spcPts val="0"/>
              </a:spcAft>
              <a:buClr>
                <a:schemeClr val="dk1"/>
              </a:buClr>
              <a:buSzPts val="2800"/>
              <a:buFont typeface="Arial"/>
              <a:buNone/>
            </a:pPr>
            <a:endParaRPr sz="2800">
              <a:solidFill>
                <a:schemeClr val="dk1"/>
              </a:solidFill>
              <a:latin typeface="Times New Roman"/>
              <a:ea typeface="Times New Roman"/>
              <a:cs typeface="Times New Roman"/>
              <a:sym typeface="Times New Roman"/>
            </a:endParaRPr>
          </a:p>
          <a:p>
            <a:pPr marL="342900" marR="0" lvl="0" indent="-165100" algn="l" rtl="0">
              <a:spcBef>
                <a:spcPts val="0"/>
              </a:spcBef>
              <a:spcAft>
                <a:spcPts val="0"/>
              </a:spcAft>
              <a:buClr>
                <a:schemeClr val="dk1"/>
              </a:buClr>
              <a:buSzPts val="2800"/>
              <a:buFont typeface="Arial"/>
              <a:buNone/>
            </a:pPr>
            <a:endParaRPr sz="2800">
              <a:solidFill>
                <a:schemeClr val="dk1"/>
              </a:solidFill>
              <a:latin typeface="Times New Roman"/>
              <a:ea typeface="Times New Roman"/>
              <a:cs typeface="Times New Roman"/>
              <a:sym typeface="Times New Roman"/>
            </a:endParaRPr>
          </a:p>
        </p:txBody>
      </p:sp>
      <p:pic>
        <p:nvPicPr>
          <p:cNvPr id="238" name="Google Shape;238;p7"/>
          <p:cNvPicPr preferRelativeResize="0"/>
          <p:nvPr/>
        </p:nvPicPr>
        <p:blipFill rotWithShape="1">
          <a:blip r:embed="rId4">
            <a:alphaModFix/>
          </a:blip>
          <a:srcRect/>
          <a:stretch/>
        </p:blipFill>
        <p:spPr>
          <a:xfrm>
            <a:off x="104932" y="241202"/>
            <a:ext cx="3795634" cy="740238"/>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3" name="Google Shape;243;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Galgotias University</a:t>
            </a:r>
            <a:endParaRPr/>
          </a:p>
        </p:txBody>
      </p:sp>
      <p:sp>
        <p:nvSpPr>
          <p:cNvPr id="244" name="Google Shape;244;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a:t>
            </a:fld>
            <a:endParaRPr/>
          </a:p>
        </p:txBody>
      </p:sp>
      <p:pic>
        <p:nvPicPr>
          <p:cNvPr id="245" name="Google Shape;245;p8" descr="A blue circle with text and words&#10;&#10;Description automatically generated"/>
          <p:cNvPicPr preferRelativeResize="0"/>
          <p:nvPr/>
        </p:nvPicPr>
        <p:blipFill rotWithShape="1">
          <a:blip r:embed="rId3">
            <a:alphaModFix/>
          </a:blip>
          <a:srcRect/>
          <a:stretch/>
        </p:blipFill>
        <p:spPr>
          <a:xfrm>
            <a:off x="10758566" y="176754"/>
            <a:ext cx="874732" cy="874732"/>
          </a:xfrm>
          <a:prstGeom prst="rect">
            <a:avLst/>
          </a:prstGeom>
          <a:noFill/>
          <a:ln>
            <a:noFill/>
          </a:ln>
        </p:spPr>
      </p:pic>
      <p:sp>
        <p:nvSpPr>
          <p:cNvPr id="246" name="Google Shape;246;p8"/>
          <p:cNvSpPr/>
          <p:nvPr/>
        </p:nvSpPr>
        <p:spPr>
          <a:xfrm>
            <a:off x="10675867" y="1095420"/>
            <a:ext cx="1040130" cy="3683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rgbClr val="000000"/>
                </a:solidFill>
                <a:latin typeface="Tahoma"/>
                <a:ea typeface="Tahoma"/>
                <a:cs typeface="Tahoma"/>
                <a:sym typeface="Tahoma"/>
              </a:rPr>
              <a:t>[3-mins]</a:t>
            </a:r>
            <a:endParaRPr sz="1800">
              <a:solidFill>
                <a:srgbClr val="000000"/>
              </a:solidFill>
              <a:latin typeface="Tahoma"/>
              <a:ea typeface="Tahoma"/>
              <a:cs typeface="Tahoma"/>
              <a:sym typeface="Tahoma"/>
            </a:endParaRPr>
          </a:p>
        </p:txBody>
      </p:sp>
      <p:pic>
        <p:nvPicPr>
          <p:cNvPr id="247" name="Google Shape;247;p8"/>
          <p:cNvPicPr preferRelativeResize="0"/>
          <p:nvPr/>
        </p:nvPicPr>
        <p:blipFill rotWithShape="1">
          <a:blip r:embed="rId4">
            <a:alphaModFix/>
          </a:blip>
          <a:srcRect/>
          <a:stretch/>
        </p:blipFill>
        <p:spPr>
          <a:xfrm>
            <a:off x="104932" y="215802"/>
            <a:ext cx="3795634" cy="740238"/>
          </a:xfrm>
          <a:prstGeom prst="rect">
            <a:avLst/>
          </a:prstGeom>
          <a:noFill/>
          <a:ln>
            <a:noFill/>
          </a:ln>
        </p:spPr>
      </p:pic>
      <p:sp>
        <p:nvSpPr>
          <p:cNvPr id="248" name="Google Shape;248;p8" descr="Questions"/>
          <p:cNvSpPr/>
          <p:nvPr/>
        </p:nvSpPr>
        <p:spPr>
          <a:xfrm>
            <a:off x="2002748" y="1656006"/>
            <a:ext cx="2716735" cy="2008804"/>
          </a:xfrm>
          <a:prstGeom prst="rect">
            <a:avLst/>
          </a:prstGeom>
          <a:blipFill rotWithShape="1">
            <a:blip r:embed="rId5">
              <a:alphaModFix/>
            </a:blip>
            <a:stretch>
              <a:fillRect/>
            </a:stretch>
          </a:blip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8" descr="Puzzle Pieces"/>
          <p:cNvSpPr/>
          <p:nvPr/>
        </p:nvSpPr>
        <p:spPr>
          <a:xfrm>
            <a:off x="7663508" y="1592572"/>
            <a:ext cx="2793098" cy="2135471"/>
          </a:xfrm>
          <a:prstGeom prst="rect">
            <a:avLst/>
          </a:prstGeom>
          <a:blipFill rotWithShape="1">
            <a:blip r:embed="rId6">
              <a:alphaModFix/>
            </a:blip>
            <a:stretch>
              <a:fillRect/>
            </a:stretch>
          </a:blip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8"/>
          <p:cNvSpPr/>
          <p:nvPr/>
        </p:nvSpPr>
        <p:spPr>
          <a:xfrm>
            <a:off x="332740" y="4084955"/>
            <a:ext cx="11529060" cy="1850390"/>
          </a:xfrm>
          <a:prstGeom prst="rect">
            <a:avLst/>
          </a:prstGeom>
          <a:gradFill>
            <a:gsLst>
              <a:gs pos="0">
                <a:srgbClr val="F4B6A2"/>
              </a:gs>
              <a:gs pos="50000">
                <a:srgbClr val="F1AA93"/>
              </a:gs>
              <a:gs pos="100000">
                <a:srgbClr val="F49C7F"/>
              </a:gs>
            </a:gsLst>
            <a:lin ang="5400000" scaled="0"/>
          </a:gradFill>
          <a:ln w="12700" cap="flat" cmpd="sng">
            <a:solidFill>
              <a:schemeClr val="accent2"/>
            </a:solidFill>
            <a:prstDash val="solid"/>
            <a:miter lim="800000"/>
            <a:headEnd type="none" w="sm" len="sm"/>
            <a:tailEnd type="none" w="sm" len="sm"/>
          </a:ln>
        </p:spPr>
        <p:txBody>
          <a:bodyPr spcFirstLastPara="1" wrap="square" lIns="0" tIns="0" rIns="0" bIns="0" anchor="t" anchorCtr="0">
            <a:noAutofit/>
          </a:bodyPr>
          <a:lstStyle/>
          <a:p>
            <a:pPr marL="0" marR="0" lvl="0" indent="0" algn="ctr" rtl="0">
              <a:spcBef>
                <a:spcPts val="0"/>
              </a:spcBef>
              <a:spcAft>
                <a:spcPts val="0"/>
              </a:spcAft>
              <a:buNone/>
            </a:pPr>
            <a:endParaRPr sz="3200" b="1">
              <a:solidFill>
                <a:schemeClr val="dk1"/>
              </a:solidFill>
              <a:latin typeface="Arial"/>
              <a:ea typeface="Arial"/>
              <a:cs typeface="Arial"/>
              <a:sym typeface="Arial"/>
            </a:endParaRPr>
          </a:p>
          <a:p>
            <a:pPr marL="0" marR="0" lvl="0" indent="0" algn="ctr" rtl="0">
              <a:spcBef>
                <a:spcPts val="0"/>
              </a:spcBef>
              <a:spcAft>
                <a:spcPts val="0"/>
              </a:spcAft>
              <a:buNone/>
            </a:pPr>
            <a:r>
              <a:rPr lang="en-US" sz="3200" b="1">
                <a:solidFill>
                  <a:schemeClr val="dk1"/>
                </a:solidFill>
                <a:latin typeface="Arial"/>
                <a:ea typeface="Arial"/>
                <a:cs typeface="Arial"/>
                <a:sym typeface="Arial"/>
              </a:rPr>
              <a:t>"Why compilers prefer postfix expressions over infix ?"</a:t>
            </a:r>
            <a:endParaRPr sz="3200" b="1">
              <a:solidFill>
                <a:schemeClr val="dk1"/>
              </a:solidFill>
              <a:latin typeface="Arial"/>
              <a:ea typeface="Arial"/>
              <a:cs typeface="Arial"/>
              <a:sym typeface="Arial"/>
            </a:endParaRPr>
          </a:p>
          <a:p>
            <a:pPr marL="0" marR="0" lvl="0" indent="0" algn="ctr" rtl="0">
              <a:spcBef>
                <a:spcPts val="0"/>
              </a:spcBef>
              <a:spcAft>
                <a:spcPts val="0"/>
              </a:spcAft>
              <a:buNone/>
            </a:pPr>
            <a:endParaRPr sz="3200">
              <a:solidFill>
                <a:schemeClr val="dk1"/>
              </a:solidFill>
              <a:latin typeface="Times New Roman"/>
              <a:ea typeface="Times New Roman"/>
              <a:cs typeface="Times New Roman"/>
              <a:sym typeface="Times New Roman"/>
            </a:endParaRPr>
          </a:p>
          <a:p>
            <a:pPr marL="0" marR="0" lvl="0" indent="0" algn="ctr" rtl="0">
              <a:spcBef>
                <a:spcPts val="0"/>
              </a:spcBef>
              <a:spcAft>
                <a:spcPts val="0"/>
              </a:spcAft>
              <a:buNone/>
            </a:pPr>
            <a:endParaRPr sz="4400" b="1">
              <a:solidFill>
                <a:schemeClr val="dk1"/>
              </a:solidFill>
              <a:latin typeface="Times New Roman"/>
              <a:ea typeface="Times New Roman"/>
              <a:cs typeface="Times New Roman"/>
              <a:sym typeface="Times New Roman"/>
            </a:endParaRPr>
          </a:p>
        </p:txBody>
      </p:sp>
      <p:sp>
        <p:nvSpPr>
          <p:cNvPr id="251" name="Google Shape;251;p8"/>
          <p:cNvSpPr txBox="1"/>
          <p:nvPr/>
        </p:nvSpPr>
        <p:spPr>
          <a:xfrm>
            <a:off x="1435735" y="982345"/>
            <a:ext cx="9323070" cy="82804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3200" b="1">
                <a:solidFill>
                  <a:schemeClr val="dk2"/>
                </a:solidFill>
                <a:latin typeface="Times New Roman"/>
                <a:ea typeface="Times New Roman"/>
                <a:cs typeface="Times New Roman"/>
                <a:sym typeface="Times New Roman"/>
              </a:rPr>
              <a:t>Learning Activity 1</a:t>
            </a:r>
            <a:r>
              <a:rPr lang="en-US" sz="3200" b="1">
                <a:solidFill>
                  <a:schemeClr val="dk1"/>
                </a:solidFill>
                <a:latin typeface="Times New Roman"/>
                <a:ea typeface="Times New Roman"/>
                <a:cs typeface="Times New Roman"/>
                <a:sym typeface="Times New Roman"/>
              </a:rPr>
              <a:t> (Think – Pair – Share)</a:t>
            </a:r>
            <a:endParaRPr sz="3200" b="1">
              <a:solidFill>
                <a:schemeClr val="dk1"/>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Google Shape;256;p9"/>
          <p:cNvSpPr txBox="1">
            <a:spLocks noGrp="1"/>
          </p:cNvSpPr>
          <p:nvPr>
            <p:ph type="title"/>
          </p:nvPr>
        </p:nvSpPr>
        <p:spPr>
          <a:xfrm>
            <a:off x="1057275" y="796290"/>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2"/>
              </a:buClr>
              <a:buSzPts val="4400"/>
              <a:buFont typeface="Times New Roman"/>
              <a:buNone/>
            </a:pPr>
            <a:r>
              <a:rPr lang="en-US" b="1">
                <a:solidFill>
                  <a:schemeClr val="dk2"/>
                </a:solidFill>
                <a:latin typeface="Times New Roman"/>
                <a:ea typeface="Times New Roman"/>
                <a:cs typeface="Times New Roman"/>
                <a:sym typeface="Times New Roman"/>
              </a:rPr>
              <a:t>Reflection- Learning Activity 1</a:t>
            </a:r>
            <a:endParaRPr>
              <a:latin typeface="Times New Roman"/>
              <a:ea typeface="Times New Roman"/>
              <a:cs typeface="Times New Roman"/>
              <a:sym typeface="Times New Roman"/>
            </a:endParaRPr>
          </a:p>
        </p:txBody>
      </p:sp>
      <p:sp>
        <p:nvSpPr>
          <p:cNvPr id="257" name="Google Shape;257;p9"/>
          <p:cNvSpPr txBox="1">
            <a:spLocks noGrp="1"/>
          </p:cNvSpPr>
          <p:nvPr>
            <p:ph type="body" idx="1"/>
          </p:nvPr>
        </p:nvSpPr>
        <p:spPr>
          <a:xfrm>
            <a:off x="838200" y="2004695"/>
            <a:ext cx="10515600" cy="4351338"/>
          </a:xfrm>
          <a:prstGeom prst="rect">
            <a:avLst/>
          </a:prstGeom>
          <a:noFill/>
          <a:ln>
            <a:noFill/>
          </a:ln>
        </p:spPr>
        <p:txBody>
          <a:bodyPr spcFirstLastPara="1" wrap="square" lIns="91425" tIns="45700" rIns="91425" bIns="45700" anchor="t" anchorCtr="0">
            <a:normAutofit fontScale="90000"/>
          </a:bodyPr>
          <a:lstStyle/>
          <a:p>
            <a:pPr marL="228600" lvl="0" indent="-228600" algn="just" rtl="0">
              <a:lnSpc>
                <a:spcPct val="90000"/>
              </a:lnSpc>
              <a:spcBef>
                <a:spcPts val="0"/>
              </a:spcBef>
              <a:spcAft>
                <a:spcPts val="0"/>
              </a:spcAft>
              <a:buClr>
                <a:schemeClr val="dk1"/>
              </a:buClr>
              <a:buSzPct val="100000"/>
              <a:buChar char="•"/>
            </a:pPr>
            <a:r>
              <a:rPr lang="en-US">
                <a:latin typeface="Times New Roman"/>
                <a:ea typeface="Times New Roman"/>
                <a:cs typeface="Times New Roman"/>
                <a:sym typeface="Times New Roman"/>
              </a:rPr>
              <a:t>The compiler scans the expression either from left to right or from right to left. </a:t>
            </a:r>
            <a:endParaRPr>
              <a:latin typeface="Times New Roman"/>
              <a:ea typeface="Times New Roman"/>
              <a:cs typeface="Times New Roman"/>
              <a:sym typeface="Times New Roman"/>
            </a:endParaRPr>
          </a:p>
          <a:p>
            <a:pPr marL="228600" lvl="0" indent="-228600" algn="just" rtl="0">
              <a:lnSpc>
                <a:spcPct val="90000"/>
              </a:lnSpc>
              <a:spcBef>
                <a:spcPts val="1000"/>
              </a:spcBef>
              <a:spcAft>
                <a:spcPts val="0"/>
              </a:spcAft>
              <a:buClr>
                <a:schemeClr val="dk1"/>
              </a:buClr>
              <a:buSzPct val="100000"/>
              <a:buChar char="•"/>
            </a:pPr>
            <a:r>
              <a:rPr lang="en-US" b="1">
                <a:latin typeface="Times New Roman"/>
                <a:ea typeface="Times New Roman"/>
                <a:cs typeface="Times New Roman"/>
                <a:sym typeface="Times New Roman"/>
              </a:rPr>
              <a:t>Consider the expression: a + b * c + d</a:t>
            </a:r>
            <a:endParaRPr>
              <a:latin typeface="Times New Roman"/>
              <a:ea typeface="Times New Roman"/>
              <a:cs typeface="Times New Roman"/>
              <a:sym typeface="Times New Roman"/>
            </a:endParaRPr>
          </a:p>
          <a:p>
            <a:pPr marL="228600" lvl="0" indent="-228600" algn="just" rtl="0">
              <a:lnSpc>
                <a:spcPct val="90000"/>
              </a:lnSpc>
              <a:spcBef>
                <a:spcPts val="1000"/>
              </a:spcBef>
              <a:spcAft>
                <a:spcPts val="0"/>
              </a:spcAft>
              <a:buClr>
                <a:schemeClr val="dk1"/>
              </a:buClr>
              <a:buSzPct val="100000"/>
              <a:buChar char="•"/>
            </a:pPr>
            <a:r>
              <a:rPr lang="en-US">
                <a:latin typeface="Times New Roman"/>
                <a:ea typeface="Times New Roman"/>
                <a:cs typeface="Times New Roman"/>
                <a:sym typeface="Times New Roman"/>
              </a:rPr>
              <a:t>The compiler first scans the expression to evaluate the expression b * c, then again scans the expression to add a to it. </a:t>
            </a:r>
            <a:endParaRPr>
              <a:latin typeface="Times New Roman"/>
              <a:ea typeface="Times New Roman"/>
              <a:cs typeface="Times New Roman"/>
              <a:sym typeface="Times New Roman"/>
            </a:endParaRPr>
          </a:p>
          <a:p>
            <a:pPr marL="228600" lvl="0" indent="-228600" algn="just" rtl="0">
              <a:lnSpc>
                <a:spcPct val="90000"/>
              </a:lnSpc>
              <a:spcBef>
                <a:spcPts val="1000"/>
              </a:spcBef>
              <a:spcAft>
                <a:spcPts val="0"/>
              </a:spcAft>
              <a:buClr>
                <a:schemeClr val="dk1"/>
              </a:buClr>
              <a:buSzPct val="100000"/>
              <a:buChar char="•"/>
            </a:pPr>
            <a:r>
              <a:rPr lang="en-US">
                <a:latin typeface="Times New Roman"/>
                <a:ea typeface="Times New Roman"/>
                <a:cs typeface="Times New Roman"/>
                <a:sym typeface="Times New Roman"/>
              </a:rPr>
              <a:t>The result is then added to d after another scan. </a:t>
            </a:r>
            <a:endParaRPr>
              <a:latin typeface="Times New Roman"/>
              <a:ea typeface="Times New Roman"/>
              <a:cs typeface="Times New Roman"/>
              <a:sym typeface="Times New Roman"/>
            </a:endParaRPr>
          </a:p>
          <a:p>
            <a:pPr marL="228600" lvl="0" indent="-228600" algn="just" rtl="0">
              <a:lnSpc>
                <a:spcPct val="90000"/>
              </a:lnSpc>
              <a:spcBef>
                <a:spcPts val="1000"/>
              </a:spcBef>
              <a:spcAft>
                <a:spcPts val="0"/>
              </a:spcAft>
              <a:buClr>
                <a:schemeClr val="dk1"/>
              </a:buClr>
              <a:buSzPct val="100000"/>
              <a:buChar char="•"/>
            </a:pPr>
            <a:r>
              <a:rPr lang="en-US" b="1">
                <a:latin typeface="Times New Roman"/>
                <a:ea typeface="Times New Roman"/>
                <a:cs typeface="Times New Roman"/>
                <a:sym typeface="Times New Roman"/>
              </a:rPr>
              <a:t>The repeated scanning makes it very inefficient.</a:t>
            </a:r>
            <a:r>
              <a:rPr lang="en-US">
                <a:latin typeface="Times New Roman"/>
                <a:ea typeface="Times New Roman"/>
                <a:cs typeface="Times New Roman"/>
                <a:sym typeface="Times New Roman"/>
              </a:rPr>
              <a:t> </a:t>
            </a:r>
            <a:r>
              <a:rPr lang="en-US" b="1">
                <a:solidFill>
                  <a:srgbClr val="FF0000"/>
                </a:solidFill>
                <a:latin typeface="Times New Roman"/>
                <a:ea typeface="Times New Roman"/>
                <a:cs typeface="Times New Roman"/>
                <a:sym typeface="Times New Roman"/>
              </a:rPr>
              <a:t>Infix expressions are easily readable and solvable by humans</a:t>
            </a:r>
            <a:r>
              <a:rPr lang="en-US">
                <a:latin typeface="Times New Roman"/>
                <a:ea typeface="Times New Roman"/>
                <a:cs typeface="Times New Roman"/>
                <a:sym typeface="Times New Roman"/>
              </a:rPr>
              <a:t> whereas </a:t>
            </a:r>
            <a:r>
              <a:rPr lang="en-US" b="1">
                <a:solidFill>
                  <a:srgbClr val="FF0000"/>
                </a:solidFill>
                <a:latin typeface="Times New Roman"/>
                <a:ea typeface="Times New Roman"/>
                <a:cs typeface="Times New Roman"/>
                <a:sym typeface="Times New Roman"/>
              </a:rPr>
              <a:t>the computer cannot differentiate the operators and parenthesis easily</a:t>
            </a:r>
            <a:r>
              <a:rPr lang="en-US">
                <a:latin typeface="Times New Roman"/>
                <a:ea typeface="Times New Roman"/>
                <a:cs typeface="Times New Roman"/>
                <a:sym typeface="Times New Roman"/>
              </a:rPr>
              <a:t> so, </a:t>
            </a:r>
            <a:r>
              <a:rPr lang="en-US" b="1">
                <a:highlight>
                  <a:srgbClr val="FFFF00"/>
                </a:highlight>
                <a:latin typeface="Times New Roman"/>
                <a:ea typeface="Times New Roman"/>
                <a:cs typeface="Times New Roman"/>
                <a:sym typeface="Times New Roman"/>
              </a:rPr>
              <a:t>it is better to convert the expression to postfix (or prefix) form before evaluation</a:t>
            </a:r>
            <a:r>
              <a:rPr lang="en-US">
                <a:highlight>
                  <a:srgbClr val="FFFF00"/>
                </a:highlight>
                <a:latin typeface="Times New Roman"/>
                <a:ea typeface="Times New Roman"/>
                <a:cs typeface="Times New Roman"/>
                <a:sym typeface="Times New Roman"/>
              </a:rPr>
              <a:t>.</a:t>
            </a:r>
            <a:endParaRPr>
              <a:highlight>
                <a:srgbClr val="FFFF00"/>
              </a:highlight>
              <a:latin typeface="Times New Roman"/>
              <a:ea typeface="Times New Roman"/>
              <a:cs typeface="Times New Roman"/>
              <a:sym typeface="Times New Roman"/>
            </a:endParaRPr>
          </a:p>
          <a:p>
            <a:pPr marL="228600" lvl="0" indent="-228600" algn="just" rtl="0">
              <a:lnSpc>
                <a:spcPct val="90000"/>
              </a:lnSpc>
              <a:spcBef>
                <a:spcPts val="1000"/>
              </a:spcBef>
              <a:spcAft>
                <a:spcPts val="0"/>
              </a:spcAft>
              <a:buClr>
                <a:schemeClr val="dk1"/>
              </a:buClr>
              <a:buSzPct val="100000"/>
              <a:buChar char="•"/>
            </a:pPr>
            <a:r>
              <a:rPr lang="en-US">
                <a:latin typeface="Times New Roman"/>
                <a:ea typeface="Times New Roman"/>
                <a:cs typeface="Times New Roman"/>
                <a:sym typeface="Times New Roman"/>
              </a:rPr>
              <a:t>The corresponding expression in postfix form is </a:t>
            </a:r>
            <a:r>
              <a:rPr lang="en-US" b="1">
                <a:latin typeface="Times New Roman"/>
                <a:ea typeface="Times New Roman"/>
                <a:cs typeface="Times New Roman"/>
                <a:sym typeface="Times New Roman"/>
              </a:rPr>
              <a:t>abc*+d+. </a:t>
            </a:r>
            <a:endParaRPr b="1">
              <a:latin typeface="Times New Roman"/>
              <a:ea typeface="Times New Roman"/>
              <a:cs typeface="Times New Roman"/>
              <a:sym typeface="Times New Roman"/>
            </a:endParaRPr>
          </a:p>
        </p:txBody>
      </p:sp>
      <p:sp>
        <p:nvSpPr>
          <p:cNvPr id="258" name="Google Shape;258;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Galgotias University</a:t>
            </a:r>
            <a:endParaRPr/>
          </a:p>
        </p:txBody>
      </p:sp>
      <p:sp>
        <p:nvSpPr>
          <p:cNvPr id="259" name="Google Shape;259;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a:t>
            </a:fld>
            <a:endParaRPr/>
          </a:p>
        </p:txBody>
      </p:sp>
      <p:pic>
        <p:nvPicPr>
          <p:cNvPr id="260" name="Google Shape;260;p9"/>
          <p:cNvPicPr preferRelativeResize="0"/>
          <p:nvPr/>
        </p:nvPicPr>
        <p:blipFill rotWithShape="1">
          <a:blip r:embed="rId3">
            <a:alphaModFix/>
          </a:blip>
          <a:srcRect/>
          <a:stretch/>
        </p:blipFill>
        <p:spPr>
          <a:xfrm>
            <a:off x="105567" y="55782"/>
            <a:ext cx="3795634" cy="740238"/>
          </a:xfrm>
          <a:prstGeom prst="rect">
            <a:avLst/>
          </a:prstGeom>
          <a:noFill/>
          <a:ln>
            <a:noFill/>
          </a:ln>
        </p:spPr>
      </p:pic>
      <p:pic>
        <p:nvPicPr>
          <p:cNvPr id="261" name="Google Shape;261;p9" descr="A blue circle with text and words&#10;&#10;Description automatically generated"/>
          <p:cNvPicPr preferRelativeResize="0"/>
          <p:nvPr/>
        </p:nvPicPr>
        <p:blipFill rotWithShape="1">
          <a:blip r:embed="rId4">
            <a:alphaModFix/>
          </a:blip>
          <a:srcRect/>
          <a:stretch/>
        </p:blipFill>
        <p:spPr>
          <a:xfrm>
            <a:off x="11065906" y="56104"/>
            <a:ext cx="874732" cy="874732"/>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65"/>
        <p:cNvGrpSpPr/>
        <p:nvPr/>
      </p:nvGrpSpPr>
      <p:grpSpPr>
        <a:xfrm>
          <a:off x="0" y="0"/>
          <a:ext cx="0" cy="0"/>
          <a:chOff x="0" y="0"/>
          <a:chExt cx="0" cy="0"/>
        </a:xfrm>
      </p:grpSpPr>
      <p:sp>
        <p:nvSpPr>
          <p:cNvPr id="266" name="Google Shape;266;p10"/>
          <p:cNvSpPr/>
          <p:nvPr/>
        </p:nvSpPr>
        <p:spPr>
          <a:xfrm>
            <a:off x="0" y="342901"/>
            <a:ext cx="12191695"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nvGrpSpPr>
          <p:cNvPr id="267" name="Google Shape;267;p10"/>
          <p:cNvGrpSpPr/>
          <p:nvPr/>
        </p:nvGrpSpPr>
        <p:grpSpPr>
          <a:xfrm>
            <a:off x="0" y="0"/>
            <a:ext cx="6423049" cy="6858001"/>
            <a:chOff x="0" y="0"/>
            <a:chExt cx="6423049" cy="6858001"/>
          </a:xfrm>
        </p:grpSpPr>
        <p:sp>
          <p:nvSpPr>
            <p:cNvPr id="268" name="Google Shape;268;p10"/>
            <p:cNvSpPr/>
            <p:nvPr/>
          </p:nvSpPr>
          <p:spPr>
            <a:xfrm>
              <a:off x="0" y="0"/>
              <a:ext cx="6018714" cy="6858000"/>
            </a:xfrm>
            <a:custGeom>
              <a:avLst/>
              <a:gdLst/>
              <a:ahLst/>
              <a:cxnLst/>
              <a:rect l="l" t="t" r="r" b="b"/>
              <a:pathLst>
                <a:path w="6018714" h="6858000" extrusionOk="0">
                  <a:moveTo>
                    <a:pt x="0" y="6499477"/>
                  </a:moveTo>
                  <a:lnTo>
                    <a:pt x="248639" y="6701197"/>
                  </a:lnTo>
                  <a:cubicBezTo>
                    <a:pt x="296496" y="6739700"/>
                    <a:pt x="344500" y="6777613"/>
                    <a:pt x="392359" y="6814935"/>
                  </a:cubicBezTo>
                  <a:lnTo>
                    <a:pt x="448656" y="6858000"/>
                  </a:lnTo>
                  <a:lnTo>
                    <a:pt x="0" y="6858000"/>
                  </a:lnTo>
                  <a:close/>
                  <a:moveTo>
                    <a:pt x="998246" y="0"/>
                  </a:moveTo>
                  <a:lnTo>
                    <a:pt x="1984114" y="0"/>
                  </a:lnTo>
                  <a:lnTo>
                    <a:pt x="2011390" y="2333"/>
                  </a:lnTo>
                  <a:cubicBezTo>
                    <a:pt x="2791770" y="95667"/>
                    <a:pt x="3537428" y="382707"/>
                    <a:pt x="4182319" y="838030"/>
                  </a:cubicBezTo>
                  <a:cubicBezTo>
                    <a:pt x="4396386" y="988089"/>
                    <a:pt x="4598134" y="1155477"/>
                    <a:pt x="4785565" y="1338564"/>
                  </a:cubicBezTo>
                  <a:cubicBezTo>
                    <a:pt x="5159266" y="1705003"/>
                    <a:pt x="5477110" y="2135318"/>
                    <a:pt x="5695308" y="2616232"/>
                  </a:cubicBezTo>
                  <a:cubicBezTo>
                    <a:pt x="5803975" y="2856910"/>
                    <a:pt x="5885376" y="3109302"/>
                    <a:pt x="5937944" y="3368583"/>
                  </a:cubicBezTo>
                  <a:cubicBezTo>
                    <a:pt x="5990936" y="3626845"/>
                    <a:pt x="6017985" y="3889887"/>
                    <a:pt x="6018677" y="4153681"/>
                  </a:cubicBezTo>
                  <a:cubicBezTo>
                    <a:pt x="6019393" y="4288706"/>
                    <a:pt x="6009862" y="4423598"/>
                    <a:pt x="5990165" y="4557147"/>
                  </a:cubicBezTo>
                  <a:lnTo>
                    <a:pt x="5982312" y="4607451"/>
                  </a:lnTo>
                  <a:lnTo>
                    <a:pt x="5972856" y="4657609"/>
                  </a:lnTo>
                  <a:cubicBezTo>
                    <a:pt x="5966601" y="4691096"/>
                    <a:pt x="5959037" y="4724287"/>
                    <a:pt x="5951328" y="4757628"/>
                  </a:cubicBezTo>
                  <a:cubicBezTo>
                    <a:pt x="5934889" y="4823863"/>
                    <a:pt x="5915834" y="4890100"/>
                    <a:pt x="5893141" y="4953827"/>
                  </a:cubicBezTo>
                  <a:cubicBezTo>
                    <a:pt x="5870448" y="5017556"/>
                    <a:pt x="5845282" y="5080252"/>
                    <a:pt x="5817644" y="5141915"/>
                  </a:cubicBezTo>
                  <a:cubicBezTo>
                    <a:pt x="5790005" y="5203578"/>
                    <a:pt x="5760040" y="5263619"/>
                    <a:pt x="5728909" y="5322626"/>
                  </a:cubicBezTo>
                  <a:cubicBezTo>
                    <a:pt x="5666505" y="5440642"/>
                    <a:pt x="5599591" y="5553937"/>
                    <a:pt x="5532095" y="5663839"/>
                  </a:cubicBezTo>
                  <a:lnTo>
                    <a:pt x="5330043" y="5988236"/>
                  </a:lnTo>
                  <a:cubicBezTo>
                    <a:pt x="5297022" y="6041195"/>
                    <a:pt x="5264148" y="6093565"/>
                    <a:pt x="5232580" y="6146081"/>
                  </a:cubicBezTo>
                  <a:lnTo>
                    <a:pt x="5183269" y="6227660"/>
                  </a:lnTo>
                  <a:cubicBezTo>
                    <a:pt x="5166103" y="6255541"/>
                    <a:pt x="5149375" y="6283717"/>
                    <a:pt x="5131628" y="6311451"/>
                  </a:cubicBezTo>
                  <a:cubicBezTo>
                    <a:pt x="5062676" y="6423417"/>
                    <a:pt x="4988635" y="6533174"/>
                    <a:pt x="4910811" y="6641009"/>
                  </a:cubicBezTo>
                  <a:cubicBezTo>
                    <a:pt x="4871725" y="6695377"/>
                    <a:pt x="4831064" y="6748547"/>
                    <a:pt x="4788885" y="6800448"/>
                  </a:cubicBezTo>
                  <a:lnTo>
                    <a:pt x="4739213" y="6858000"/>
                  </a:lnTo>
                  <a:lnTo>
                    <a:pt x="3950454" y="6858000"/>
                  </a:lnTo>
                  <a:lnTo>
                    <a:pt x="4012997" y="6806378"/>
                  </a:lnTo>
                  <a:cubicBezTo>
                    <a:pt x="4100089" y="6729374"/>
                    <a:pt x="4185375" y="6649419"/>
                    <a:pt x="4268871" y="6566512"/>
                  </a:cubicBezTo>
                  <a:cubicBezTo>
                    <a:pt x="4439315" y="6398398"/>
                    <a:pt x="4599980" y="6220387"/>
                    <a:pt x="4750072" y="6033375"/>
                  </a:cubicBezTo>
                  <a:cubicBezTo>
                    <a:pt x="4769418" y="6009920"/>
                    <a:pt x="4787311" y="5985138"/>
                    <a:pt x="4806075" y="5961092"/>
                  </a:cubicBezTo>
                  <a:lnTo>
                    <a:pt x="4863244" y="5885856"/>
                  </a:lnTo>
                  <a:cubicBezTo>
                    <a:pt x="4902520" y="5833635"/>
                    <a:pt x="4942184" y="5782445"/>
                    <a:pt x="4982235" y="5732288"/>
                  </a:cubicBezTo>
                  <a:cubicBezTo>
                    <a:pt x="5061513" y="5631533"/>
                    <a:pt x="5143556" y="5534760"/>
                    <a:pt x="5221526" y="5438135"/>
                  </a:cubicBezTo>
                  <a:cubicBezTo>
                    <a:pt x="5299495" y="5341509"/>
                    <a:pt x="5374846" y="5245326"/>
                    <a:pt x="5442633" y="5146193"/>
                  </a:cubicBezTo>
                  <a:cubicBezTo>
                    <a:pt x="5476091" y="5096480"/>
                    <a:pt x="5508530" y="5046176"/>
                    <a:pt x="5538350" y="4995133"/>
                  </a:cubicBezTo>
                  <a:cubicBezTo>
                    <a:pt x="5568171" y="4944091"/>
                    <a:pt x="5596245" y="4892164"/>
                    <a:pt x="5621702" y="4839205"/>
                  </a:cubicBezTo>
                  <a:cubicBezTo>
                    <a:pt x="5673203" y="4733405"/>
                    <a:pt x="5713291" y="4622262"/>
                    <a:pt x="5741275" y="4507728"/>
                  </a:cubicBezTo>
                  <a:cubicBezTo>
                    <a:pt x="5767878" y="4391630"/>
                    <a:pt x="5781445" y="4272861"/>
                    <a:pt x="5781714" y="4153681"/>
                  </a:cubicBezTo>
                  <a:cubicBezTo>
                    <a:pt x="5781640" y="3908842"/>
                    <a:pt x="5749352" y="3665096"/>
                    <a:pt x="5685706" y="3428918"/>
                  </a:cubicBezTo>
                  <a:cubicBezTo>
                    <a:pt x="5621295" y="3194067"/>
                    <a:pt x="5532959" y="2966636"/>
                    <a:pt x="5422122" y="2750328"/>
                  </a:cubicBezTo>
                  <a:cubicBezTo>
                    <a:pt x="5312356" y="2533473"/>
                    <a:pt x="5182293" y="2327817"/>
                    <a:pt x="5033730" y="2136204"/>
                  </a:cubicBezTo>
                  <a:cubicBezTo>
                    <a:pt x="4885345" y="1944281"/>
                    <a:pt x="4721094" y="1765530"/>
                    <a:pt x="4542784" y="1601886"/>
                  </a:cubicBezTo>
                  <a:cubicBezTo>
                    <a:pt x="4001273" y="1114380"/>
                    <a:pt x="3361806" y="751985"/>
                    <a:pt x="2668605" y="539746"/>
                  </a:cubicBezTo>
                  <a:cubicBezTo>
                    <a:pt x="2438667" y="470493"/>
                    <a:pt x="2203536" y="420366"/>
                    <a:pt x="1965570" y="389865"/>
                  </a:cubicBezTo>
                  <a:cubicBezTo>
                    <a:pt x="1727936" y="359890"/>
                    <a:pt x="1488166" y="351053"/>
                    <a:pt x="1249006" y="363461"/>
                  </a:cubicBezTo>
                  <a:cubicBezTo>
                    <a:pt x="1010718" y="374400"/>
                    <a:pt x="774017" y="408587"/>
                    <a:pt x="542188" y="465544"/>
                  </a:cubicBezTo>
                  <a:cubicBezTo>
                    <a:pt x="369418" y="508120"/>
                    <a:pt x="200552" y="565242"/>
                    <a:pt x="37349" y="636266"/>
                  </a:cubicBezTo>
                  <a:lnTo>
                    <a:pt x="0" y="653785"/>
                  </a:lnTo>
                  <a:lnTo>
                    <a:pt x="0" y="255198"/>
                  </a:lnTo>
                  <a:lnTo>
                    <a:pt x="167136" y="188295"/>
                  </a:lnTo>
                  <a:cubicBezTo>
                    <a:pt x="260597" y="155379"/>
                    <a:pt x="355437" y="126405"/>
                    <a:pt x="451417" y="101466"/>
                  </a:cubicBezTo>
                  <a:cubicBezTo>
                    <a:pt x="578649" y="68513"/>
                    <a:pt x="707299" y="41799"/>
                    <a:pt x="836914" y="21393"/>
                  </a:cubicBezTo>
                  <a:close/>
                </a:path>
              </a:pathLst>
            </a:custGeom>
            <a:solidFill>
              <a:schemeClr val="lt1">
                <a:alpha val="2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800">
                <a:solidFill>
                  <a:schemeClr val="lt1"/>
                </a:solidFill>
                <a:latin typeface="Arial"/>
                <a:ea typeface="Arial"/>
                <a:cs typeface="Arial"/>
                <a:sym typeface="Arial"/>
              </a:endParaRPr>
            </a:p>
          </p:txBody>
        </p:sp>
        <p:sp>
          <p:nvSpPr>
            <p:cNvPr id="269" name="Google Shape;269;p10"/>
            <p:cNvSpPr/>
            <p:nvPr/>
          </p:nvSpPr>
          <p:spPr>
            <a:xfrm>
              <a:off x="0" y="38834"/>
              <a:ext cx="6015920" cy="6819166"/>
            </a:xfrm>
            <a:custGeom>
              <a:avLst/>
              <a:gdLst/>
              <a:ahLst/>
              <a:cxnLst/>
              <a:rect l="l" t="t" r="r" b="b"/>
              <a:pathLst>
                <a:path w="6015920" h="6819166" extrusionOk="0">
                  <a:moveTo>
                    <a:pt x="0" y="6143989"/>
                  </a:moveTo>
                  <a:lnTo>
                    <a:pt x="134018" y="6248665"/>
                  </a:lnTo>
                  <a:cubicBezTo>
                    <a:pt x="404095" y="6461250"/>
                    <a:pt x="645672" y="6645215"/>
                    <a:pt x="880799" y="6790482"/>
                  </a:cubicBezTo>
                  <a:lnTo>
                    <a:pt x="929680" y="6819166"/>
                  </a:lnTo>
                  <a:lnTo>
                    <a:pt x="0" y="6819166"/>
                  </a:lnTo>
                  <a:close/>
                  <a:moveTo>
                    <a:pt x="1408589" y="0"/>
                  </a:moveTo>
                  <a:lnTo>
                    <a:pt x="1409171" y="294"/>
                  </a:lnTo>
                  <a:cubicBezTo>
                    <a:pt x="3696325" y="294"/>
                    <a:pt x="6015920" y="1849221"/>
                    <a:pt x="6015920" y="4129828"/>
                  </a:cubicBezTo>
                  <a:cubicBezTo>
                    <a:pt x="6015920" y="4985129"/>
                    <a:pt x="5545048" y="5437324"/>
                    <a:pt x="5101088" y="6096419"/>
                  </a:cubicBezTo>
                  <a:cubicBezTo>
                    <a:pt x="4927721" y="6353993"/>
                    <a:pt x="4744312" y="6588925"/>
                    <a:pt x="4546786" y="6797679"/>
                  </a:cubicBezTo>
                  <a:lnTo>
                    <a:pt x="4525032" y="6819166"/>
                  </a:lnTo>
                  <a:lnTo>
                    <a:pt x="3362009" y="6819166"/>
                  </a:lnTo>
                  <a:lnTo>
                    <a:pt x="3559506" y="6694254"/>
                  </a:lnTo>
                  <a:cubicBezTo>
                    <a:pt x="3895644" y="6458563"/>
                    <a:pt x="4202210" y="6126161"/>
                    <a:pt x="4499295" y="5685109"/>
                  </a:cubicBezTo>
                  <a:cubicBezTo>
                    <a:pt x="4589775" y="5550592"/>
                    <a:pt x="4678218" y="5428532"/>
                    <a:pt x="4763752" y="5310428"/>
                  </a:cubicBezTo>
                  <a:cubicBezTo>
                    <a:pt x="5118251" y="4820868"/>
                    <a:pt x="5288592" y="4566198"/>
                    <a:pt x="5288592" y="4129828"/>
                  </a:cubicBezTo>
                  <a:cubicBezTo>
                    <a:pt x="5288592" y="3696828"/>
                    <a:pt x="5181966" y="3269106"/>
                    <a:pt x="4971477" y="2858526"/>
                  </a:cubicBezTo>
                  <a:cubicBezTo>
                    <a:pt x="4765643" y="2456885"/>
                    <a:pt x="4471366" y="2089240"/>
                    <a:pt x="4096938" y="1766138"/>
                  </a:cubicBezTo>
                  <a:cubicBezTo>
                    <a:pt x="3720910" y="1443697"/>
                    <a:pt x="3293474" y="1187604"/>
                    <a:pt x="2832696" y="1008719"/>
                  </a:cubicBezTo>
                  <a:cubicBezTo>
                    <a:pt x="2360806" y="825703"/>
                    <a:pt x="1881933" y="732948"/>
                    <a:pt x="1409171" y="732948"/>
                  </a:cubicBezTo>
                  <a:cubicBezTo>
                    <a:pt x="963609" y="732948"/>
                    <a:pt x="553251" y="819255"/>
                    <a:pt x="189877" y="989377"/>
                  </a:cubicBezTo>
                  <a:lnTo>
                    <a:pt x="0" y="1091881"/>
                  </a:lnTo>
                  <a:lnTo>
                    <a:pt x="0" y="273645"/>
                  </a:lnTo>
                  <a:lnTo>
                    <a:pt x="53152" y="250589"/>
                  </a:lnTo>
                  <a:cubicBezTo>
                    <a:pt x="457881" y="88474"/>
                    <a:pt x="911201" y="0"/>
                    <a:pt x="1408589" y="0"/>
                  </a:cubicBezTo>
                  <a:close/>
                </a:path>
              </a:pathLst>
            </a:custGeom>
            <a:solidFill>
              <a:schemeClr val="lt1">
                <a:alpha val="2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800">
                <a:solidFill>
                  <a:schemeClr val="lt1"/>
                </a:solidFill>
                <a:latin typeface="Arial"/>
                <a:ea typeface="Arial"/>
                <a:cs typeface="Arial"/>
                <a:sym typeface="Arial"/>
              </a:endParaRPr>
            </a:p>
          </p:txBody>
        </p:sp>
        <p:sp>
          <p:nvSpPr>
            <p:cNvPr id="270" name="Google Shape;270;p10"/>
            <p:cNvSpPr/>
            <p:nvPr/>
          </p:nvSpPr>
          <p:spPr>
            <a:xfrm>
              <a:off x="0" y="89880"/>
              <a:ext cx="5997097" cy="6768121"/>
            </a:xfrm>
            <a:custGeom>
              <a:avLst/>
              <a:gdLst/>
              <a:ahLst/>
              <a:cxnLst/>
              <a:rect l="l" t="t" r="r" b="b"/>
              <a:pathLst>
                <a:path w="5997097" h="6768121" extrusionOk="0">
                  <a:moveTo>
                    <a:pt x="0" y="5929955"/>
                  </a:moveTo>
                  <a:lnTo>
                    <a:pt x="204947" y="6088753"/>
                  </a:lnTo>
                  <a:cubicBezTo>
                    <a:pt x="536028" y="6347537"/>
                    <a:pt x="834815" y="6574463"/>
                    <a:pt x="1135927" y="6730112"/>
                  </a:cubicBezTo>
                  <a:lnTo>
                    <a:pt x="1219620" y="6768121"/>
                  </a:lnTo>
                  <a:lnTo>
                    <a:pt x="0" y="6768121"/>
                  </a:lnTo>
                  <a:close/>
                  <a:moveTo>
                    <a:pt x="1389767" y="0"/>
                  </a:moveTo>
                  <a:lnTo>
                    <a:pt x="1390348" y="292"/>
                  </a:lnTo>
                  <a:cubicBezTo>
                    <a:pt x="3677502" y="292"/>
                    <a:pt x="5997097" y="1835776"/>
                    <a:pt x="5997097" y="4099802"/>
                  </a:cubicBezTo>
                  <a:cubicBezTo>
                    <a:pt x="5997097" y="4948885"/>
                    <a:pt x="5526225" y="5397792"/>
                    <a:pt x="5082265" y="6052096"/>
                  </a:cubicBezTo>
                  <a:cubicBezTo>
                    <a:pt x="4908898" y="6307797"/>
                    <a:pt x="4725489" y="6541021"/>
                    <a:pt x="4527964" y="6748257"/>
                  </a:cubicBezTo>
                  <a:lnTo>
                    <a:pt x="4507706" y="6768121"/>
                  </a:lnTo>
                  <a:lnTo>
                    <a:pt x="3011909" y="6768121"/>
                  </a:lnTo>
                  <a:lnTo>
                    <a:pt x="3041514" y="6756841"/>
                  </a:lnTo>
                  <a:cubicBezTo>
                    <a:pt x="3144608" y="6713092"/>
                    <a:pt x="3243834" y="6661888"/>
                    <a:pt x="3339587" y="6603120"/>
                  </a:cubicBezTo>
                  <a:cubicBezTo>
                    <a:pt x="3700923" y="6381722"/>
                    <a:pt x="4034475" y="6041040"/>
                    <a:pt x="4359591" y="5561878"/>
                  </a:cubicBezTo>
                  <a:cubicBezTo>
                    <a:pt x="4451526" y="5426449"/>
                    <a:pt x="4540696" y="5304113"/>
                    <a:pt x="4626956" y="5185850"/>
                  </a:cubicBezTo>
                  <a:cubicBezTo>
                    <a:pt x="4972001" y="4713668"/>
                    <a:pt x="5124303" y="4488342"/>
                    <a:pt x="5124303" y="4099802"/>
                  </a:cubicBezTo>
                  <a:cubicBezTo>
                    <a:pt x="5124303" y="3693373"/>
                    <a:pt x="5022478" y="3291306"/>
                    <a:pt x="4823481" y="2904512"/>
                  </a:cubicBezTo>
                  <a:cubicBezTo>
                    <a:pt x="4628994" y="2527756"/>
                    <a:pt x="4338498" y="2167874"/>
                    <a:pt x="3983561" y="1863706"/>
                  </a:cubicBezTo>
                  <a:cubicBezTo>
                    <a:pt x="3620116" y="1554184"/>
                    <a:pt x="3207009" y="1308274"/>
                    <a:pt x="2761651" y="1136378"/>
                  </a:cubicBezTo>
                  <a:cubicBezTo>
                    <a:pt x="2312890" y="964438"/>
                    <a:pt x="1838235" y="873085"/>
                    <a:pt x="1390348" y="873085"/>
                  </a:cubicBezTo>
                  <a:cubicBezTo>
                    <a:pt x="966023" y="873085"/>
                    <a:pt x="576467" y="954255"/>
                    <a:pt x="232295" y="1114121"/>
                  </a:cubicBezTo>
                  <a:lnTo>
                    <a:pt x="0" y="1238681"/>
                  </a:lnTo>
                  <a:lnTo>
                    <a:pt x="0" y="263550"/>
                  </a:lnTo>
                  <a:lnTo>
                    <a:pt x="34329" y="248767"/>
                  </a:lnTo>
                  <a:cubicBezTo>
                    <a:pt x="439058" y="87831"/>
                    <a:pt x="892378" y="0"/>
                    <a:pt x="1389767" y="0"/>
                  </a:cubicBezTo>
                  <a:close/>
                </a:path>
              </a:pathLst>
            </a:custGeom>
            <a:solidFill>
              <a:schemeClr val="lt1">
                <a:alpha val="2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800">
                <a:solidFill>
                  <a:schemeClr val="lt1"/>
                </a:solidFill>
                <a:latin typeface="Arial"/>
                <a:ea typeface="Arial"/>
                <a:cs typeface="Arial"/>
                <a:sym typeface="Arial"/>
              </a:endParaRPr>
            </a:p>
          </p:txBody>
        </p:sp>
        <p:sp>
          <p:nvSpPr>
            <p:cNvPr id="271" name="Google Shape;271;p10"/>
            <p:cNvSpPr/>
            <p:nvPr/>
          </p:nvSpPr>
          <p:spPr>
            <a:xfrm>
              <a:off x="0" y="726"/>
              <a:ext cx="6423049" cy="6857275"/>
            </a:xfrm>
            <a:custGeom>
              <a:avLst/>
              <a:gdLst/>
              <a:ahLst/>
              <a:cxnLst/>
              <a:rect l="l" t="t" r="r" b="b"/>
              <a:pathLst>
                <a:path w="6423049" h="6857275" extrusionOk="0">
                  <a:moveTo>
                    <a:pt x="3207935" y="0"/>
                  </a:moveTo>
                  <a:lnTo>
                    <a:pt x="6423049" y="0"/>
                  </a:lnTo>
                  <a:lnTo>
                    <a:pt x="6423049" y="6857275"/>
                  </a:lnTo>
                  <a:lnTo>
                    <a:pt x="5115455" y="6857275"/>
                  </a:lnTo>
                  <a:lnTo>
                    <a:pt x="5327016" y="6576778"/>
                  </a:lnTo>
                  <a:cubicBezTo>
                    <a:pt x="5812196" y="5874153"/>
                    <a:pt x="6096492" y="5021129"/>
                    <a:pt x="6096492" y="4101445"/>
                  </a:cubicBezTo>
                  <a:cubicBezTo>
                    <a:pt x="6096492" y="2224539"/>
                    <a:pt x="4912418" y="625268"/>
                    <a:pt x="3253269" y="15400"/>
                  </a:cubicBezTo>
                  <a:close/>
                  <a:moveTo>
                    <a:pt x="0" y="0"/>
                  </a:moveTo>
                  <a:lnTo>
                    <a:pt x="318887" y="0"/>
                  </a:lnTo>
                  <a:lnTo>
                    <a:pt x="273553" y="15400"/>
                  </a:lnTo>
                  <a:cubicBezTo>
                    <a:pt x="207186" y="39794"/>
                    <a:pt x="141580" y="65772"/>
                    <a:pt x="76780" y="93287"/>
                  </a:cubicBezTo>
                  <a:lnTo>
                    <a:pt x="0" y="128134"/>
                  </a:lnTo>
                  <a:close/>
                </a:path>
              </a:pathLst>
            </a:cu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800">
                <a:solidFill>
                  <a:schemeClr val="lt1"/>
                </a:solidFill>
                <a:latin typeface="Arial"/>
                <a:ea typeface="Arial"/>
                <a:cs typeface="Arial"/>
                <a:sym typeface="Arial"/>
              </a:endParaRPr>
            </a:p>
          </p:txBody>
        </p:sp>
        <p:sp>
          <p:nvSpPr>
            <p:cNvPr id="272" name="Google Shape;272;p10"/>
            <p:cNvSpPr/>
            <p:nvPr/>
          </p:nvSpPr>
          <p:spPr>
            <a:xfrm>
              <a:off x="0" y="726"/>
              <a:ext cx="6158587" cy="6857275"/>
            </a:xfrm>
            <a:custGeom>
              <a:avLst/>
              <a:gdLst/>
              <a:ahLst/>
              <a:cxnLst/>
              <a:rect l="l" t="t" r="r" b="b"/>
              <a:pathLst>
                <a:path w="6158587" h="6857275" extrusionOk="0">
                  <a:moveTo>
                    <a:pt x="233278" y="0"/>
                  </a:moveTo>
                  <a:lnTo>
                    <a:pt x="3441063" y="0"/>
                  </a:lnTo>
                  <a:lnTo>
                    <a:pt x="3535825" y="38136"/>
                  </a:lnTo>
                  <a:cubicBezTo>
                    <a:pt x="5077434" y="703644"/>
                    <a:pt x="6158926" y="2261149"/>
                    <a:pt x="6158587" y="4076179"/>
                  </a:cubicBezTo>
                  <a:cubicBezTo>
                    <a:pt x="6158441" y="4852011"/>
                    <a:pt x="5956378" y="5613884"/>
                    <a:pt x="5573039" y="6283960"/>
                  </a:cubicBezTo>
                  <a:cubicBezTo>
                    <a:pt x="5468266" y="6466229"/>
                    <a:pt x="5351134" y="6639962"/>
                    <a:pt x="5222761" y="6804016"/>
                  </a:cubicBezTo>
                  <a:lnTo>
                    <a:pt x="5179011" y="6857275"/>
                  </a:lnTo>
                  <a:lnTo>
                    <a:pt x="4477061" y="6857275"/>
                  </a:lnTo>
                  <a:lnTo>
                    <a:pt x="4532922" y="6798071"/>
                  </a:lnTo>
                  <a:cubicBezTo>
                    <a:pt x="4575851" y="6750793"/>
                    <a:pt x="4618547" y="6701908"/>
                    <a:pt x="4660563" y="6651672"/>
                  </a:cubicBezTo>
                  <a:cubicBezTo>
                    <a:pt x="4698786" y="6606693"/>
                    <a:pt x="4736294" y="6559232"/>
                    <a:pt x="4772511" y="6513379"/>
                  </a:cubicBezTo>
                  <a:lnTo>
                    <a:pt x="4781959" y="6501404"/>
                  </a:lnTo>
                  <a:lnTo>
                    <a:pt x="4800713" y="6476578"/>
                  </a:lnTo>
                  <a:cubicBezTo>
                    <a:pt x="4833067" y="6434082"/>
                    <a:pt x="4866565" y="6389979"/>
                    <a:pt x="4897916" y="6345878"/>
                  </a:cubicBezTo>
                  <a:cubicBezTo>
                    <a:pt x="4916097" y="6321199"/>
                    <a:pt x="4934277" y="6295788"/>
                    <a:pt x="4953461" y="6268773"/>
                  </a:cubicBezTo>
                  <a:cubicBezTo>
                    <a:pt x="4972643" y="6241756"/>
                    <a:pt x="4994547" y="6211234"/>
                    <a:pt x="5015304" y="6182904"/>
                  </a:cubicBezTo>
                  <a:cubicBezTo>
                    <a:pt x="5059253" y="6123177"/>
                    <a:pt x="5103202" y="6065201"/>
                    <a:pt x="5136557" y="6021245"/>
                  </a:cubicBezTo>
                  <a:cubicBezTo>
                    <a:pt x="5169913" y="5977289"/>
                    <a:pt x="5200977" y="5936836"/>
                    <a:pt x="5232471" y="5895802"/>
                  </a:cubicBezTo>
                  <a:cubicBezTo>
                    <a:pt x="5280429" y="5833299"/>
                    <a:pt x="5330104" y="5768607"/>
                    <a:pt x="5377488" y="5704644"/>
                  </a:cubicBezTo>
                  <a:cubicBezTo>
                    <a:pt x="5414708" y="5654117"/>
                    <a:pt x="5454220" y="5600229"/>
                    <a:pt x="5492012" y="5545320"/>
                  </a:cubicBezTo>
                  <a:cubicBezTo>
                    <a:pt x="5532669" y="5485739"/>
                    <a:pt x="5566453" y="5435067"/>
                    <a:pt x="5598378" y="5383077"/>
                  </a:cubicBezTo>
                  <a:cubicBezTo>
                    <a:pt x="5639177" y="5317217"/>
                    <a:pt x="5668668" y="5266250"/>
                    <a:pt x="5694293" y="5215869"/>
                  </a:cubicBezTo>
                  <a:cubicBezTo>
                    <a:pt x="5705458" y="5195133"/>
                    <a:pt x="5715765" y="5174104"/>
                    <a:pt x="5726646" y="5151759"/>
                  </a:cubicBezTo>
                  <a:lnTo>
                    <a:pt x="5736953" y="5130730"/>
                  </a:lnTo>
                  <a:cubicBezTo>
                    <a:pt x="5740675" y="5122261"/>
                    <a:pt x="5744540" y="5113938"/>
                    <a:pt x="5748406" y="5105613"/>
                  </a:cubicBezTo>
                  <a:cubicBezTo>
                    <a:pt x="5757997" y="5084293"/>
                    <a:pt x="5767159" y="5064140"/>
                    <a:pt x="5775318" y="5043695"/>
                  </a:cubicBezTo>
                  <a:cubicBezTo>
                    <a:pt x="5824718" y="4925802"/>
                    <a:pt x="5862228" y="4803091"/>
                    <a:pt x="5887267" y="4677444"/>
                  </a:cubicBezTo>
                  <a:cubicBezTo>
                    <a:pt x="5911983" y="4550307"/>
                    <a:pt x="5924876" y="4421080"/>
                    <a:pt x="5925776" y="4291476"/>
                  </a:cubicBezTo>
                  <a:cubicBezTo>
                    <a:pt x="5925724" y="4029813"/>
                    <a:pt x="5896133" y="3769041"/>
                    <a:pt x="5837592" y="3514285"/>
                  </a:cubicBezTo>
                  <a:cubicBezTo>
                    <a:pt x="5808496" y="3387220"/>
                    <a:pt x="5772120" y="3261997"/>
                    <a:pt x="5728651" y="3139270"/>
                  </a:cubicBezTo>
                  <a:lnTo>
                    <a:pt x="5728651" y="3138540"/>
                  </a:lnTo>
                  <a:cubicBezTo>
                    <a:pt x="5722351" y="3119409"/>
                    <a:pt x="5715193" y="3100717"/>
                    <a:pt x="5707749" y="3080127"/>
                  </a:cubicBezTo>
                  <a:cubicBezTo>
                    <a:pt x="5703455" y="3068883"/>
                    <a:pt x="5699302" y="3057637"/>
                    <a:pt x="5695151" y="3046393"/>
                  </a:cubicBezTo>
                  <a:cubicBezTo>
                    <a:pt x="5685131" y="3018793"/>
                    <a:pt x="5674107" y="2991778"/>
                    <a:pt x="5662512" y="2963300"/>
                  </a:cubicBezTo>
                  <a:lnTo>
                    <a:pt x="5659648" y="2956436"/>
                  </a:lnTo>
                  <a:lnTo>
                    <a:pt x="5641039" y="2911751"/>
                  </a:lnTo>
                  <a:lnTo>
                    <a:pt x="5621283" y="2867941"/>
                  </a:lnTo>
                  <a:cubicBezTo>
                    <a:pt x="5609687" y="2841362"/>
                    <a:pt x="5595944" y="2810548"/>
                    <a:pt x="5581056" y="2780320"/>
                  </a:cubicBezTo>
                  <a:cubicBezTo>
                    <a:pt x="5530665" y="2672839"/>
                    <a:pt x="5470683" y="2561270"/>
                    <a:pt x="5397674" y="2438163"/>
                  </a:cubicBezTo>
                  <a:cubicBezTo>
                    <a:pt x="5332395" y="2330974"/>
                    <a:pt x="5259814" y="2222909"/>
                    <a:pt x="5182080" y="2116889"/>
                  </a:cubicBezTo>
                  <a:cubicBezTo>
                    <a:pt x="5029667" y="1910602"/>
                    <a:pt x="4860375" y="1717880"/>
                    <a:pt x="4676024" y="1540786"/>
                  </a:cubicBezTo>
                  <a:cubicBezTo>
                    <a:pt x="4590130" y="1458131"/>
                    <a:pt x="4497795" y="1374893"/>
                    <a:pt x="4391860" y="1286395"/>
                  </a:cubicBezTo>
                  <a:cubicBezTo>
                    <a:pt x="4370530" y="1268433"/>
                    <a:pt x="4345334" y="1247404"/>
                    <a:pt x="4318851" y="1226959"/>
                  </a:cubicBezTo>
                  <a:lnTo>
                    <a:pt x="4306254" y="1216883"/>
                  </a:lnTo>
                  <a:cubicBezTo>
                    <a:pt x="4285925" y="1200673"/>
                    <a:pt x="4264880" y="1183880"/>
                    <a:pt x="4244123" y="1168254"/>
                  </a:cubicBezTo>
                  <a:cubicBezTo>
                    <a:pt x="4189438" y="1125467"/>
                    <a:pt x="4134322" y="1085307"/>
                    <a:pt x="4092378" y="1055078"/>
                  </a:cubicBezTo>
                  <a:cubicBezTo>
                    <a:pt x="3887264" y="908357"/>
                    <a:pt x="3672344" y="776461"/>
                    <a:pt x="3449179" y="660348"/>
                  </a:cubicBezTo>
                  <a:cubicBezTo>
                    <a:pt x="3338519" y="602958"/>
                    <a:pt x="3224710" y="549071"/>
                    <a:pt x="3110758" y="500442"/>
                  </a:cubicBezTo>
                  <a:cubicBezTo>
                    <a:pt x="2996806" y="451812"/>
                    <a:pt x="2879991" y="407565"/>
                    <a:pt x="2762316" y="368135"/>
                  </a:cubicBezTo>
                  <a:cubicBezTo>
                    <a:pt x="2649508" y="330312"/>
                    <a:pt x="2529403" y="295119"/>
                    <a:pt x="2404426" y="264452"/>
                  </a:cubicBezTo>
                  <a:cubicBezTo>
                    <a:pt x="2288900" y="236121"/>
                    <a:pt x="2166502" y="211733"/>
                    <a:pt x="2040668" y="191435"/>
                  </a:cubicBezTo>
                  <a:cubicBezTo>
                    <a:pt x="1848910" y="162425"/>
                    <a:pt x="1655321" y="147782"/>
                    <a:pt x="1461459" y="147625"/>
                  </a:cubicBezTo>
                  <a:cubicBezTo>
                    <a:pt x="1408061" y="147625"/>
                    <a:pt x="1354092" y="148794"/>
                    <a:pt x="1300837" y="150983"/>
                  </a:cubicBezTo>
                  <a:cubicBezTo>
                    <a:pt x="1177739" y="155618"/>
                    <a:pt x="1054939" y="166584"/>
                    <a:pt x="932928" y="183842"/>
                  </a:cubicBezTo>
                  <a:cubicBezTo>
                    <a:pt x="810083" y="201379"/>
                    <a:pt x="688259" y="225753"/>
                    <a:pt x="568022" y="256858"/>
                  </a:cubicBezTo>
                  <a:cubicBezTo>
                    <a:pt x="386369" y="303536"/>
                    <a:pt x="209474" y="367270"/>
                    <a:pt x="39597" y="447169"/>
                  </a:cubicBezTo>
                  <a:lnTo>
                    <a:pt x="0" y="467328"/>
                  </a:lnTo>
                  <a:lnTo>
                    <a:pt x="0" y="112255"/>
                  </a:lnTo>
                  <a:lnTo>
                    <a:pt x="79310" y="70390"/>
                  </a:lnTo>
                  <a:close/>
                </a:path>
              </a:pathLst>
            </a:cu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800">
                <a:solidFill>
                  <a:schemeClr val="lt1"/>
                </a:solidFill>
                <a:latin typeface="Arial"/>
                <a:ea typeface="Arial"/>
                <a:cs typeface="Arial"/>
                <a:sym typeface="Arial"/>
              </a:endParaRPr>
            </a:p>
          </p:txBody>
        </p:sp>
      </p:grpSp>
      <p:sp>
        <p:nvSpPr>
          <p:cNvPr id="273" name="Google Shape;273;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GSCALE full form and date</a:t>
            </a:r>
            <a:endParaRPr/>
          </a:p>
        </p:txBody>
      </p:sp>
      <p:sp>
        <p:nvSpPr>
          <p:cNvPr id="274" name="Google Shape;274;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10</a:t>
            </a:fld>
            <a:endParaRPr/>
          </a:p>
        </p:txBody>
      </p:sp>
      <p:pic>
        <p:nvPicPr>
          <p:cNvPr id="275" name="Google Shape;275;p10" descr="A blue circle with text and words&#10;&#10;Description automatically generated"/>
          <p:cNvPicPr preferRelativeResize="0"/>
          <p:nvPr/>
        </p:nvPicPr>
        <p:blipFill rotWithShape="1">
          <a:blip r:embed="rId3">
            <a:alphaModFix/>
          </a:blip>
          <a:srcRect/>
          <a:stretch/>
        </p:blipFill>
        <p:spPr>
          <a:xfrm>
            <a:off x="10758566" y="191744"/>
            <a:ext cx="874732" cy="874732"/>
          </a:xfrm>
          <a:prstGeom prst="rect">
            <a:avLst/>
          </a:prstGeom>
          <a:noFill/>
          <a:ln>
            <a:noFill/>
          </a:ln>
        </p:spPr>
      </p:pic>
      <p:sp>
        <p:nvSpPr>
          <p:cNvPr id="276" name="Google Shape;276;p10"/>
          <p:cNvSpPr txBox="1">
            <a:spLocks noGrp="1"/>
          </p:cNvSpPr>
          <p:nvPr>
            <p:ph type="title"/>
          </p:nvPr>
        </p:nvSpPr>
        <p:spPr>
          <a:xfrm>
            <a:off x="1475105" y="845185"/>
            <a:ext cx="9074785" cy="105791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dk1"/>
              </a:buClr>
              <a:buSzPct val="100000"/>
              <a:buFont typeface="Times New Roman"/>
              <a:buNone/>
            </a:pPr>
            <a:r>
              <a:rPr lang="en-US" sz="4000" b="1">
                <a:latin typeface="Times New Roman"/>
                <a:ea typeface="Times New Roman"/>
                <a:cs typeface="Times New Roman"/>
                <a:sym typeface="Times New Roman"/>
              </a:rPr>
              <a:t>Algorithm : Conversion of an Infix expression to Postfix expression</a:t>
            </a:r>
            <a:endParaRPr sz="4000" b="1">
              <a:latin typeface="Times New Roman"/>
              <a:ea typeface="Times New Roman"/>
              <a:cs typeface="Times New Roman"/>
              <a:sym typeface="Times New Roman"/>
            </a:endParaRPr>
          </a:p>
        </p:txBody>
      </p:sp>
      <p:sp>
        <p:nvSpPr>
          <p:cNvPr id="277" name="Google Shape;277;p10"/>
          <p:cNvSpPr txBox="1"/>
          <p:nvPr/>
        </p:nvSpPr>
        <p:spPr>
          <a:xfrm>
            <a:off x="698500" y="1942625"/>
            <a:ext cx="10795098" cy="526224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a:solidFill>
                  <a:schemeClr val="dk2"/>
                </a:solidFill>
                <a:latin typeface="Times New Roman"/>
                <a:ea typeface="Times New Roman"/>
                <a:cs typeface="Times New Roman"/>
                <a:sym typeface="Times New Roman"/>
              </a:rPr>
              <a:t>Below are the steps to implement the above idea:</a:t>
            </a:r>
            <a:endParaRPr sz="2800">
              <a:solidFill>
                <a:schemeClr val="dk2"/>
              </a:solidFill>
              <a:latin typeface="Times New Roman"/>
              <a:ea typeface="Times New Roman"/>
              <a:cs typeface="Times New Roman"/>
              <a:sym typeface="Times New Roman"/>
            </a:endParaRPr>
          </a:p>
          <a:p>
            <a:pPr marL="0" marR="0" lvl="0" indent="0" algn="l" rtl="0">
              <a:spcBef>
                <a:spcPts val="0"/>
              </a:spcBef>
              <a:spcAft>
                <a:spcPts val="0"/>
              </a:spcAft>
              <a:buNone/>
            </a:pPr>
            <a:r>
              <a:rPr lang="en-US" sz="2800">
                <a:solidFill>
                  <a:schemeClr val="dk2"/>
                </a:solidFill>
                <a:latin typeface="Times New Roman"/>
                <a:ea typeface="Times New Roman"/>
                <a:cs typeface="Times New Roman"/>
                <a:sym typeface="Times New Roman"/>
              </a:rPr>
              <a:t>1. Scan the infix expression from left to right. </a:t>
            </a:r>
            <a:endParaRPr sz="2800">
              <a:solidFill>
                <a:schemeClr val="dk2"/>
              </a:solidFill>
              <a:latin typeface="Times New Roman"/>
              <a:ea typeface="Times New Roman"/>
              <a:cs typeface="Times New Roman"/>
              <a:sym typeface="Times New Roman"/>
            </a:endParaRPr>
          </a:p>
          <a:p>
            <a:pPr marL="0" marR="0" lvl="0" indent="0" algn="l" rtl="0">
              <a:spcBef>
                <a:spcPts val="0"/>
              </a:spcBef>
              <a:spcAft>
                <a:spcPts val="0"/>
              </a:spcAft>
              <a:buNone/>
            </a:pPr>
            <a:r>
              <a:rPr lang="en-US" sz="2800">
                <a:solidFill>
                  <a:schemeClr val="dk2"/>
                </a:solidFill>
                <a:latin typeface="Times New Roman"/>
                <a:ea typeface="Times New Roman"/>
                <a:cs typeface="Times New Roman"/>
                <a:sym typeface="Times New Roman"/>
              </a:rPr>
              <a:t>2. If the scanned character is an operand, put it in the postfix expression. </a:t>
            </a:r>
            <a:endParaRPr sz="2800">
              <a:solidFill>
                <a:schemeClr val="dk2"/>
              </a:solidFill>
              <a:latin typeface="Times New Roman"/>
              <a:ea typeface="Times New Roman"/>
              <a:cs typeface="Times New Roman"/>
              <a:sym typeface="Times New Roman"/>
            </a:endParaRPr>
          </a:p>
          <a:p>
            <a:pPr marL="0" marR="0" lvl="0" indent="0" algn="l" rtl="0">
              <a:spcBef>
                <a:spcPts val="0"/>
              </a:spcBef>
              <a:spcAft>
                <a:spcPts val="0"/>
              </a:spcAft>
              <a:buNone/>
            </a:pPr>
            <a:r>
              <a:rPr lang="en-US" sz="2800">
                <a:solidFill>
                  <a:schemeClr val="dk2"/>
                </a:solidFill>
                <a:latin typeface="Times New Roman"/>
                <a:ea typeface="Times New Roman"/>
                <a:cs typeface="Times New Roman"/>
                <a:sym typeface="Times New Roman"/>
              </a:rPr>
              <a:t>3. Otherwise, do the following</a:t>
            </a:r>
            <a:endParaRPr sz="2800">
              <a:solidFill>
                <a:schemeClr val="dk2"/>
              </a:solidFill>
              <a:latin typeface="Times New Roman"/>
              <a:ea typeface="Times New Roman"/>
              <a:cs typeface="Times New Roman"/>
              <a:sym typeface="Times New Roman"/>
            </a:endParaRPr>
          </a:p>
          <a:p>
            <a:pPr marL="457200" marR="0" lvl="0" indent="-457200" algn="l" rtl="0">
              <a:spcBef>
                <a:spcPts val="0"/>
              </a:spcBef>
              <a:spcAft>
                <a:spcPts val="0"/>
              </a:spcAft>
              <a:buClr>
                <a:schemeClr val="dk2"/>
              </a:buClr>
              <a:buSzPts val="2800"/>
              <a:buFont typeface="Arial"/>
              <a:buChar char="•"/>
            </a:pPr>
            <a:r>
              <a:rPr lang="en-US" sz="2800">
                <a:solidFill>
                  <a:schemeClr val="dk2"/>
                </a:solidFill>
                <a:latin typeface="Times New Roman"/>
                <a:ea typeface="Times New Roman"/>
                <a:cs typeface="Times New Roman"/>
                <a:sym typeface="Times New Roman"/>
              </a:rPr>
              <a:t>If the precedence of the current scanned operator is higher than the precedence of the operator on top of the stack, or if the stack is empty, or if the stack contains a ‘(‘, then push the current operator onto the stack.</a:t>
            </a:r>
            <a:endParaRPr sz="2800">
              <a:solidFill>
                <a:schemeClr val="dk2"/>
              </a:solidFill>
              <a:latin typeface="Times New Roman"/>
              <a:ea typeface="Times New Roman"/>
              <a:cs typeface="Times New Roman"/>
              <a:sym typeface="Times New Roman"/>
            </a:endParaRPr>
          </a:p>
          <a:p>
            <a:pPr marL="457200" marR="0" lvl="0" indent="-457200" algn="l" rtl="0">
              <a:spcBef>
                <a:spcPts val="0"/>
              </a:spcBef>
              <a:spcAft>
                <a:spcPts val="0"/>
              </a:spcAft>
              <a:buClr>
                <a:schemeClr val="dk2"/>
              </a:buClr>
              <a:buSzPts val="2800"/>
              <a:buFont typeface="Arial"/>
              <a:buChar char="•"/>
            </a:pPr>
            <a:r>
              <a:rPr lang="en-US" sz="2800">
                <a:solidFill>
                  <a:schemeClr val="dk2"/>
                </a:solidFill>
                <a:latin typeface="Times New Roman"/>
                <a:ea typeface="Times New Roman"/>
                <a:cs typeface="Times New Roman"/>
                <a:sym typeface="Times New Roman"/>
              </a:rPr>
              <a:t>Else, pop all operators from the stack that have precedence higher than or equal to that of the current operator. After that push the current operator onto the stack.</a:t>
            </a:r>
            <a:endParaRPr sz="2800">
              <a:solidFill>
                <a:schemeClr val="dk2"/>
              </a:solidFill>
              <a:latin typeface="Times New Roman"/>
              <a:ea typeface="Times New Roman"/>
              <a:cs typeface="Times New Roman"/>
              <a:sym typeface="Times New Roman"/>
            </a:endParaRPr>
          </a:p>
          <a:p>
            <a:pPr marL="0" marR="0" lvl="0" indent="0" algn="l" rtl="0">
              <a:spcBef>
                <a:spcPts val="0"/>
              </a:spcBef>
              <a:spcAft>
                <a:spcPts val="0"/>
              </a:spcAft>
              <a:buNone/>
            </a:pPr>
            <a:endParaRPr sz="2800">
              <a:solidFill>
                <a:schemeClr val="dk1"/>
              </a:solidFill>
              <a:latin typeface="Times New Roman"/>
              <a:ea typeface="Times New Roman"/>
              <a:cs typeface="Times New Roman"/>
              <a:sym typeface="Times New Roman"/>
            </a:endParaRPr>
          </a:p>
        </p:txBody>
      </p:sp>
      <p:pic>
        <p:nvPicPr>
          <p:cNvPr id="278" name="Google Shape;278;p10"/>
          <p:cNvPicPr preferRelativeResize="0"/>
          <p:nvPr/>
        </p:nvPicPr>
        <p:blipFill rotWithShape="1">
          <a:blip r:embed="rId4">
            <a:alphaModFix/>
          </a:blip>
          <a:srcRect/>
          <a:stretch/>
        </p:blipFill>
        <p:spPr>
          <a:xfrm>
            <a:off x="104932" y="215802"/>
            <a:ext cx="3795634" cy="740238"/>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82"/>
        <p:cNvGrpSpPr/>
        <p:nvPr/>
      </p:nvGrpSpPr>
      <p:grpSpPr>
        <a:xfrm>
          <a:off x="0" y="0"/>
          <a:ext cx="0" cy="0"/>
          <a:chOff x="0" y="0"/>
          <a:chExt cx="0" cy="0"/>
        </a:xfrm>
      </p:grpSpPr>
      <p:sp>
        <p:nvSpPr>
          <p:cNvPr id="283" name="Google Shape;283;p11"/>
          <p:cNvSpPr/>
          <p:nvPr/>
        </p:nvSpPr>
        <p:spPr>
          <a:xfrm>
            <a:off x="0" y="1"/>
            <a:ext cx="12191695"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nvGrpSpPr>
          <p:cNvPr id="284" name="Google Shape;284;p11"/>
          <p:cNvGrpSpPr/>
          <p:nvPr/>
        </p:nvGrpSpPr>
        <p:grpSpPr>
          <a:xfrm>
            <a:off x="0" y="0"/>
            <a:ext cx="6423049" cy="6858001"/>
            <a:chOff x="0" y="0"/>
            <a:chExt cx="6423049" cy="6858001"/>
          </a:xfrm>
        </p:grpSpPr>
        <p:sp>
          <p:nvSpPr>
            <p:cNvPr id="285" name="Google Shape;285;p11"/>
            <p:cNvSpPr/>
            <p:nvPr/>
          </p:nvSpPr>
          <p:spPr>
            <a:xfrm>
              <a:off x="0" y="0"/>
              <a:ext cx="6018714" cy="6858000"/>
            </a:xfrm>
            <a:custGeom>
              <a:avLst/>
              <a:gdLst/>
              <a:ahLst/>
              <a:cxnLst/>
              <a:rect l="l" t="t" r="r" b="b"/>
              <a:pathLst>
                <a:path w="6018714" h="6858000" extrusionOk="0">
                  <a:moveTo>
                    <a:pt x="0" y="6499477"/>
                  </a:moveTo>
                  <a:lnTo>
                    <a:pt x="248639" y="6701197"/>
                  </a:lnTo>
                  <a:cubicBezTo>
                    <a:pt x="296496" y="6739700"/>
                    <a:pt x="344500" y="6777613"/>
                    <a:pt x="392359" y="6814935"/>
                  </a:cubicBezTo>
                  <a:lnTo>
                    <a:pt x="448656" y="6858000"/>
                  </a:lnTo>
                  <a:lnTo>
                    <a:pt x="0" y="6858000"/>
                  </a:lnTo>
                  <a:close/>
                  <a:moveTo>
                    <a:pt x="998246" y="0"/>
                  </a:moveTo>
                  <a:lnTo>
                    <a:pt x="1984114" y="0"/>
                  </a:lnTo>
                  <a:lnTo>
                    <a:pt x="2011390" y="2333"/>
                  </a:lnTo>
                  <a:cubicBezTo>
                    <a:pt x="2791770" y="95667"/>
                    <a:pt x="3537428" y="382707"/>
                    <a:pt x="4182319" y="838030"/>
                  </a:cubicBezTo>
                  <a:cubicBezTo>
                    <a:pt x="4396386" y="988089"/>
                    <a:pt x="4598134" y="1155477"/>
                    <a:pt x="4785565" y="1338564"/>
                  </a:cubicBezTo>
                  <a:cubicBezTo>
                    <a:pt x="5159266" y="1705003"/>
                    <a:pt x="5477110" y="2135318"/>
                    <a:pt x="5695308" y="2616232"/>
                  </a:cubicBezTo>
                  <a:cubicBezTo>
                    <a:pt x="5803975" y="2856910"/>
                    <a:pt x="5885376" y="3109302"/>
                    <a:pt x="5937944" y="3368583"/>
                  </a:cubicBezTo>
                  <a:cubicBezTo>
                    <a:pt x="5990936" y="3626845"/>
                    <a:pt x="6017985" y="3889887"/>
                    <a:pt x="6018677" y="4153681"/>
                  </a:cubicBezTo>
                  <a:cubicBezTo>
                    <a:pt x="6019393" y="4288706"/>
                    <a:pt x="6009862" y="4423598"/>
                    <a:pt x="5990165" y="4557147"/>
                  </a:cubicBezTo>
                  <a:lnTo>
                    <a:pt x="5982312" y="4607451"/>
                  </a:lnTo>
                  <a:lnTo>
                    <a:pt x="5972856" y="4657609"/>
                  </a:lnTo>
                  <a:cubicBezTo>
                    <a:pt x="5966601" y="4691096"/>
                    <a:pt x="5959037" y="4724287"/>
                    <a:pt x="5951328" y="4757628"/>
                  </a:cubicBezTo>
                  <a:cubicBezTo>
                    <a:pt x="5934889" y="4823863"/>
                    <a:pt x="5915834" y="4890100"/>
                    <a:pt x="5893141" y="4953827"/>
                  </a:cubicBezTo>
                  <a:cubicBezTo>
                    <a:pt x="5870448" y="5017556"/>
                    <a:pt x="5845282" y="5080252"/>
                    <a:pt x="5817644" y="5141915"/>
                  </a:cubicBezTo>
                  <a:cubicBezTo>
                    <a:pt x="5790005" y="5203578"/>
                    <a:pt x="5760040" y="5263619"/>
                    <a:pt x="5728909" y="5322626"/>
                  </a:cubicBezTo>
                  <a:cubicBezTo>
                    <a:pt x="5666505" y="5440642"/>
                    <a:pt x="5599591" y="5553937"/>
                    <a:pt x="5532095" y="5663839"/>
                  </a:cubicBezTo>
                  <a:lnTo>
                    <a:pt x="5330043" y="5988236"/>
                  </a:lnTo>
                  <a:cubicBezTo>
                    <a:pt x="5297022" y="6041195"/>
                    <a:pt x="5264148" y="6093565"/>
                    <a:pt x="5232580" y="6146081"/>
                  </a:cubicBezTo>
                  <a:lnTo>
                    <a:pt x="5183269" y="6227660"/>
                  </a:lnTo>
                  <a:cubicBezTo>
                    <a:pt x="5166103" y="6255541"/>
                    <a:pt x="5149375" y="6283717"/>
                    <a:pt x="5131628" y="6311451"/>
                  </a:cubicBezTo>
                  <a:cubicBezTo>
                    <a:pt x="5062676" y="6423417"/>
                    <a:pt x="4988635" y="6533174"/>
                    <a:pt x="4910811" y="6641009"/>
                  </a:cubicBezTo>
                  <a:cubicBezTo>
                    <a:pt x="4871725" y="6695377"/>
                    <a:pt x="4831064" y="6748547"/>
                    <a:pt x="4788885" y="6800448"/>
                  </a:cubicBezTo>
                  <a:lnTo>
                    <a:pt x="4739213" y="6858000"/>
                  </a:lnTo>
                  <a:lnTo>
                    <a:pt x="3950454" y="6858000"/>
                  </a:lnTo>
                  <a:lnTo>
                    <a:pt x="4012997" y="6806378"/>
                  </a:lnTo>
                  <a:cubicBezTo>
                    <a:pt x="4100089" y="6729374"/>
                    <a:pt x="4185375" y="6649419"/>
                    <a:pt x="4268871" y="6566512"/>
                  </a:cubicBezTo>
                  <a:cubicBezTo>
                    <a:pt x="4439315" y="6398398"/>
                    <a:pt x="4599980" y="6220387"/>
                    <a:pt x="4750072" y="6033375"/>
                  </a:cubicBezTo>
                  <a:cubicBezTo>
                    <a:pt x="4769418" y="6009920"/>
                    <a:pt x="4787311" y="5985138"/>
                    <a:pt x="4806075" y="5961092"/>
                  </a:cubicBezTo>
                  <a:lnTo>
                    <a:pt x="4863244" y="5885856"/>
                  </a:lnTo>
                  <a:cubicBezTo>
                    <a:pt x="4902520" y="5833635"/>
                    <a:pt x="4942184" y="5782445"/>
                    <a:pt x="4982235" y="5732288"/>
                  </a:cubicBezTo>
                  <a:cubicBezTo>
                    <a:pt x="5061513" y="5631533"/>
                    <a:pt x="5143556" y="5534760"/>
                    <a:pt x="5221526" y="5438135"/>
                  </a:cubicBezTo>
                  <a:cubicBezTo>
                    <a:pt x="5299495" y="5341509"/>
                    <a:pt x="5374846" y="5245326"/>
                    <a:pt x="5442633" y="5146193"/>
                  </a:cubicBezTo>
                  <a:cubicBezTo>
                    <a:pt x="5476091" y="5096480"/>
                    <a:pt x="5508530" y="5046176"/>
                    <a:pt x="5538350" y="4995133"/>
                  </a:cubicBezTo>
                  <a:cubicBezTo>
                    <a:pt x="5568171" y="4944091"/>
                    <a:pt x="5596245" y="4892164"/>
                    <a:pt x="5621702" y="4839205"/>
                  </a:cubicBezTo>
                  <a:cubicBezTo>
                    <a:pt x="5673203" y="4733405"/>
                    <a:pt x="5713291" y="4622262"/>
                    <a:pt x="5741275" y="4507728"/>
                  </a:cubicBezTo>
                  <a:cubicBezTo>
                    <a:pt x="5767878" y="4391630"/>
                    <a:pt x="5781445" y="4272861"/>
                    <a:pt x="5781714" y="4153681"/>
                  </a:cubicBezTo>
                  <a:cubicBezTo>
                    <a:pt x="5781640" y="3908842"/>
                    <a:pt x="5749352" y="3665096"/>
                    <a:pt x="5685706" y="3428918"/>
                  </a:cubicBezTo>
                  <a:cubicBezTo>
                    <a:pt x="5621295" y="3194067"/>
                    <a:pt x="5532959" y="2966636"/>
                    <a:pt x="5422122" y="2750328"/>
                  </a:cubicBezTo>
                  <a:cubicBezTo>
                    <a:pt x="5312356" y="2533473"/>
                    <a:pt x="5182293" y="2327817"/>
                    <a:pt x="5033730" y="2136204"/>
                  </a:cubicBezTo>
                  <a:cubicBezTo>
                    <a:pt x="4885345" y="1944281"/>
                    <a:pt x="4721094" y="1765530"/>
                    <a:pt x="4542784" y="1601886"/>
                  </a:cubicBezTo>
                  <a:cubicBezTo>
                    <a:pt x="4001273" y="1114380"/>
                    <a:pt x="3361806" y="751985"/>
                    <a:pt x="2668605" y="539746"/>
                  </a:cubicBezTo>
                  <a:cubicBezTo>
                    <a:pt x="2438667" y="470493"/>
                    <a:pt x="2203536" y="420366"/>
                    <a:pt x="1965570" y="389865"/>
                  </a:cubicBezTo>
                  <a:cubicBezTo>
                    <a:pt x="1727936" y="359890"/>
                    <a:pt x="1488166" y="351053"/>
                    <a:pt x="1249006" y="363461"/>
                  </a:cubicBezTo>
                  <a:cubicBezTo>
                    <a:pt x="1010718" y="374400"/>
                    <a:pt x="774017" y="408587"/>
                    <a:pt x="542188" y="465544"/>
                  </a:cubicBezTo>
                  <a:cubicBezTo>
                    <a:pt x="369418" y="508120"/>
                    <a:pt x="200552" y="565242"/>
                    <a:pt x="37349" y="636266"/>
                  </a:cubicBezTo>
                  <a:lnTo>
                    <a:pt x="0" y="653785"/>
                  </a:lnTo>
                  <a:lnTo>
                    <a:pt x="0" y="255198"/>
                  </a:lnTo>
                  <a:lnTo>
                    <a:pt x="167136" y="188295"/>
                  </a:lnTo>
                  <a:cubicBezTo>
                    <a:pt x="260597" y="155379"/>
                    <a:pt x="355437" y="126405"/>
                    <a:pt x="451417" y="101466"/>
                  </a:cubicBezTo>
                  <a:cubicBezTo>
                    <a:pt x="578649" y="68513"/>
                    <a:pt x="707299" y="41799"/>
                    <a:pt x="836914" y="21393"/>
                  </a:cubicBezTo>
                  <a:close/>
                </a:path>
              </a:pathLst>
            </a:custGeom>
            <a:solidFill>
              <a:schemeClr val="lt1">
                <a:alpha val="2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800">
                <a:solidFill>
                  <a:schemeClr val="lt1"/>
                </a:solidFill>
                <a:latin typeface="Arial"/>
                <a:ea typeface="Arial"/>
                <a:cs typeface="Arial"/>
                <a:sym typeface="Arial"/>
              </a:endParaRPr>
            </a:p>
          </p:txBody>
        </p:sp>
        <p:sp>
          <p:nvSpPr>
            <p:cNvPr id="286" name="Google Shape;286;p11"/>
            <p:cNvSpPr/>
            <p:nvPr/>
          </p:nvSpPr>
          <p:spPr>
            <a:xfrm>
              <a:off x="0" y="38834"/>
              <a:ext cx="6015920" cy="6819166"/>
            </a:xfrm>
            <a:custGeom>
              <a:avLst/>
              <a:gdLst/>
              <a:ahLst/>
              <a:cxnLst/>
              <a:rect l="l" t="t" r="r" b="b"/>
              <a:pathLst>
                <a:path w="6015920" h="6819166" extrusionOk="0">
                  <a:moveTo>
                    <a:pt x="0" y="6143989"/>
                  </a:moveTo>
                  <a:lnTo>
                    <a:pt x="134018" y="6248665"/>
                  </a:lnTo>
                  <a:cubicBezTo>
                    <a:pt x="404095" y="6461250"/>
                    <a:pt x="645672" y="6645215"/>
                    <a:pt x="880799" y="6790482"/>
                  </a:cubicBezTo>
                  <a:lnTo>
                    <a:pt x="929680" y="6819166"/>
                  </a:lnTo>
                  <a:lnTo>
                    <a:pt x="0" y="6819166"/>
                  </a:lnTo>
                  <a:close/>
                  <a:moveTo>
                    <a:pt x="1408589" y="0"/>
                  </a:moveTo>
                  <a:lnTo>
                    <a:pt x="1409171" y="294"/>
                  </a:lnTo>
                  <a:cubicBezTo>
                    <a:pt x="3696325" y="294"/>
                    <a:pt x="6015920" y="1849221"/>
                    <a:pt x="6015920" y="4129828"/>
                  </a:cubicBezTo>
                  <a:cubicBezTo>
                    <a:pt x="6015920" y="4985129"/>
                    <a:pt x="5545048" y="5437324"/>
                    <a:pt x="5101088" y="6096419"/>
                  </a:cubicBezTo>
                  <a:cubicBezTo>
                    <a:pt x="4927721" y="6353993"/>
                    <a:pt x="4744312" y="6588925"/>
                    <a:pt x="4546786" y="6797679"/>
                  </a:cubicBezTo>
                  <a:lnTo>
                    <a:pt x="4525032" y="6819166"/>
                  </a:lnTo>
                  <a:lnTo>
                    <a:pt x="3362009" y="6819166"/>
                  </a:lnTo>
                  <a:lnTo>
                    <a:pt x="3559506" y="6694254"/>
                  </a:lnTo>
                  <a:cubicBezTo>
                    <a:pt x="3895644" y="6458563"/>
                    <a:pt x="4202210" y="6126161"/>
                    <a:pt x="4499295" y="5685109"/>
                  </a:cubicBezTo>
                  <a:cubicBezTo>
                    <a:pt x="4589775" y="5550592"/>
                    <a:pt x="4678218" y="5428532"/>
                    <a:pt x="4763752" y="5310428"/>
                  </a:cubicBezTo>
                  <a:cubicBezTo>
                    <a:pt x="5118251" y="4820868"/>
                    <a:pt x="5288592" y="4566198"/>
                    <a:pt x="5288592" y="4129828"/>
                  </a:cubicBezTo>
                  <a:cubicBezTo>
                    <a:pt x="5288592" y="3696828"/>
                    <a:pt x="5181966" y="3269106"/>
                    <a:pt x="4971477" y="2858526"/>
                  </a:cubicBezTo>
                  <a:cubicBezTo>
                    <a:pt x="4765643" y="2456885"/>
                    <a:pt x="4471366" y="2089240"/>
                    <a:pt x="4096938" y="1766138"/>
                  </a:cubicBezTo>
                  <a:cubicBezTo>
                    <a:pt x="3720910" y="1443697"/>
                    <a:pt x="3293474" y="1187604"/>
                    <a:pt x="2832696" y="1008719"/>
                  </a:cubicBezTo>
                  <a:cubicBezTo>
                    <a:pt x="2360806" y="825703"/>
                    <a:pt x="1881933" y="732948"/>
                    <a:pt x="1409171" y="732948"/>
                  </a:cubicBezTo>
                  <a:cubicBezTo>
                    <a:pt x="963609" y="732948"/>
                    <a:pt x="553251" y="819255"/>
                    <a:pt x="189877" y="989377"/>
                  </a:cubicBezTo>
                  <a:lnTo>
                    <a:pt x="0" y="1091881"/>
                  </a:lnTo>
                  <a:lnTo>
                    <a:pt x="0" y="273645"/>
                  </a:lnTo>
                  <a:lnTo>
                    <a:pt x="53152" y="250589"/>
                  </a:lnTo>
                  <a:cubicBezTo>
                    <a:pt x="457881" y="88474"/>
                    <a:pt x="911201" y="0"/>
                    <a:pt x="1408589" y="0"/>
                  </a:cubicBezTo>
                  <a:close/>
                </a:path>
              </a:pathLst>
            </a:custGeom>
            <a:solidFill>
              <a:schemeClr val="lt1">
                <a:alpha val="2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800">
                <a:solidFill>
                  <a:schemeClr val="lt1"/>
                </a:solidFill>
                <a:latin typeface="Arial"/>
                <a:ea typeface="Arial"/>
                <a:cs typeface="Arial"/>
                <a:sym typeface="Arial"/>
              </a:endParaRPr>
            </a:p>
          </p:txBody>
        </p:sp>
        <p:sp>
          <p:nvSpPr>
            <p:cNvPr id="287" name="Google Shape;287;p11"/>
            <p:cNvSpPr/>
            <p:nvPr/>
          </p:nvSpPr>
          <p:spPr>
            <a:xfrm>
              <a:off x="0" y="89880"/>
              <a:ext cx="5997097" cy="6768121"/>
            </a:xfrm>
            <a:custGeom>
              <a:avLst/>
              <a:gdLst/>
              <a:ahLst/>
              <a:cxnLst/>
              <a:rect l="l" t="t" r="r" b="b"/>
              <a:pathLst>
                <a:path w="5997097" h="6768121" extrusionOk="0">
                  <a:moveTo>
                    <a:pt x="0" y="5929955"/>
                  </a:moveTo>
                  <a:lnTo>
                    <a:pt x="204947" y="6088753"/>
                  </a:lnTo>
                  <a:cubicBezTo>
                    <a:pt x="536028" y="6347537"/>
                    <a:pt x="834815" y="6574463"/>
                    <a:pt x="1135927" y="6730112"/>
                  </a:cubicBezTo>
                  <a:lnTo>
                    <a:pt x="1219620" y="6768121"/>
                  </a:lnTo>
                  <a:lnTo>
                    <a:pt x="0" y="6768121"/>
                  </a:lnTo>
                  <a:close/>
                  <a:moveTo>
                    <a:pt x="1389767" y="0"/>
                  </a:moveTo>
                  <a:lnTo>
                    <a:pt x="1390348" y="292"/>
                  </a:lnTo>
                  <a:cubicBezTo>
                    <a:pt x="3677502" y="292"/>
                    <a:pt x="5997097" y="1835776"/>
                    <a:pt x="5997097" y="4099802"/>
                  </a:cubicBezTo>
                  <a:cubicBezTo>
                    <a:pt x="5997097" y="4948885"/>
                    <a:pt x="5526225" y="5397792"/>
                    <a:pt x="5082265" y="6052096"/>
                  </a:cubicBezTo>
                  <a:cubicBezTo>
                    <a:pt x="4908898" y="6307797"/>
                    <a:pt x="4725489" y="6541021"/>
                    <a:pt x="4527964" y="6748257"/>
                  </a:cubicBezTo>
                  <a:lnTo>
                    <a:pt x="4507706" y="6768121"/>
                  </a:lnTo>
                  <a:lnTo>
                    <a:pt x="3011909" y="6768121"/>
                  </a:lnTo>
                  <a:lnTo>
                    <a:pt x="3041514" y="6756841"/>
                  </a:lnTo>
                  <a:cubicBezTo>
                    <a:pt x="3144608" y="6713092"/>
                    <a:pt x="3243834" y="6661888"/>
                    <a:pt x="3339587" y="6603120"/>
                  </a:cubicBezTo>
                  <a:cubicBezTo>
                    <a:pt x="3700923" y="6381722"/>
                    <a:pt x="4034475" y="6041040"/>
                    <a:pt x="4359591" y="5561878"/>
                  </a:cubicBezTo>
                  <a:cubicBezTo>
                    <a:pt x="4451526" y="5426449"/>
                    <a:pt x="4540696" y="5304113"/>
                    <a:pt x="4626956" y="5185850"/>
                  </a:cubicBezTo>
                  <a:cubicBezTo>
                    <a:pt x="4972001" y="4713668"/>
                    <a:pt x="5124303" y="4488342"/>
                    <a:pt x="5124303" y="4099802"/>
                  </a:cubicBezTo>
                  <a:cubicBezTo>
                    <a:pt x="5124303" y="3693373"/>
                    <a:pt x="5022478" y="3291306"/>
                    <a:pt x="4823481" y="2904512"/>
                  </a:cubicBezTo>
                  <a:cubicBezTo>
                    <a:pt x="4628994" y="2527756"/>
                    <a:pt x="4338498" y="2167874"/>
                    <a:pt x="3983561" y="1863706"/>
                  </a:cubicBezTo>
                  <a:cubicBezTo>
                    <a:pt x="3620116" y="1554184"/>
                    <a:pt x="3207009" y="1308274"/>
                    <a:pt x="2761651" y="1136378"/>
                  </a:cubicBezTo>
                  <a:cubicBezTo>
                    <a:pt x="2312890" y="964438"/>
                    <a:pt x="1838235" y="873085"/>
                    <a:pt x="1390348" y="873085"/>
                  </a:cubicBezTo>
                  <a:cubicBezTo>
                    <a:pt x="966023" y="873085"/>
                    <a:pt x="576467" y="954255"/>
                    <a:pt x="232295" y="1114121"/>
                  </a:cubicBezTo>
                  <a:lnTo>
                    <a:pt x="0" y="1238681"/>
                  </a:lnTo>
                  <a:lnTo>
                    <a:pt x="0" y="263550"/>
                  </a:lnTo>
                  <a:lnTo>
                    <a:pt x="34329" y="248767"/>
                  </a:lnTo>
                  <a:cubicBezTo>
                    <a:pt x="439058" y="87831"/>
                    <a:pt x="892378" y="0"/>
                    <a:pt x="1389767" y="0"/>
                  </a:cubicBezTo>
                  <a:close/>
                </a:path>
              </a:pathLst>
            </a:custGeom>
            <a:solidFill>
              <a:schemeClr val="lt1">
                <a:alpha val="2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800">
                <a:solidFill>
                  <a:schemeClr val="lt1"/>
                </a:solidFill>
                <a:latin typeface="Arial"/>
                <a:ea typeface="Arial"/>
                <a:cs typeface="Arial"/>
                <a:sym typeface="Arial"/>
              </a:endParaRPr>
            </a:p>
          </p:txBody>
        </p:sp>
        <p:sp>
          <p:nvSpPr>
            <p:cNvPr id="288" name="Google Shape;288;p11"/>
            <p:cNvSpPr/>
            <p:nvPr/>
          </p:nvSpPr>
          <p:spPr>
            <a:xfrm>
              <a:off x="0" y="726"/>
              <a:ext cx="6423049" cy="6857275"/>
            </a:xfrm>
            <a:custGeom>
              <a:avLst/>
              <a:gdLst/>
              <a:ahLst/>
              <a:cxnLst/>
              <a:rect l="l" t="t" r="r" b="b"/>
              <a:pathLst>
                <a:path w="6423049" h="6857275" extrusionOk="0">
                  <a:moveTo>
                    <a:pt x="3207935" y="0"/>
                  </a:moveTo>
                  <a:lnTo>
                    <a:pt x="6423049" y="0"/>
                  </a:lnTo>
                  <a:lnTo>
                    <a:pt x="6423049" y="6857275"/>
                  </a:lnTo>
                  <a:lnTo>
                    <a:pt x="5115455" y="6857275"/>
                  </a:lnTo>
                  <a:lnTo>
                    <a:pt x="5327016" y="6576778"/>
                  </a:lnTo>
                  <a:cubicBezTo>
                    <a:pt x="5812196" y="5874153"/>
                    <a:pt x="6096492" y="5021129"/>
                    <a:pt x="6096492" y="4101445"/>
                  </a:cubicBezTo>
                  <a:cubicBezTo>
                    <a:pt x="6096492" y="2224539"/>
                    <a:pt x="4912418" y="625268"/>
                    <a:pt x="3253269" y="15400"/>
                  </a:cubicBezTo>
                  <a:close/>
                  <a:moveTo>
                    <a:pt x="0" y="0"/>
                  </a:moveTo>
                  <a:lnTo>
                    <a:pt x="318887" y="0"/>
                  </a:lnTo>
                  <a:lnTo>
                    <a:pt x="273553" y="15400"/>
                  </a:lnTo>
                  <a:cubicBezTo>
                    <a:pt x="207186" y="39794"/>
                    <a:pt x="141580" y="65772"/>
                    <a:pt x="76780" y="93287"/>
                  </a:cubicBezTo>
                  <a:lnTo>
                    <a:pt x="0" y="128134"/>
                  </a:lnTo>
                  <a:close/>
                </a:path>
              </a:pathLst>
            </a:cu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800">
                <a:solidFill>
                  <a:schemeClr val="lt1"/>
                </a:solidFill>
                <a:latin typeface="Arial"/>
                <a:ea typeface="Arial"/>
                <a:cs typeface="Arial"/>
                <a:sym typeface="Arial"/>
              </a:endParaRPr>
            </a:p>
          </p:txBody>
        </p:sp>
        <p:sp>
          <p:nvSpPr>
            <p:cNvPr id="289" name="Google Shape;289;p11"/>
            <p:cNvSpPr/>
            <p:nvPr/>
          </p:nvSpPr>
          <p:spPr>
            <a:xfrm>
              <a:off x="0" y="726"/>
              <a:ext cx="6158587" cy="6857275"/>
            </a:xfrm>
            <a:custGeom>
              <a:avLst/>
              <a:gdLst/>
              <a:ahLst/>
              <a:cxnLst/>
              <a:rect l="l" t="t" r="r" b="b"/>
              <a:pathLst>
                <a:path w="6158587" h="6857275" extrusionOk="0">
                  <a:moveTo>
                    <a:pt x="233278" y="0"/>
                  </a:moveTo>
                  <a:lnTo>
                    <a:pt x="3441063" y="0"/>
                  </a:lnTo>
                  <a:lnTo>
                    <a:pt x="3535825" y="38136"/>
                  </a:lnTo>
                  <a:cubicBezTo>
                    <a:pt x="5077434" y="703644"/>
                    <a:pt x="6158926" y="2261149"/>
                    <a:pt x="6158587" y="4076179"/>
                  </a:cubicBezTo>
                  <a:cubicBezTo>
                    <a:pt x="6158441" y="4852011"/>
                    <a:pt x="5956378" y="5613884"/>
                    <a:pt x="5573039" y="6283960"/>
                  </a:cubicBezTo>
                  <a:cubicBezTo>
                    <a:pt x="5468266" y="6466229"/>
                    <a:pt x="5351134" y="6639962"/>
                    <a:pt x="5222761" y="6804016"/>
                  </a:cubicBezTo>
                  <a:lnTo>
                    <a:pt x="5179011" y="6857275"/>
                  </a:lnTo>
                  <a:lnTo>
                    <a:pt x="4477061" y="6857275"/>
                  </a:lnTo>
                  <a:lnTo>
                    <a:pt x="4532922" y="6798071"/>
                  </a:lnTo>
                  <a:cubicBezTo>
                    <a:pt x="4575851" y="6750793"/>
                    <a:pt x="4618547" y="6701908"/>
                    <a:pt x="4660563" y="6651672"/>
                  </a:cubicBezTo>
                  <a:cubicBezTo>
                    <a:pt x="4698786" y="6606693"/>
                    <a:pt x="4736294" y="6559232"/>
                    <a:pt x="4772511" y="6513379"/>
                  </a:cubicBezTo>
                  <a:lnTo>
                    <a:pt x="4781959" y="6501404"/>
                  </a:lnTo>
                  <a:lnTo>
                    <a:pt x="4800713" y="6476578"/>
                  </a:lnTo>
                  <a:cubicBezTo>
                    <a:pt x="4833067" y="6434082"/>
                    <a:pt x="4866565" y="6389979"/>
                    <a:pt x="4897916" y="6345878"/>
                  </a:cubicBezTo>
                  <a:cubicBezTo>
                    <a:pt x="4916097" y="6321199"/>
                    <a:pt x="4934277" y="6295788"/>
                    <a:pt x="4953461" y="6268773"/>
                  </a:cubicBezTo>
                  <a:cubicBezTo>
                    <a:pt x="4972643" y="6241756"/>
                    <a:pt x="4994547" y="6211234"/>
                    <a:pt x="5015304" y="6182904"/>
                  </a:cubicBezTo>
                  <a:cubicBezTo>
                    <a:pt x="5059253" y="6123177"/>
                    <a:pt x="5103202" y="6065201"/>
                    <a:pt x="5136557" y="6021245"/>
                  </a:cubicBezTo>
                  <a:cubicBezTo>
                    <a:pt x="5169913" y="5977289"/>
                    <a:pt x="5200977" y="5936836"/>
                    <a:pt x="5232471" y="5895802"/>
                  </a:cubicBezTo>
                  <a:cubicBezTo>
                    <a:pt x="5280429" y="5833299"/>
                    <a:pt x="5330104" y="5768607"/>
                    <a:pt x="5377488" y="5704644"/>
                  </a:cubicBezTo>
                  <a:cubicBezTo>
                    <a:pt x="5414708" y="5654117"/>
                    <a:pt x="5454220" y="5600229"/>
                    <a:pt x="5492012" y="5545320"/>
                  </a:cubicBezTo>
                  <a:cubicBezTo>
                    <a:pt x="5532669" y="5485739"/>
                    <a:pt x="5566453" y="5435067"/>
                    <a:pt x="5598378" y="5383077"/>
                  </a:cubicBezTo>
                  <a:cubicBezTo>
                    <a:pt x="5639177" y="5317217"/>
                    <a:pt x="5668668" y="5266250"/>
                    <a:pt x="5694293" y="5215869"/>
                  </a:cubicBezTo>
                  <a:cubicBezTo>
                    <a:pt x="5705458" y="5195133"/>
                    <a:pt x="5715765" y="5174104"/>
                    <a:pt x="5726646" y="5151759"/>
                  </a:cubicBezTo>
                  <a:lnTo>
                    <a:pt x="5736953" y="5130730"/>
                  </a:lnTo>
                  <a:cubicBezTo>
                    <a:pt x="5740675" y="5122261"/>
                    <a:pt x="5744540" y="5113938"/>
                    <a:pt x="5748406" y="5105613"/>
                  </a:cubicBezTo>
                  <a:cubicBezTo>
                    <a:pt x="5757997" y="5084293"/>
                    <a:pt x="5767159" y="5064140"/>
                    <a:pt x="5775318" y="5043695"/>
                  </a:cubicBezTo>
                  <a:cubicBezTo>
                    <a:pt x="5824718" y="4925802"/>
                    <a:pt x="5862228" y="4803091"/>
                    <a:pt x="5887267" y="4677444"/>
                  </a:cubicBezTo>
                  <a:cubicBezTo>
                    <a:pt x="5911983" y="4550307"/>
                    <a:pt x="5924876" y="4421080"/>
                    <a:pt x="5925776" y="4291476"/>
                  </a:cubicBezTo>
                  <a:cubicBezTo>
                    <a:pt x="5925724" y="4029813"/>
                    <a:pt x="5896133" y="3769041"/>
                    <a:pt x="5837592" y="3514285"/>
                  </a:cubicBezTo>
                  <a:cubicBezTo>
                    <a:pt x="5808496" y="3387220"/>
                    <a:pt x="5772120" y="3261997"/>
                    <a:pt x="5728651" y="3139270"/>
                  </a:cubicBezTo>
                  <a:lnTo>
                    <a:pt x="5728651" y="3138540"/>
                  </a:lnTo>
                  <a:cubicBezTo>
                    <a:pt x="5722351" y="3119409"/>
                    <a:pt x="5715193" y="3100717"/>
                    <a:pt x="5707749" y="3080127"/>
                  </a:cubicBezTo>
                  <a:cubicBezTo>
                    <a:pt x="5703455" y="3068883"/>
                    <a:pt x="5699302" y="3057637"/>
                    <a:pt x="5695151" y="3046393"/>
                  </a:cubicBezTo>
                  <a:cubicBezTo>
                    <a:pt x="5685131" y="3018793"/>
                    <a:pt x="5674107" y="2991778"/>
                    <a:pt x="5662512" y="2963300"/>
                  </a:cubicBezTo>
                  <a:lnTo>
                    <a:pt x="5659648" y="2956436"/>
                  </a:lnTo>
                  <a:lnTo>
                    <a:pt x="5641039" y="2911751"/>
                  </a:lnTo>
                  <a:lnTo>
                    <a:pt x="5621283" y="2867941"/>
                  </a:lnTo>
                  <a:cubicBezTo>
                    <a:pt x="5609687" y="2841362"/>
                    <a:pt x="5595944" y="2810548"/>
                    <a:pt x="5581056" y="2780320"/>
                  </a:cubicBezTo>
                  <a:cubicBezTo>
                    <a:pt x="5530665" y="2672839"/>
                    <a:pt x="5470683" y="2561270"/>
                    <a:pt x="5397674" y="2438163"/>
                  </a:cubicBezTo>
                  <a:cubicBezTo>
                    <a:pt x="5332395" y="2330974"/>
                    <a:pt x="5259814" y="2222909"/>
                    <a:pt x="5182080" y="2116889"/>
                  </a:cubicBezTo>
                  <a:cubicBezTo>
                    <a:pt x="5029667" y="1910602"/>
                    <a:pt x="4860375" y="1717880"/>
                    <a:pt x="4676024" y="1540786"/>
                  </a:cubicBezTo>
                  <a:cubicBezTo>
                    <a:pt x="4590130" y="1458131"/>
                    <a:pt x="4497795" y="1374893"/>
                    <a:pt x="4391860" y="1286395"/>
                  </a:cubicBezTo>
                  <a:cubicBezTo>
                    <a:pt x="4370530" y="1268433"/>
                    <a:pt x="4345334" y="1247404"/>
                    <a:pt x="4318851" y="1226959"/>
                  </a:cubicBezTo>
                  <a:lnTo>
                    <a:pt x="4306254" y="1216883"/>
                  </a:lnTo>
                  <a:cubicBezTo>
                    <a:pt x="4285925" y="1200673"/>
                    <a:pt x="4264880" y="1183880"/>
                    <a:pt x="4244123" y="1168254"/>
                  </a:cubicBezTo>
                  <a:cubicBezTo>
                    <a:pt x="4189438" y="1125467"/>
                    <a:pt x="4134322" y="1085307"/>
                    <a:pt x="4092378" y="1055078"/>
                  </a:cubicBezTo>
                  <a:cubicBezTo>
                    <a:pt x="3887264" y="908357"/>
                    <a:pt x="3672344" y="776461"/>
                    <a:pt x="3449179" y="660348"/>
                  </a:cubicBezTo>
                  <a:cubicBezTo>
                    <a:pt x="3338519" y="602958"/>
                    <a:pt x="3224710" y="549071"/>
                    <a:pt x="3110758" y="500442"/>
                  </a:cubicBezTo>
                  <a:cubicBezTo>
                    <a:pt x="2996806" y="451812"/>
                    <a:pt x="2879991" y="407565"/>
                    <a:pt x="2762316" y="368135"/>
                  </a:cubicBezTo>
                  <a:cubicBezTo>
                    <a:pt x="2649508" y="330312"/>
                    <a:pt x="2529403" y="295119"/>
                    <a:pt x="2404426" y="264452"/>
                  </a:cubicBezTo>
                  <a:cubicBezTo>
                    <a:pt x="2288900" y="236121"/>
                    <a:pt x="2166502" y="211733"/>
                    <a:pt x="2040668" y="191435"/>
                  </a:cubicBezTo>
                  <a:cubicBezTo>
                    <a:pt x="1848910" y="162425"/>
                    <a:pt x="1655321" y="147782"/>
                    <a:pt x="1461459" y="147625"/>
                  </a:cubicBezTo>
                  <a:cubicBezTo>
                    <a:pt x="1408061" y="147625"/>
                    <a:pt x="1354092" y="148794"/>
                    <a:pt x="1300837" y="150983"/>
                  </a:cubicBezTo>
                  <a:cubicBezTo>
                    <a:pt x="1177739" y="155618"/>
                    <a:pt x="1054939" y="166584"/>
                    <a:pt x="932928" y="183842"/>
                  </a:cubicBezTo>
                  <a:cubicBezTo>
                    <a:pt x="810083" y="201379"/>
                    <a:pt x="688259" y="225753"/>
                    <a:pt x="568022" y="256858"/>
                  </a:cubicBezTo>
                  <a:cubicBezTo>
                    <a:pt x="386369" y="303536"/>
                    <a:pt x="209474" y="367270"/>
                    <a:pt x="39597" y="447169"/>
                  </a:cubicBezTo>
                  <a:lnTo>
                    <a:pt x="0" y="467328"/>
                  </a:lnTo>
                  <a:lnTo>
                    <a:pt x="0" y="112255"/>
                  </a:lnTo>
                  <a:lnTo>
                    <a:pt x="79310" y="70390"/>
                  </a:lnTo>
                  <a:close/>
                </a:path>
              </a:pathLst>
            </a:cu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800">
                <a:solidFill>
                  <a:schemeClr val="lt1"/>
                </a:solidFill>
                <a:latin typeface="Arial"/>
                <a:ea typeface="Arial"/>
                <a:cs typeface="Arial"/>
                <a:sym typeface="Arial"/>
              </a:endParaRPr>
            </a:p>
          </p:txBody>
        </p:sp>
      </p:grpSp>
      <p:sp>
        <p:nvSpPr>
          <p:cNvPr id="290" name="Google Shape;290;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11</a:t>
            </a:fld>
            <a:endParaRPr/>
          </a:p>
        </p:txBody>
      </p:sp>
      <p:pic>
        <p:nvPicPr>
          <p:cNvPr id="291" name="Google Shape;291;p11" descr="A blue circle with text and words&#10;&#10;Description automatically generated"/>
          <p:cNvPicPr preferRelativeResize="0"/>
          <p:nvPr/>
        </p:nvPicPr>
        <p:blipFill rotWithShape="1">
          <a:blip r:embed="rId3">
            <a:alphaModFix/>
          </a:blip>
          <a:srcRect/>
          <a:stretch/>
        </p:blipFill>
        <p:spPr>
          <a:xfrm>
            <a:off x="10758566" y="191744"/>
            <a:ext cx="874732" cy="874732"/>
          </a:xfrm>
          <a:prstGeom prst="rect">
            <a:avLst/>
          </a:prstGeom>
          <a:noFill/>
          <a:ln>
            <a:noFill/>
          </a:ln>
        </p:spPr>
      </p:pic>
      <p:sp>
        <p:nvSpPr>
          <p:cNvPr id="292" name="Google Shape;292;p11"/>
          <p:cNvSpPr txBox="1">
            <a:spLocks noGrp="1"/>
          </p:cNvSpPr>
          <p:nvPr>
            <p:ph type="title"/>
          </p:nvPr>
        </p:nvSpPr>
        <p:spPr>
          <a:xfrm>
            <a:off x="2666761" y="777777"/>
            <a:ext cx="68580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000"/>
              <a:buFont typeface="Times New Roman"/>
              <a:buNone/>
            </a:pPr>
            <a:r>
              <a:rPr lang="en-US" sz="4000" b="1">
                <a:latin typeface="Times New Roman"/>
                <a:ea typeface="Times New Roman"/>
                <a:cs typeface="Times New Roman"/>
                <a:sym typeface="Times New Roman"/>
              </a:rPr>
              <a:t>Algorithm Cont...</a:t>
            </a:r>
            <a:endParaRPr sz="4000" b="1">
              <a:latin typeface="Times New Roman"/>
              <a:ea typeface="Times New Roman"/>
              <a:cs typeface="Times New Roman"/>
              <a:sym typeface="Times New Roman"/>
            </a:endParaRPr>
          </a:p>
        </p:txBody>
      </p:sp>
      <p:sp>
        <p:nvSpPr>
          <p:cNvPr id="293" name="Google Shape;293;p11"/>
          <p:cNvSpPr txBox="1"/>
          <p:nvPr/>
        </p:nvSpPr>
        <p:spPr>
          <a:xfrm>
            <a:off x="835025" y="2426335"/>
            <a:ext cx="10798175" cy="393001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800">
                <a:solidFill>
                  <a:schemeClr val="dk2"/>
                </a:solidFill>
                <a:latin typeface="Times New Roman"/>
                <a:ea typeface="Times New Roman"/>
                <a:cs typeface="Times New Roman"/>
                <a:sym typeface="Times New Roman"/>
              </a:rPr>
              <a:t>4. If the scanned character is a ‘(‘, push it to the stack. </a:t>
            </a:r>
            <a:endParaRPr sz="2800">
              <a:solidFill>
                <a:schemeClr val="dk2"/>
              </a:solidFill>
              <a:latin typeface="Times New Roman"/>
              <a:ea typeface="Times New Roman"/>
              <a:cs typeface="Times New Roman"/>
              <a:sym typeface="Times New Roman"/>
            </a:endParaRPr>
          </a:p>
          <a:p>
            <a:pPr marL="0" marR="0" lvl="0" indent="0" algn="l" rtl="0">
              <a:spcBef>
                <a:spcPts val="0"/>
              </a:spcBef>
              <a:spcAft>
                <a:spcPts val="0"/>
              </a:spcAft>
              <a:buNone/>
            </a:pPr>
            <a:r>
              <a:rPr lang="en-US" sz="2800">
                <a:solidFill>
                  <a:schemeClr val="dk2"/>
                </a:solidFill>
                <a:latin typeface="Times New Roman"/>
                <a:ea typeface="Times New Roman"/>
                <a:cs typeface="Times New Roman"/>
                <a:sym typeface="Times New Roman"/>
              </a:rPr>
              <a:t>5. If the scanned character is a ‘)’, pop the stack and output it until a ‘(‘is encountered, and discard both the parenthesis. </a:t>
            </a:r>
            <a:endParaRPr sz="2800">
              <a:solidFill>
                <a:schemeClr val="dk2"/>
              </a:solidFill>
              <a:latin typeface="Times New Roman"/>
              <a:ea typeface="Times New Roman"/>
              <a:cs typeface="Times New Roman"/>
              <a:sym typeface="Times New Roman"/>
            </a:endParaRPr>
          </a:p>
          <a:p>
            <a:pPr marL="0" marR="0" lvl="0" indent="0" algn="l" rtl="0">
              <a:spcBef>
                <a:spcPts val="0"/>
              </a:spcBef>
              <a:spcAft>
                <a:spcPts val="0"/>
              </a:spcAft>
              <a:buNone/>
            </a:pPr>
            <a:r>
              <a:rPr lang="en-US" sz="2800">
                <a:solidFill>
                  <a:schemeClr val="dk2"/>
                </a:solidFill>
                <a:latin typeface="Times New Roman"/>
                <a:ea typeface="Times New Roman"/>
                <a:cs typeface="Times New Roman"/>
                <a:sym typeface="Times New Roman"/>
              </a:rPr>
              <a:t>6. Repeat steps 2-5 until the infix expression is scanned. </a:t>
            </a:r>
            <a:endParaRPr sz="2800">
              <a:solidFill>
                <a:schemeClr val="dk2"/>
              </a:solidFill>
              <a:latin typeface="Times New Roman"/>
              <a:ea typeface="Times New Roman"/>
              <a:cs typeface="Times New Roman"/>
              <a:sym typeface="Times New Roman"/>
            </a:endParaRPr>
          </a:p>
          <a:p>
            <a:pPr marL="0" marR="0" lvl="0" indent="0" algn="l" rtl="0">
              <a:spcBef>
                <a:spcPts val="0"/>
              </a:spcBef>
              <a:spcAft>
                <a:spcPts val="0"/>
              </a:spcAft>
              <a:buNone/>
            </a:pPr>
            <a:r>
              <a:rPr lang="en-US" sz="2800">
                <a:solidFill>
                  <a:schemeClr val="dk2"/>
                </a:solidFill>
                <a:latin typeface="Times New Roman"/>
                <a:ea typeface="Times New Roman"/>
                <a:cs typeface="Times New Roman"/>
                <a:sym typeface="Times New Roman"/>
              </a:rPr>
              <a:t>7. Once the scanning is over, Pop the stack and add the operators in the postfix expression until it is not empty.</a:t>
            </a:r>
            <a:endParaRPr sz="2800">
              <a:solidFill>
                <a:schemeClr val="dk2"/>
              </a:solidFill>
              <a:latin typeface="Times New Roman"/>
              <a:ea typeface="Times New Roman"/>
              <a:cs typeface="Times New Roman"/>
              <a:sym typeface="Times New Roman"/>
            </a:endParaRPr>
          </a:p>
          <a:p>
            <a:pPr marL="0" marR="0" lvl="0" indent="0" algn="l" rtl="0">
              <a:spcBef>
                <a:spcPts val="0"/>
              </a:spcBef>
              <a:spcAft>
                <a:spcPts val="0"/>
              </a:spcAft>
              <a:buNone/>
            </a:pPr>
            <a:r>
              <a:rPr lang="en-US" sz="2800">
                <a:solidFill>
                  <a:schemeClr val="dk2"/>
                </a:solidFill>
                <a:latin typeface="Times New Roman"/>
                <a:ea typeface="Times New Roman"/>
                <a:cs typeface="Times New Roman"/>
                <a:sym typeface="Times New Roman"/>
              </a:rPr>
              <a:t>8. Finally, print the postfix expression.</a:t>
            </a:r>
            <a:endParaRPr sz="2800">
              <a:solidFill>
                <a:schemeClr val="dk1"/>
              </a:solidFill>
              <a:latin typeface="Times New Roman"/>
              <a:ea typeface="Times New Roman"/>
              <a:cs typeface="Times New Roman"/>
              <a:sym typeface="Times New Roman"/>
            </a:endParaRPr>
          </a:p>
        </p:txBody>
      </p:sp>
      <p:pic>
        <p:nvPicPr>
          <p:cNvPr id="294" name="Google Shape;294;p11"/>
          <p:cNvPicPr preferRelativeResize="0"/>
          <p:nvPr/>
        </p:nvPicPr>
        <p:blipFill rotWithShape="1">
          <a:blip r:embed="rId4">
            <a:alphaModFix/>
          </a:blip>
          <a:srcRect/>
          <a:stretch/>
        </p:blipFill>
        <p:spPr>
          <a:xfrm>
            <a:off x="104932" y="215802"/>
            <a:ext cx="3795634" cy="740238"/>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299" name="Google Shape;299;p12"/>
          <p:cNvSpPr/>
          <p:nvPr/>
        </p:nvSpPr>
        <p:spPr>
          <a:xfrm>
            <a:off x="0" y="1"/>
            <a:ext cx="12191695"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00" name="Google Shape;300;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12</a:t>
            </a:fld>
            <a:endParaRPr/>
          </a:p>
        </p:txBody>
      </p:sp>
      <p:pic>
        <p:nvPicPr>
          <p:cNvPr id="301" name="Google Shape;301;p12" descr="A blue circle with text and words&#10;&#10;Description automatically generated"/>
          <p:cNvPicPr preferRelativeResize="0"/>
          <p:nvPr/>
        </p:nvPicPr>
        <p:blipFill rotWithShape="1">
          <a:blip r:embed="rId3">
            <a:alphaModFix/>
          </a:blip>
          <a:srcRect/>
          <a:stretch/>
        </p:blipFill>
        <p:spPr>
          <a:xfrm>
            <a:off x="10758566" y="191744"/>
            <a:ext cx="874732" cy="874732"/>
          </a:xfrm>
          <a:prstGeom prst="rect">
            <a:avLst/>
          </a:prstGeom>
          <a:noFill/>
          <a:ln>
            <a:noFill/>
          </a:ln>
        </p:spPr>
      </p:pic>
      <p:sp>
        <p:nvSpPr>
          <p:cNvPr id="302" name="Google Shape;302;p12"/>
          <p:cNvSpPr txBox="1">
            <a:spLocks noGrp="1"/>
          </p:cNvSpPr>
          <p:nvPr>
            <p:ph type="title"/>
          </p:nvPr>
        </p:nvSpPr>
        <p:spPr>
          <a:xfrm>
            <a:off x="3900805" y="89535"/>
            <a:ext cx="5308600" cy="1280795"/>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dk1"/>
              </a:buClr>
              <a:buSzPct val="100000"/>
              <a:buFont typeface="Tahoma"/>
              <a:buNone/>
            </a:pPr>
            <a:r>
              <a:rPr lang="en-US" sz="2800" b="1">
                <a:latin typeface="Tahoma"/>
                <a:ea typeface="Tahoma"/>
                <a:cs typeface="Tahoma"/>
                <a:sym typeface="Tahoma"/>
              </a:rPr>
              <a:t> </a:t>
            </a:r>
            <a:br>
              <a:rPr lang="en-US" sz="2800" b="1">
                <a:latin typeface="Tahoma"/>
                <a:ea typeface="Tahoma"/>
                <a:cs typeface="Tahoma"/>
                <a:sym typeface="Tahoma"/>
              </a:rPr>
            </a:br>
            <a:br>
              <a:rPr lang="en-US" sz="2800" b="1">
                <a:latin typeface="Tahoma"/>
                <a:ea typeface="Tahoma"/>
                <a:cs typeface="Tahoma"/>
                <a:sym typeface="Tahoma"/>
              </a:rPr>
            </a:br>
            <a:r>
              <a:rPr lang="en-US" sz="4000" b="1">
                <a:latin typeface="Times New Roman"/>
                <a:ea typeface="Times New Roman"/>
                <a:cs typeface="Times New Roman"/>
                <a:sym typeface="Times New Roman"/>
              </a:rPr>
              <a:t>Example walkthrough</a:t>
            </a:r>
            <a:endParaRPr sz="4000" b="1">
              <a:latin typeface="Times New Roman"/>
              <a:ea typeface="Times New Roman"/>
              <a:cs typeface="Times New Roman"/>
              <a:sym typeface="Times New Roman"/>
            </a:endParaRPr>
          </a:p>
        </p:txBody>
      </p:sp>
      <p:pic>
        <p:nvPicPr>
          <p:cNvPr id="303" name="Google Shape;303;p12"/>
          <p:cNvPicPr preferRelativeResize="0"/>
          <p:nvPr/>
        </p:nvPicPr>
        <p:blipFill rotWithShape="1">
          <a:blip r:embed="rId4">
            <a:alphaModFix/>
          </a:blip>
          <a:srcRect/>
          <a:stretch/>
        </p:blipFill>
        <p:spPr>
          <a:xfrm>
            <a:off x="104932" y="215802"/>
            <a:ext cx="3795634" cy="740238"/>
          </a:xfrm>
          <a:prstGeom prst="rect">
            <a:avLst/>
          </a:prstGeom>
          <a:noFill/>
          <a:ln>
            <a:noFill/>
          </a:ln>
        </p:spPr>
      </p:pic>
      <p:sp>
        <p:nvSpPr>
          <p:cNvPr id="304" name="Google Shape;304;p12"/>
          <p:cNvSpPr/>
          <p:nvPr/>
        </p:nvSpPr>
        <p:spPr>
          <a:xfrm>
            <a:off x="584200" y="1370330"/>
            <a:ext cx="11049000" cy="51816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chemeClr val="dk1"/>
              </a:buClr>
              <a:buSzPts val="2300"/>
              <a:buFont typeface="Times New Roman"/>
              <a:buNone/>
            </a:pPr>
            <a:r>
              <a:rPr lang="en-US" sz="2300" b="1">
                <a:solidFill>
                  <a:schemeClr val="dk1"/>
                </a:solidFill>
                <a:latin typeface="Times New Roman"/>
                <a:ea typeface="Times New Roman"/>
                <a:cs typeface="Times New Roman"/>
                <a:sym typeface="Times New Roman"/>
              </a:rPr>
              <a:t> </a:t>
            </a:r>
            <a:br>
              <a:rPr lang="en-US" sz="2300" b="1">
                <a:solidFill>
                  <a:schemeClr val="dk1"/>
                </a:solidFill>
                <a:latin typeface="Times New Roman"/>
                <a:ea typeface="Times New Roman"/>
                <a:cs typeface="Times New Roman"/>
                <a:sym typeface="Times New Roman"/>
              </a:rPr>
            </a:br>
            <a:br>
              <a:rPr lang="en-US" sz="2300" b="1">
                <a:solidFill>
                  <a:schemeClr val="dk1"/>
                </a:solidFill>
                <a:latin typeface="Times New Roman"/>
                <a:ea typeface="Times New Roman"/>
                <a:cs typeface="Times New Roman"/>
                <a:sym typeface="Times New Roman"/>
              </a:rPr>
            </a:br>
            <a:r>
              <a:rPr lang="en-US" sz="2300" b="1">
                <a:solidFill>
                  <a:schemeClr val="dk1"/>
                </a:solidFill>
                <a:latin typeface="Times New Roman"/>
                <a:ea typeface="Times New Roman"/>
                <a:cs typeface="Times New Roman"/>
                <a:sym typeface="Times New Roman"/>
              </a:rPr>
              <a:t>Convert the Infix Expression “a+b*c+d” to Postfix Expression using algorithm. </a:t>
            </a:r>
            <a:endParaRPr sz="2300" b="1">
              <a:solidFill>
                <a:schemeClr val="dk1"/>
              </a:solidFill>
              <a:latin typeface="Times New Roman"/>
              <a:ea typeface="Times New Roman"/>
              <a:cs typeface="Times New Roman"/>
              <a:sym typeface="Times New Roman"/>
            </a:endParaRPr>
          </a:p>
        </p:txBody>
      </p:sp>
      <p:pic>
        <p:nvPicPr>
          <p:cNvPr id="305" name="Google Shape;305;p12" descr="i2p 1"/>
          <p:cNvPicPr preferRelativeResize="0"/>
          <p:nvPr/>
        </p:nvPicPr>
        <p:blipFill rotWithShape="1">
          <a:blip r:embed="rId5">
            <a:alphaModFix/>
          </a:blip>
          <a:srcRect/>
          <a:stretch/>
        </p:blipFill>
        <p:spPr>
          <a:xfrm>
            <a:off x="2176780" y="2479675"/>
            <a:ext cx="9893935" cy="4241800"/>
          </a:xfrm>
          <a:prstGeom prst="rect">
            <a:avLst/>
          </a:prstGeom>
          <a:noFill/>
          <a:ln>
            <a:noFill/>
          </a:ln>
        </p:spPr>
      </p:pic>
      <p:sp>
        <p:nvSpPr>
          <p:cNvPr id="306" name="Google Shape;306;p12"/>
          <p:cNvSpPr txBox="1"/>
          <p:nvPr/>
        </p:nvSpPr>
        <p:spPr>
          <a:xfrm>
            <a:off x="828040" y="2302510"/>
            <a:ext cx="1348105" cy="5835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u="sng">
                <a:solidFill>
                  <a:schemeClr val="dk1"/>
                </a:solidFill>
                <a:latin typeface="Times New Roman"/>
                <a:ea typeface="Times New Roman"/>
                <a:cs typeface="Times New Roman"/>
                <a:sym typeface="Times New Roman"/>
              </a:rPr>
              <a:t>Step 1</a:t>
            </a:r>
            <a:endParaRPr sz="3200" b="1" u="sng">
              <a:solidFill>
                <a:schemeClr val="dk1"/>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10"/>
        <p:cNvGrpSpPr/>
        <p:nvPr/>
      </p:nvGrpSpPr>
      <p:grpSpPr>
        <a:xfrm>
          <a:off x="0" y="0"/>
          <a:ext cx="0" cy="0"/>
          <a:chOff x="0" y="0"/>
          <a:chExt cx="0" cy="0"/>
        </a:xfrm>
      </p:grpSpPr>
      <p:sp>
        <p:nvSpPr>
          <p:cNvPr id="311" name="Google Shape;311;p13"/>
          <p:cNvSpPr/>
          <p:nvPr/>
        </p:nvSpPr>
        <p:spPr>
          <a:xfrm>
            <a:off x="0" y="1"/>
            <a:ext cx="12191695"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12" name="Google Shape;312;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13</a:t>
            </a:fld>
            <a:endParaRPr/>
          </a:p>
        </p:txBody>
      </p:sp>
      <p:pic>
        <p:nvPicPr>
          <p:cNvPr id="313" name="Google Shape;313;p13" descr="A blue circle with text and words&#10;&#10;Description automatically generated"/>
          <p:cNvPicPr preferRelativeResize="0"/>
          <p:nvPr/>
        </p:nvPicPr>
        <p:blipFill rotWithShape="1">
          <a:blip r:embed="rId3">
            <a:alphaModFix/>
          </a:blip>
          <a:srcRect/>
          <a:stretch/>
        </p:blipFill>
        <p:spPr>
          <a:xfrm>
            <a:off x="10758566" y="191744"/>
            <a:ext cx="874732" cy="874732"/>
          </a:xfrm>
          <a:prstGeom prst="rect">
            <a:avLst/>
          </a:prstGeom>
          <a:noFill/>
          <a:ln>
            <a:noFill/>
          </a:ln>
        </p:spPr>
      </p:pic>
      <p:sp>
        <p:nvSpPr>
          <p:cNvPr id="314" name="Google Shape;314;p13"/>
          <p:cNvSpPr txBox="1">
            <a:spLocks noGrp="1"/>
          </p:cNvSpPr>
          <p:nvPr>
            <p:ph type="title"/>
          </p:nvPr>
        </p:nvSpPr>
        <p:spPr>
          <a:xfrm>
            <a:off x="3900805" y="89535"/>
            <a:ext cx="5308600" cy="1280795"/>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dk1"/>
              </a:buClr>
              <a:buSzPct val="100000"/>
              <a:buFont typeface="Tahoma"/>
              <a:buNone/>
            </a:pPr>
            <a:r>
              <a:rPr lang="en-US" sz="2800" b="1">
                <a:latin typeface="Tahoma"/>
                <a:ea typeface="Tahoma"/>
                <a:cs typeface="Tahoma"/>
                <a:sym typeface="Tahoma"/>
              </a:rPr>
              <a:t> </a:t>
            </a:r>
            <a:br>
              <a:rPr lang="en-US" sz="2800" b="1">
                <a:latin typeface="Tahoma"/>
                <a:ea typeface="Tahoma"/>
                <a:cs typeface="Tahoma"/>
                <a:sym typeface="Tahoma"/>
              </a:rPr>
            </a:br>
            <a:br>
              <a:rPr lang="en-US" sz="2800" b="1">
                <a:latin typeface="Tahoma"/>
                <a:ea typeface="Tahoma"/>
                <a:cs typeface="Tahoma"/>
                <a:sym typeface="Tahoma"/>
              </a:rPr>
            </a:br>
            <a:r>
              <a:rPr lang="en-US" sz="4000" b="1">
                <a:latin typeface="Times New Roman"/>
                <a:ea typeface="Times New Roman"/>
                <a:cs typeface="Times New Roman"/>
                <a:sym typeface="Times New Roman"/>
              </a:rPr>
              <a:t>Example walkthrough</a:t>
            </a:r>
            <a:endParaRPr sz="4000" b="1">
              <a:latin typeface="Times New Roman"/>
              <a:ea typeface="Times New Roman"/>
              <a:cs typeface="Times New Roman"/>
              <a:sym typeface="Times New Roman"/>
            </a:endParaRPr>
          </a:p>
        </p:txBody>
      </p:sp>
      <p:pic>
        <p:nvPicPr>
          <p:cNvPr id="315" name="Google Shape;315;p13"/>
          <p:cNvPicPr preferRelativeResize="0"/>
          <p:nvPr/>
        </p:nvPicPr>
        <p:blipFill rotWithShape="1">
          <a:blip r:embed="rId4">
            <a:alphaModFix/>
          </a:blip>
          <a:srcRect/>
          <a:stretch/>
        </p:blipFill>
        <p:spPr>
          <a:xfrm>
            <a:off x="104932" y="215802"/>
            <a:ext cx="3795634" cy="740238"/>
          </a:xfrm>
          <a:prstGeom prst="rect">
            <a:avLst/>
          </a:prstGeom>
          <a:noFill/>
          <a:ln>
            <a:noFill/>
          </a:ln>
        </p:spPr>
      </p:pic>
      <p:sp>
        <p:nvSpPr>
          <p:cNvPr id="316" name="Google Shape;316;p13"/>
          <p:cNvSpPr/>
          <p:nvPr/>
        </p:nvSpPr>
        <p:spPr>
          <a:xfrm>
            <a:off x="584200" y="1370330"/>
            <a:ext cx="11049000" cy="51816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chemeClr val="dk1"/>
              </a:buClr>
              <a:buSzPts val="2300"/>
              <a:buFont typeface="Times New Roman"/>
              <a:buNone/>
            </a:pPr>
            <a:r>
              <a:rPr lang="en-US" sz="2300" b="1">
                <a:solidFill>
                  <a:schemeClr val="dk1"/>
                </a:solidFill>
                <a:latin typeface="Times New Roman"/>
                <a:ea typeface="Times New Roman"/>
                <a:cs typeface="Times New Roman"/>
                <a:sym typeface="Times New Roman"/>
              </a:rPr>
              <a:t> </a:t>
            </a:r>
            <a:br>
              <a:rPr lang="en-US" sz="2300" b="1">
                <a:solidFill>
                  <a:schemeClr val="dk1"/>
                </a:solidFill>
                <a:latin typeface="Times New Roman"/>
                <a:ea typeface="Times New Roman"/>
                <a:cs typeface="Times New Roman"/>
                <a:sym typeface="Times New Roman"/>
              </a:rPr>
            </a:br>
            <a:br>
              <a:rPr lang="en-US" sz="2300" b="1">
                <a:solidFill>
                  <a:schemeClr val="dk1"/>
                </a:solidFill>
                <a:latin typeface="Times New Roman"/>
                <a:ea typeface="Times New Roman"/>
                <a:cs typeface="Times New Roman"/>
                <a:sym typeface="Times New Roman"/>
              </a:rPr>
            </a:br>
            <a:r>
              <a:rPr lang="en-US" sz="2300" b="1">
                <a:solidFill>
                  <a:schemeClr val="dk1"/>
                </a:solidFill>
                <a:latin typeface="Times New Roman"/>
                <a:ea typeface="Times New Roman"/>
                <a:cs typeface="Times New Roman"/>
                <a:sym typeface="Times New Roman"/>
              </a:rPr>
              <a:t>Convert the Infix Expression “a+b*c+d” to Postfix Expression using algorithm. </a:t>
            </a:r>
            <a:endParaRPr sz="2300" b="1">
              <a:solidFill>
                <a:schemeClr val="dk1"/>
              </a:solidFill>
              <a:latin typeface="Times New Roman"/>
              <a:ea typeface="Times New Roman"/>
              <a:cs typeface="Times New Roman"/>
              <a:sym typeface="Times New Roman"/>
            </a:endParaRPr>
          </a:p>
        </p:txBody>
      </p:sp>
      <p:sp>
        <p:nvSpPr>
          <p:cNvPr id="317" name="Google Shape;317;p13"/>
          <p:cNvSpPr txBox="1"/>
          <p:nvPr/>
        </p:nvSpPr>
        <p:spPr>
          <a:xfrm>
            <a:off x="828040" y="2302510"/>
            <a:ext cx="1348105" cy="5835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u="sng">
                <a:solidFill>
                  <a:schemeClr val="dk1"/>
                </a:solidFill>
                <a:latin typeface="Times New Roman"/>
                <a:ea typeface="Times New Roman"/>
                <a:cs typeface="Times New Roman"/>
                <a:sym typeface="Times New Roman"/>
              </a:rPr>
              <a:t>Step 2</a:t>
            </a:r>
            <a:endParaRPr sz="3200" b="1" u="sng">
              <a:solidFill>
                <a:schemeClr val="dk1"/>
              </a:solidFill>
              <a:latin typeface="Times New Roman"/>
              <a:ea typeface="Times New Roman"/>
              <a:cs typeface="Times New Roman"/>
              <a:sym typeface="Times New Roman"/>
            </a:endParaRPr>
          </a:p>
        </p:txBody>
      </p:sp>
      <p:pic>
        <p:nvPicPr>
          <p:cNvPr id="318" name="Google Shape;318;p13" descr="i2p 2"/>
          <p:cNvPicPr preferRelativeResize="0"/>
          <p:nvPr/>
        </p:nvPicPr>
        <p:blipFill rotWithShape="1">
          <a:blip r:embed="rId5">
            <a:alphaModFix/>
          </a:blip>
          <a:srcRect/>
          <a:stretch/>
        </p:blipFill>
        <p:spPr>
          <a:xfrm>
            <a:off x="2176780" y="2302510"/>
            <a:ext cx="9853930" cy="441833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22"/>
        <p:cNvGrpSpPr/>
        <p:nvPr/>
      </p:nvGrpSpPr>
      <p:grpSpPr>
        <a:xfrm>
          <a:off x="0" y="0"/>
          <a:ext cx="0" cy="0"/>
          <a:chOff x="0" y="0"/>
          <a:chExt cx="0" cy="0"/>
        </a:xfrm>
      </p:grpSpPr>
      <p:sp>
        <p:nvSpPr>
          <p:cNvPr id="323" name="Google Shape;323;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14</a:t>
            </a:fld>
            <a:endParaRPr/>
          </a:p>
        </p:txBody>
      </p:sp>
      <p:pic>
        <p:nvPicPr>
          <p:cNvPr id="324" name="Google Shape;324;p14" descr="A blue circle with text and words&#10;&#10;Description automatically generated"/>
          <p:cNvPicPr preferRelativeResize="0"/>
          <p:nvPr/>
        </p:nvPicPr>
        <p:blipFill rotWithShape="1">
          <a:blip r:embed="rId3">
            <a:alphaModFix/>
          </a:blip>
          <a:srcRect/>
          <a:stretch/>
        </p:blipFill>
        <p:spPr>
          <a:xfrm>
            <a:off x="10758566" y="191744"/>
            <a:ext cx="874732" cy="874732"/>
          </a:xfrm>
          <a:prstGeom prst="rect">
            <a:avLst/>
          </a:prstGeom>
          <a:noFill/>
          <a:ln>
            <a:noFill/>
          </a:ln>
        </p:spPr>
      </p:pic>
      <p:sp>
        <p:nvSpPr>
          <p:cNvPr id="325" name="Google Shape;325;p14"/>
          <p:cNvSpPr txBox="1">
            <a:spLocks noGrp="1"/>
          </p:cNvSpPr>
          <p:nvPr>
            <p:ph type="title"/>
          </p:nvPr>
        </p:nvSpPr>
        <p:spPr>
          <a:xfrm>
            <a:off x="3900805" y="89535"/>
            <a:ext cx="5308600" cy="1280795"/>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dk1"/>
              </a:buClr>
              <a:buSzPct val="100000"/>
              <a:buFont typeface="Tahoma"/>
              <a:buNone/>
            </a:pPr>
            <a:r>
              <a:rPr lang="en-US" sz="2800" b="1">
                <a:latin typeface="Tahoma"/>
                <a:ea typeface="Tahoma"/>
                <a:cs typeface="Tahoma"/>
                <a:sym typeface="Tahoma"/>
              </a:rPr>
              <a:t> </a:t>
            </a:r>
            <a:br>
              <a:rPr lang="en-US" sz="2800" b="1">
                <a:latin typeface="Tahoma"/>
                <a:ea typeface="Tahoma"/>
                <a:cs typeface="Tahoma"/>
                <a:sym typeface="Tahoma"/>
              </a:rPr>
            </a:br>
            <a:br>
              <a:rPr lang="en-US" sz="2800" b="1">
                <a:latin typeface="Tahoma"/>
                <a:ea typeface="Tahoma"/>
                <a:cs typeface="Tahoma"/>
                <a:sym typeface="Tahoma"/>
              </a:rPr>
            </a:br>
            <a:r>
              <a:rPr lang="en-US" sz="4000" b="1">
                <a:latin typeface="Times New Roman"/>
                <a:ea typeface="Times New Roman"/>
                <a:cs typeface="Times New Roman"/>
                <a:sym typeface="Times New Roman"/>
              </a:rPr>
              <a:t>Example walkthrough</a:t>
            </a:r>
            <a:endParaRPr sz="4000" b="1">
              <a:latin typeface="Times New Roman"/>
              <a:ea typeface="Times New Roman"/>
              <a:cs typeface="Times New Roman"/>
              <a:sym typeface="Times New Roman"/>
            </a:endParaRPr>
          </a:p>
        </p:txBody>
      </p:sp>
      <p:pic>
        <p:nvPicPr>
          <p:cNvPr id="326" name="Google Shape;326;p14"/>
          <p:cNvPicPr preferRelativeResize="0"/>
          <p:nvPr/>
        </p:nvPicPr>
        <p:blipFill rotWithShape="1">
          <a:blip r:embed="rId4">
            <a:alphaModFix/>
          </a:blip>
          <a:srcRect/>
          <a:stretch/>
        </p:blipFill>
        <p:spPr>
          <a:xfrm>
            <a:off x="104932" y="215802"/>
            <a:ext cx="3795634" cy="740238"/>
          </a:xfrm>
          <a:prstGeom prst="rect">
            <a:avLst/>
          </a:prstGeom>
          <a:noFill/>
          <a:ln>
            <a:noFill/>
          </a:ln>
        </p:spPr>
      </p:pic>
      <p:sp>
        <p:nvSpPr>
          <p:cNvPr id="327" name="Google Shape;327;p14"/>
          <p:cNvSpPr/>
          <p:nvPr/>
        </p:nvSpPr>
        <p:spPr>
          <a:xfrm>
            <a:off x="584200" y="1370330"/>
            <a:ext cx="11049000" cy="51816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chemeClr val="dk1"/>
              </a:buClr>
              <a:buSzPts val="2300"/>
              <a:buFont typeface="Times New Roman"/>
              <a:buNone/>
            </a:pPr>
            <a:r>
              <a:rPr lang="en-US" sz="2300" b="1">
                <a:solidFill>
                  <a:schemeClr val="dk1"/>
                </a:solidFill>
                <a:latin typeface="Times New Roman"/>
                <a:ea typeface="Times New Roman"/>
                <a:cs typeface="Times New Roman"/>
                <a:sym typeface="Times New Roman"/>
              </a:rPr>
              <a:t> </a:t>
            </a:r>
            <a:br>
              <a:rPr lang="en-US" sz="2300" b="1">
                <a:solidFill>
                  <a:schemeClr val="dk1"/>
                </a:solidFill>
                <a:latin typeface="Times New Roman"/>
                <a:ea typeface="Times New Roman"/>
                <a:cs typeface="Times New Roman"/>
                <a:sym typeface="Times New Roman"/>
              </a:rPr>
            </a:br>
            <a:br>
              <a:rPr lang="en-US" sz="2300" b="1">
                <a:solidFill>
                  <a:schemeClr val="dk1"/>
                </a:solidFill>
                <a:latin typeface="Times New Roman"/>
                <a:ea typeface="Times New Roman"/>
                <a:cs typeface="Times New Roman"/>
                <a:sym typeface="Times New Roman"/>
              </a:rPr>
            </a:br>
            <a:r>
              <a:rPr lang="en-US" sz="2300" b="1">
                <a:solidFill>
                  <a:schemeClr val="dk1"/>
                </a:solidFill>
                <a:latin typeface="Times New Roman"/>
                <a:ea typeface="Times New Roman"/>
                <a:cs typeface="Times New Roman"/>
                <a:sym typeface="Times New Roman"/>
              </a:rPr>
              <a:t>Convert the Infix Expression “a+b*c+d” to Postfix Expression using algorithm. </a:t>
            </a:r>
            <a:endParaRPr sz="2300" b="1">
              <a:solidFill>
                <a:schemeClr val="dk1"/>
              </a:solidFill>
              <a:latin typeface="Times New Roman"/>
              <a:ea typeface="Times New Roman"/>
              <a:cs typeface="Times New Roman"/>
              <a:sym typeface="Times New Roman"/>
            </a:endParaRPr>
          </a:p>
        </p:txBody>
      </p:sp>
      <p:sp>
        <p:nvSpPr>
          <p:cNvPr id="328" name="Google Shape;328;p14"/>
          <p:cNvSpPr txBox="1"/>
          <p:nvPr/>
        </p:nvSpPr>
        <p:spPr>
          <a:xfrm>
            <a:off x="828040" y="2302510"/>
            <a:ext cx="1348105" cy="5835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u="sng">
                <a:solidFill>
                  <a:schemeClr val="dk1"/>
                </a:solidFill>
                <a:latin typeface="Times New Roman"/>
                <a:ea typeface="Times New Roman"/>
                <a:cs typeface="Times New Roman"/>
                <a:sym typeface="Times New Roman"/>
              </a:rPr>
              <a:t>Step 3</a:t>
            </a:r>
            <a:endParaRPr sz="3200" b="1" u="sng">
              <a:solidFill>
                <a:schemeClr val="dk1"/>
              </a:solidFill>
              <a:latin typeface="Times New Roman"/>
              <a:ea typeface="Times New Roman"/>
              <a:cs typeface="Times New Roman"/>
              <a:sym typeface="Times New Roman"/>
            </a:endParaRPr>
          </a:p>
        </p:txBody>
      </p:sp>
      <p:pic>
        <p:nvPicPr>
          <p:cNvPr id="329" name="Google Shape;329;p14" descr="i2p 3"/>
          <p:cNvPicPr preferRelativeResize="0"/>
          <p:nvPr/>
        </p:nvPicPr>
        <p:blipFill rotWithShape="1">
          <a:blip r:embed="rId5">
            <a:alphaModFix/>
          </a:blip>
          <a:srcRect/>
          <a:stretch/>
        </p:blipFill>
        <p:spPr>
          <a:xfrm>
            <a:off x="2176145" y="2302510"/>
            <a:ext cx="9856470" cy="451294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sp>
        <p:nvSpPr>
          <p:cNvPr id="334" name="Google Shape;334;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15</a:t>
            </a:fld>
            <a:endParaRPr/>
          </a:p>
        </p:txBody>
      </p:sp>
      <p:pic>
        <p:nvPicPr>
          <p:cNvPr id="335" name="Google Shape;335;p15" descr="A blue circle with text and words&#10;&#10;Description automatically generated"/>
          <p:cNvPicPr preferRelativeResize="0"/>
          <p:nvPr/>
        </p:nvPicPr>
        <p:blipFill rotWithShape="1">
          <a:blip r:embed="rId3">
            <a:alphaModFix/>
          </a:blip>
          <a:srcRect/>
          <a:stretch/>
        </p:blipFill>
        <p:spPr>
          <a:xfrm>
            <a:off x="10758566" y="191744"/>
            <a:ext cx="874732" cy="874732"/>
          </a:xfrm>
          <a:prstGeom prst="rect">
            <a:avLst/>
          </a:prstGeom>
          <a:noFill/>
          <a:ln>
            <a:noFill/>
          </a:ln>
        </p:spPr>
      </p:pic>
      <p:sp>
        <p:nvSpPr>
          <p:cNvPr id="336" name="Google Shape;336;p15"/>
          <p:cNvSpPr txBox="1">
            <a:spLocks noGrp="1"/>
          </p:cNvSpPr>
          <p:nvPr>
            <p:ph type="title"/>
          </p:nvPr>
        </p:nvSpPr>
        <p:spPr>
          <a:xfrm>
            <a:off x="3900805" y="89535"/>
            <a:ext cx="5308600" cy="1280795"/>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dk1"/>
              </a:buClr>
              <a:buSzPct val="100000"/>
              <a:buFont typeface="Tahoma"/>
              <a:buNone/>
            </a:pPr>
            <a:r>
              <a:rPr lang="en-US" sz="2800" b="1">
                <a:latin typeface="Tahoma"/>
                <a:ea typeface="Tahoma"/>
                <a:cs typeface="Tahoma"/>
                <a:sym typeface="Tahoma"/>
              </a:rPr>
              <a:t> </a:t>
            </a:r>
            <a:br>
              <a:rPr lang="en-US" sz="2800" b="1">
                <a:latin typeface="Tahoma"/>
                <a:ea typeface="Tahoma"/>
                <a:cs typeface="Tahoma"/>
                <a:sym typeface="Tahoma"/>
              </a:rPr>
            </a:br>
            <a:br>
              <a:rPr lang="en-US" sz="2800" b="1">
                <a:latin typeface="Tahoma"/>
                <a:ea typeface="Tahoma"/>
                <a:cs typeface="Tahoma"/>
                <a:sym typeface="Tahoma"/>
              </a:rPr>
            </a:br>
            <a:r>
              <a:rPr lang="en-US" sz="4000" b="1">
                <a:latin typeface="Times New Roman"/>
                <a:ea typeface="Times New Roman"/>
                <a:cs typeface="Times New Roman"/>
                <a:sym typeface="Times New Roman"/>
              </a:rPr>
              <a:t>Example walkthrough</a:t>
            </a:r>
            <a:endParaRPr sz="4000" b="1">
              <a:latin typeface="Times New Roman"/>
              <a:ea typeface="Times New Roman"/>
              <a:cs typeface="Times New Roman"/>
              <a:sym typeface="Times New Roman"/>
            </a:endParaRPr>
          </a:p>
        </p:txBody>
      </p:sp>
      <p:pic>
        <p:nvPicPr>
          <p:cNvPr id="337" name="Google Shape;337;p15"/>
          <p:cNvPicPr preferRelativeResize="0"/>
          <p:nvPr/>
        </p:nvPicPr>
        <p:blipFill rotWithShape="1">
          <a:blip r:embed="rId4">
            <a:alphaModFix/>
          </a:blip>
          <a:srcRect/>
          <a:stretch/>
        </p:blipFill>
        <p:spPr>
          <a:xfrm>
            <a:off x="104932" y="215802"/>
            <a:ext cx="3795634" cy="740238"/>
          </a:xfrm>
          <a:prstGeom prst="rect">
            <a:avLst/>
          </a:prstGeom>
          <a:noFill/>
          <a:ln>
            <a:noFill/>
          </a:ln>
        </p:spPr>
      </p:pic>
      <p:sp>
        <p:nvSpPr>
          <p:cNvPr id="338" name="Google Shape;338;p15"/>
          <p:cNvSpPr/>
          <p:nvPr/>
        </p:nvSpPr>
        <p:spPr>
          <a:xfrm>
            <a:off x="584200" y="1370330"/>
            <a:ext cx="11049000" cy="51816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chemeClr val="dk1"/>
              </a:buClr>
              <a:buSzPts val="2300"/>
              <a:buFont typeface="Times New Roman"/>
              <a:buNone/>
            </a:pPr>
            <a:r>
              <a:rPr lang="en-US" sz="2300" b="1">
                <a:solidFill>
                  <a:schemeClr val="dk1"/>
                </a:solidFill>
                <a:latin typeface="Times New Roman"/>
                <a:ea typeface="Times New Roman"/>
                <a:cs typeface="Times New Roman"/>
                <a:sym typeface="Times New Roman"/>
              </a:rPr>
              <a:t> </a:t>
            </a:r>
            <a:br>
              <a:rPr lang="en-US" sz="2300" b="1">
                <a:solidFill>
                  <a:schemeClr val="dk1"/>
                </a:solidFill>
                <a:latin typeface="Times New Roman"/>
                <a:ea typeface="Times New Roman"/>
                <a:cs typeface="Times New Roman"/>
                <a:sym typeface="Times New Roman"/>
              </a:rPr>
            </a:br>
            <a:br>
              <a:rPr lang="en-US" sz="2300" b="1">
                <a:solidFill>
                  <a:schemeClr val="dk1"/>
                </a:solidFill>
                <a:latin typeface="Times New Roman"/>
                <a:ea typeface="Times New Roman"/>
                <a:cs typeface="Times New Roman"/>
                <a:sym typeface="Times New Roman"/>
              </a:rPr>
            </a:br>
            <a:r>
              <a:rPr lang="en-US" sz="2300" b="1">
                <a:solidFill>
                  <a:schemeClr val="dk1"/>
                </a:solidFill>
                <a:latin typeface="Times New Roman"/>
                <a:ea typeface="Times New Roman"/>
                <a:cs typeface="Times New Roman"/>
                <a:sym typeface="Times New Roman"/>
              </a:rPr>
              <a:t>Convert the Infix Expression “a+b*c+d” to Postfix Expression using algorithm. </a:t>
            </a:r>
            <a:endParaRPr sz="2300" b="1">
              <a:solidFill>
                <a:schemeClr val="dk1"/>
              </a:solidFill>
              <a:latin typeface="Times New Roman"/>
              <a:ea typeface="Times New Roman"/>
              <a:cs typeface="Times New Roman"/>
              <a:sym typeface="Times New Roman"/>
            </a:endParaRPr>
          </a:p>
        </p:txBody>
      </p:sp>
      <p:sp>
        <p:nvSpPr>
          <p:cNvPr id="339" name="Google Shape;339;p15"/>
          <p:cNvSpPr txBox="1"/>
          <p:nvPr/>
        </p:nvSpPr>
        <p:spPr>
          <a:xfrm>
            <a:off x="828040" y="2302510"/>
            <a:ext cx="1348105" cy="5835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u="sng">
                <a:solidFill>
                  <a:schemeClr val="dk1"/>
                </a:solidFill>
                <a:latin typeface="Times New Roman"/>
                <a:ea typeface="Times New Roman"/>
                <a:cs typeface="Times New Roman"/>
                <a:sym typeface="Times New Roman"/>
              </a:rPr>
              <a:t>Step 4</a:t>
            </a:r>
            <a:endParaRPr sz="3200" b="1" u="sng">
              <a:solidFill>
                <a:schemeClr val="dk1"/>
              </a:solidFill>
              <a:latin typeface="Times New Roman"/>
              <a:ea typeface="Times New Roman"/>
              <a:cs typeface="Times New Roman"/>
              <a:sym typeface="Times New Roman"/>
            </a:endParaRPr>
          </a:p>
        </p:txBody>
      </p:sp>
      <p:pic>
        <p:nvPicPr>
          <p:cNvPr id="340" name="Google Shape;340;p15" descr="i2p 4"/>
          <p:cNvPicPr preferRelativeResize="0"/>
          <p:nvPr/>
        </p:nvPicPr>
        <p:blipFill rotWithShape="1">
          <a:blip r:embed="rId5">
            <a:alphaModFix/>
          </a:blip>
          <a:srcRect/>
          <a:stretch/>
        </p:blipFill>
        <p:spPr>
          <a:xfrm>
            <a:off x="2175510" y="2301875"/>
            <a:ext cx="9882505" cy="442023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44"/>
        <p:cNvGrpSpPr/>
        <p:nvPr/>
      </p:nvGrpSpPr>
      <p:grpSpPr>
        <a:xfrm>
          <a:off x="0" y="0"/>
          <a:ext cx="0" cy="0"/>
          <a:chOff x="0" y="0"/>
          <a:chExt cx="0" cy="0"/>
        </a:xfrm>
      </p:grpSpPr>
      <p:sp>
        <p:nvSpPr>
          <p:cNvPr id="345" name="Google Shape;345;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16</a:t>
            </a:fld>
            <a:endParaRPr/>
          </a:p>
        </p:txBody>
      </p:sp>
      <p:pic>
        <p:nvPicPr>
          <p:cNvPr id="346" name="Google Shape;346;p16" descr="A blue circle with text and words&#10;&#10;Description automatically generated"/>
          <p:cNvPicPr preferRelativeResize="0"/>
          <p:nvPr/>
        </p:nvPicPr>
        <p:blipFill rotWithShape="1">
          <a:blip r:embed="rId3">
            <a:alphaModFix/>
          </a:blip>
          <a:srcRect/>
          <a:stretch/>
        </p:blipFill>
        <p:spPr>
          <a:xfrm>
            <a:off x="10758566" y="191744"/>
            <a:ext cx="874732" cy="874732"/>
          </a:xfrm>
          <a:prstGeom prst="rect">
            <a:avLst/>
          </a:prstGeom>
          <a:noFill/>
          <a:ln>
            <a:noFill/>
          </a:ln>
        </p:spPr>
      </p:pic>
      <p:sp>
        <p:nvSpPr>
          <p:cNvPr id="347" name="Google Shape;347;p16"/>
          <p:cNvSpPr txBox="1">
            <a:spLocks noGrp="1"/>
          </p:cNvSpPr>
          <p:nvPr>
            <p:ph type="title"/>
          </p:nvPr>
        </p:nvSpPr>
        <p:spPr>
          <a:xfrm>
            <a:off x="3900805" y="89535"/>
            <a:ext cx="5308600" cy="1280795"/>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dk1"/>
              </a:buClr>
              <a:buSzPct val="100000"/>
              <a:buFont typeface="Tahoma"/>
              <a:buNone/>
            </a:pPr>
            <a:r>
              <a:rPr lang="en-US" sz="2800" b="1">
                <a:latin typeface="Tahoma"/>
                <a:ea typeface="Tahoma"/>
                <a:cs typeface="Tahoma"/>
                <a:sym typeface="Tahoma"/>
              </a:rPr>
              <a:t> </a:t>
            </a:r>
            <a:br>
              <a:rPr lang="en-US" sz="2800" b="1">
                <a:latin typeface="Tahoma"/>
                <a:ea typeface="Tahoma"/>
                <a:cs typeface="Tahoma"/>
                <a:sym typeface="Tahoma"/>
              </a:rPr>
            </a:br>
            <a:br>
              <a:rPr lang="en-US" sz="2800" b="1">
                <a:latin typeface="Tahoma"/>
                <a:ea typeface="Tahoma"/>
                <a:cs typeface="Tahoma"/>
                <a:sym typeface="Tahoma"/>
              </a:rPr>
            </a:br>
            <a:r>
              <a:rPr lang="en-US" sz="4000" b="1">
                <a:latin typeface="Times New Roman"/>
                <a:ea typeface="Times New Roman"/>
                <a:cs typeface="Times New Roman"/>
                <a:sym typeface="Times New Roman"/>
              </a:rPr>
              <a:t>Example walkthrough</a:t>
            </a:r>
            <a:endParaRPr sz="4000" b="1">
              <a:latin typeface="Times New Roman"/>
              <a:ea typeface="Times New Roman"/>
              <a:cs typeface="Times New Roman"/>
              <a:sym typeface="Times New Roman"/>
            </a:endParaRPr>
          </a:p>
        </p:txBody>
      </p:sp>
      <p:pic>
        <p:nvPicPr>
          <p:cNvPr id="348" name="Google Shape;348;p16"/>
          <p:cNvPicPr preferRelativeResize="0"/>
          <p:nvPr/>
        </p:nvPicPr>
        <p:blipFill rotWithShape="1">
          <a:blip r:embed="rId4">
            <a:alphaModFix/>
          </a:blip>
          <a:srcRect/>
          <a:stretch/>
        </p:blipFill>
        <p:spPr>
          <a:xfrm>
            <a:off x="104932" y="215802"/>
            <a:ext cx="3795634" cy="740238"/>
          </a:xfrm>
          <a:prstGeom prst="rect">
            <a:avLst/>
          </a:prstGeom>
          <a:noFill/>
          <a:ln>
            <a:noFill/>
          </a:ln>
        </p:spPr>
      </p:pic>
      <p:sp>
        <p:nvSpPr>
          <p:cNvPr id="349" name="Google Shape;349;p16"/>
          <p:cNvSpPr/>
          <p:nvPr/>
        </p:nvSpPr>
        <p:spPr>
          <a:xfrm>
            <a:off x="584200" y="1370330"/>
            <a:ext cx="11049000" cy="51816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chemeClr val="dk1"/>
              </a:buClr>
              <a:buSzPts val="2300"/>
              <a:buFont typeface="Times New Roman"/>
              <a:buNone/>
            </a:pPr>
            <a:r>
              <a:rPr lang="en-US" sz="2300" b="1">
                <a:solidFill>
                  <a:schemeClr val="dk1"/>
                </a:solidFill>
                <a:latin typeface="Times New Roman"/>
                <a:ea typeface="Times New Roman"/>
                <a:cs typeface="Times New Roman"/>
                <a:sym typeface="Times New Roman"/>
              </a:rPr>
              <a:t> </a:t>
            </a:r>
            <a:br>
              <a:rPr lang="en-US" sz="2300" b="1">
                <a:solidFill>
                  <a:schemeClr val="dk1"/>
                </a:solidFill>
                <a:latin typeface="Times New Roman"/>
                <a:ea typeface="Times New Roman"/>
                <a:cs typeface="Times New Roman"/>
                <a:sym typeface="Times New Roman"/>
              </a:rPr>
            </a:br>
            <a:br>
              <a:rPr lang="en-US" sz="2300" b="1">
                <a:solidFill>
                  <a:schemeClr val="dk1"/>
                </a:solidFill>
                <a:latin typeface="Times New Roman"/>
                <a:ea typeface="Times New Roman"/>
                <a:cs typeface="Times New Roman"/>
                <a:sym typeface="Times New Roman"/>
              </a:rPr>
            </a:br>
            <a:r>
              <a:rPr lang="en-US" sz="2300" b="1">
                <a:solidFill>
                  <a:schemeClr val="dk1"/>
                </a:solidFill>
                <a:latin typeface="Times New Roman"/>
                <a:ea typeface="Times New Roman"/>
                <a:cs typeface="Times New Roman"/>
                <a:sym typeface="Times New Roman"/>
              </a:rPr>
              <a:t>Convert the Infix Expression “a+b*c+d” to Postfix Expression using algorithm. </a:t>
            </a:r>
            <a:endParaRPr sz="2300" b="1">
              <a:solidFill>
                <a:schemeClr val="dk1"/>
              </a:solidFill>
              <a:latin typeface="Times New Roman"/>
              <a:ea typeface="Times New Roman"/>
              <a:cs typeface="Times New Roman"/>
              <a:sym typeface="Times New Roman"/>
            </a:endParaRPr>
          </a:p>
        </p:txBody>
      </p:sp>
      <p:sp>
        <p:nvSpPr>
          <p:cNvPr id="350" name="Google Shape;350;p16"/>
          <p:cNvSpPr txBox="1"/>
          <p:nvPr/>
        </p:nvSpPr>
        <p:spPr>
          <a:xfrm>
            <a:off x="828040" y="2302510"/>
            <a:ext cx="1348105" cy="5835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u="sng">
                <a:solidFill>
                  <a:schemeClr val="dk1"/>
                </a:solidFill>
                <a:latin typeface="Times New Roman"/>
                <a:ea typeface="Times New Roman"/>
                <a:cs typeface="Times New Roman"/>
                <a:sym typeface="Times New Roman"/>
              </a:rPr>
              <a:t>Step 5</a:t>
            </a:r>
            <a:endParaRPr sz="3200" b="1" u="sng">
              <a:solidFill>
                <a:schemeClr val="dk1"/>
              </a:solidFill>
              <a:latin typeface="Times New Roman"/>
              <a:ea typeface="Times New Roman"/>
              <a:cs typeface="Times New Roman"/>
              <a:sym typeface="Times New Roman"/>
            </a:endParaRPr>
          </a:p>
        </p:txBody>
      </p:sp>
      <p:pic>
        <p:nvPicPr>
          <p:cNvPr id="351" name="Google Shape;351;p16" descr="i2p 5"/>
          <p:cNvPicPr preferRelativeResize="0"/>
          <p:nvPr/>
        </p:nvPicPr>
        <p:blipFill rotWithShape="1">
          <a:blip r:embed="rId5">
            <a:alphaModFix/>
          </a:blip>
          <a:srcRect/>
          <a:stretch/>
        </p:blipFill>
        <p:spPr>
          <a:xfrm>
            <a:off x="2176145" y="2192020"/>
            <a:ext cx="9911715" cy="458660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55"/>
        <p:cNvGrpSpPr/>
        <p:nvPr/>
      </p:nvGrpSpPr>
      <p:grpSpPr>
        <a:xfrm>
          <a:off x="0" y="0"/>
          <a:ext cx="0" cy="0"/>
          <a:chOff x="0" y="0"/>
          <a:chExt cx="0" cy="0"/>
        </a:xfrm>
      </p:grpSpPr>
      <p:sp>
        <p:nvSpPr>
          <p:cNvPr id="356" name="Google Shape;356;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17</a:t>
            </a:fld>
            <a:endParaRPr/>
          </a:p>
        </p:txBody>
      </p:sp>
      <p:pic>
        <p:nvPicPr>
          <p:cNvPr id="357" name="Google Shape;357;p17" descr="A blue circle with text and words&#10;&#10;Description automatically generated"/>
          <p:cNvPicPr preferRelativeResize="0"/>
          <p:nvPr/>
        </p:nvPicPr>
        <p:blipFill rotWithShape="1">
          <a:blip r:embed="rId3">
            <a:alphaModFix/>
          </a:blip>
          <a:srcRect/>
          <a:stretch/>
        </p:blipFill>
        <p:spPr>
          <a:xfrm>
            <a:off x="10758566" y="191744"/>
            <a:ext cx="874732" cy="874732"/>
          </a:xfrm>
          <a:prstGeom prst="rect">
            <a:avLst/>
          </a:prstGeom>
          <a:noFill/>
          <a:ln>
            <a:noFill/>
          </a:ln>
        </p:spPr>
      </p:pic>
      <p:sp>
        <p:nvSpPr>
          <p:cNvPr id="358" name="Google Shape;358;p17"/>
          <p:cNvSpPr txBox="1">
            <a:spLocks noGrp="1"/>
          </p:cNvSpPr>
          <p:nvPr>
            <p:ph type="title"/>
          </p:nvPr>
        </p:nvSpPr>
        <p:spPr>
          <a:xfrm>
            <a:off x="3900805" y="89535"/>
            <a:ext cx="5308600" cy="1280795"/>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dk1"/>
              </a:buClr>
              <a:buSzPct val="100000"/>
              <a:buFont typeface="Tahoma"/>
              <a:buNone/>
            </a:pPr>
            <a:r>
              <a:rPr lang="en-US" sz="2800" b="1">
                <a:latin typeface="Tahoma"/>
                <a:ea typeface="Tahoma"/>
                <a:cs typeface="Tahoma"/>
                <a:sym typeface="Tahoma"/>
              </a:rPr>
              <a:t> </a:t>
            </a:r>
            <a:br>
              <a:rPr lang="en-US" sz="2800" b="1">
                <a:latin typeface="Tahoma"/>
                <a:ea typeface="Tahoma"/>
                <a:cs typeface="Tahoma"/>
                <a:sym typeface="Tahoma"/>
              </a:rPr>
            </a:br>
            <a:br>
              <a:rPr lang="en-US" sz="2800" b="1">
                <a:latin typeface="Tahoma"/>
                <a:ea typeface="Tahoma"/>
                <a:cs typeface="Tahoma"/>
                <a:sym typeface="Tahoma"/>
              </a:rPr>
            </a:br>
            <a:r>
              <a:rPr lang="en-US" sz="4000" b="1">
                <a:latin typeface="Times New Roman"/>
                <a:ea typeface="Times New Roman"/>
                <a:cs typeface="Times New Roman"/>
                <a:sym typeface="Times New Roman"/>
              </a:rPr>
              <a:t>Example walkthrough</a:t>
            </a:r>
            <a:endParaRPr sz="4000" b="1">
              <a:latin typeface="Times New Roman"/>
              <a:ea typeface="Times New Roman"/>
              <a:cs typeface="Times New Roman"/>
              <a:sym typeface="Times New Roman"/>
            </a:endParaRPr>
          </a:p>
        </p:txBody>
      </p:sp>
      <p:pic>
        <p:nvPicPr>
          <p:cNvPr id="359" name="Google Shape;359;p17"/>
          <p:cNvPicPr preferRelativeResize="0"/>
          <p:nvPr/>
        </p:nvPicPr>
        <p:blipFill rotWithShape="1">
          <a:blip r:embed="rId4">
            <a:alphaModFix/>
          </a:blip>
          <a:srcRect/>
          <a:stretch/>
        </p:blipFill>
        <p:spPr>
          <a:xfrm>
            <a:off x="104932" y="215802"/>
            <a:ext cx="3795634" cy="740238"/>
          </a:xfrm>
          <a:prstGeom prst="rect">
            <a:avLst/>
          </a:prstGeom>
          <a:noFill/>
          <a:ln>
            <a:noFill/>
          </a:ln>
        </p:spPr>
      </p:pic>
      <p:sp>
        <p:nvSpPr>
          <p:cNvPr id="360" name="Google Shape;360;p17"/>
          <p:cNvSpPr/>
          <p:nvPr/>
        </p:nvSpPr>
        <p:spPr>
          <a:xfrm>
            <a:off x="584200" y="1370330"/>
            <a:ext cx="11049000" cy="51816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chemeClr val="dk1"/>
              </a:buClr>
              <a:buSzPts val="2300"/>
              <a:buFont typeface="Times New Roman"/>
              <a:buNone/>
            </a:pPr>
            <a:r>
              <a:rPr lang="en-US" sz="2300" b="1">
                <a:solidFill>
                  <a:schemeClr val="dk1"/>
                </a:solidFill>
                <a:latin typeface="Times New Roman"/>
                <a:ea typeface="Times New Roman"/>
                <a:cs typeface="Times New Roman"/>
                <a:sym typeface="Times New Roman"/>
              </a:rPr>
              <a:t> </a:t>
            </a:r>
            <a:br>
              <a:rPr lang="en-US" sz="2300" b="1">
                <a:solidFill>
                  <a:schemeClr val="dk1"/>
                </a:solidFill>
                <a:latin typeface="Times New Roman"/>
                <a:ea typeface="Times New Roman"/>
                <a:cs typeface="Times New Roman"/>
                <a:sym typeface="Times New Roman"/>
              </a:rPr>
            </a:br>
            <a:br>
              <a:rPr lang="en-US" sz="2300" b="1">
                <a:solidFill>
                  <a:schemeClr val="dk1"/>
                </a:solidFill>
                <a:latin typeface="Times New Roman"/>
                <a:ea typeface="Times New Roman"/>
                <a:cs typeface="Times New Roman"/>
                <a:sym typeface="Times New Roman"/>
              </a:rPr>
            </a:br>
            <a:r>
              <a:rPr lang="en-US" sz="2300" b="1">
                <a:solidFill>
                  <a:schemeClr val="dk1"/>
                </a:solidFill>
                <a:latin typeface="Times New Roman"/>
                <a:ea typeface="Times New Roman"/>
                <a:cs typeface="Times New Roman"/>
                <a:sym typeface="Times New Roman"/>
              </a:rPr>
              <a:t>Convert the Infix Expression “a+b*c+d” to Postfix Expression using algorithm. </a:t>
            </a:r>
            <a:endParaRPr sz="2300" b="1">
              <a:solidFill>
                <a:schemeClr val="dk1"/>
              </a:solidFill>
              <a:latin typeface="Times New Roman"/>
              <a:ea typeface="Times New Roman"/>
              <a:cs typeface="Times New Roman"/>
              <a:sym typeface="Times New Roman"/>
            </a:endParaRPr>
          </a:p>
        </p:txBody>
      </p:sp>
      <p:sp>
        <p:nvSpPr>
          <p:cNvPr id="361" name="Google Shape;361;p17"/>
          <p:cNvSpPr txBox="1"/>
          <p:nvPr/>
        </p:nvSpPr>
        <p:spPr>
          <a:xfrm>
            <a:off x="828040" y="2302510"/>
            <a:ext cx="1348105" cy="5835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u="sng">
                <a:solidFill>
                  <a:schemeClr val="dk1"/>
                </a:solidFill>
                <a:latin typeface="Times New Roman"/>
                <a:ea typeface="Times New Roman"/>
                <a:cs typeface="Times New Roman"/>
                <a:sym typeface="Times New Roman"/>
              </a:rPr>
              <a:t>Step 6</a:t>
            </a:r>
            <a:endParaRPr sz="3200" b="1" u="sng">
              <a:solidFill>
                <a:schemeClr val="dk1"/>
              </a:solidFill>
              <a:latin typeface="Times New Roman"/>
              <a:ea typeface="Times New Roman"/>
              <a:cs typeface="Times New Roman"/>
              <a:sym typeface="Times New Roman"/>
            </a:endParaRPr>
          </a:p>
        </p:txBody>
      </p:sp>
      <p:pic>
        <p:nvPicPr>
          <p:cNvPr id="362" name="Google Shape;362;p17" descr="i2p6"/>
          <p:cNvPicPr preferRelativeResize="0"/>
          <p:nvPr/>
        </p:nvPicPr>
        <p:blipFill rotWithShape="1">
          <a:blip r:embed="rId5">
            <a:alphaModFix/>
          </a:blip>
          <a:srcRect/>
          <a:stretch/>
        </p:blipFill>
        <p:spPr>
          <a:xfrm>
            <a:off x="2175510" y="2192020"/>
            <a:ext cx="9809480" cy="449199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66"/>
        <p:cNvGrpSpPr/>
        <p:nvPr/>
      </p:nvGrpSpPr>
      <p:grpSpPr>
        <a:xfrm>
          <a:off x="0" y="0"/>
          <a:ext cx="0" cy="0"/>
          <a:chOff x="0" y="0"/>
          <a:chExt cx="0" cy="0"/>
        </a:xfrm>
      </p:grpSpPr>
      <p:sp>
        <p:nvSpPr>
          <p:cNvPr id="367" name="Google Shape;367;p18"/>
          <p:cNvSpPr/>
          <p:nvPr/>
        </p:nvSpPr>
        <p:spPr>
          <a:xfrm>
            <a:off x="0" y="1"/>
            <a:ext cx="12191695"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68" name="Google Shape;368;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18</a:t>
            </a:fld>
            <a:endParaRPr/>
          </a:p>
        </p:txBody>
      </p:sp>
      <p:pic>
        <p:nvPicPr>
          <p:cNvPr id="369" name="Google Shape;369;p18" descr="A blue circle with text and words&#10;&#10;Description automatically generated"/>
          <p:cNvPicPr preferRelativeResize="0"/>
          <p:nvPr/>
        </p:nvPicPr>
        <p:blipFill rotWithShape="1">
          <a:blip r:embed="rId3">
            <a:alphaModFix/>
          </a:blip>
          <a:srcRect/>
          <a:stretch/>
        </p:blipFill>
        <p:spPr>
          <a:xfrm>
            <a:off x="10758566" y="191744"/>
            <a:ext cx="874732" cy="874732"/>
          </a:xfrm>
          <a:prstGeom prst="rect">
            <a:avLst/>
          </a:prstGeom>
          <a:noFill/>
          <a:ln>
            <a:noFill/>
          </a:ln>
        </p:spPr>
      </p:pic>
      <p:sp>
        <p:nvSpPr>
          <p:cNvPr id="370" name="Google Shape;370;p18"/>
          <p:cNvSpPr txBox="1">
            <a:spLocks noGrp="1"/>
          </p:cNvSpPr>
          <p:nvPr>
            <p:ph type="title"/>
          </p:nvPr>
        </p:nvSpPr>
        <p:spPr>
          <a:xfrm>
            <a:off x="3900805" y="89535"/>
            <a:ext cx="5308600" cy="1280795"/>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dk1"/>
              </a:buClr>
              <a:buSzPct val="100000"/>
              <a:buFont typeface="Tahoma"/>
              <a:buNone/>
            </a:pPr>
            <a:r>
              <a:rPr lang="en-US" sz="2800" b="1">
                <a:latin typeface="Tahoma"/>
                <a:ea typeface="Tahoma"/>
                <a:cs typeface="Tahoma"/>
                <a:sym typeface="Tahoma"/>
              </a:rPr>
              <a:t> </a:t>
            </a:r>
            <a:br>
              <a:rPr lang="en-US" sz="2800" b="1">
                <a:latin typeface="Tahoma"/>
                <a:ea typeface="Tahoma"/>
                <a:cs typeface="Tahoma"/>
                <a:sym typeface="Tahoma"/>
              </a:rPr>
            </a:br>
            <a:br>
              <a:rPr lang="en-US" sz="2800" b="1">
                <a:latin typeface="Tahoma"/>
                <a:ea typeface="Tahoma"/>
                <a:cs typeface="Tahoma"/>
                <a:sym typeface="Tahoma"/>
              </a:rPr>
            </a:br>
            <a:r>
              <a:rPr lang="en-US" sz="4000" b="1">
                <a:latin typeface="Times New Roman"/>
                <a:ea typeface="Times New Roman"/>
                <a:cs typeface="Times New Roman"/>
                <a:sym typeface="Times New Roman"/>
              </a:rPr>
              <a:t>Example walkthrough</a:t>
            </a:r>
            <a:endParaRPr sz="4000" b="1">
              <a:latin typeface="Times New Roman"/>
              <a:ea typeface="Times New Roman"/>
              <a:cs typeface="Times New Roman"/>
              <a:sym typeface="Times New Roman"/>
            </a:endParaRPr>
          </a:p>
        </p:txBody>
      </p:sp>
      <p:pic>
        <p:nvPicPr>
          <p:cNvPr id="371" name="Google Shape;371;p18"/>
          <p:cNvPicPr preferRelativeResize="0"/>
          <p:nvPr/>
        </p:nvPicPr>
        <p:blipFill rotWithShape="1">
          <a:blip r:embed="rId4">
            <a:alphaModFix/>
          </a:blip>
          <a:srcRect/>
          <a:stretch/>
        </p:blipFill>
        <p:spPr>
          <a:xfrm>
            <a:off x="104932" y="215802"/>
            <a:ext cx="3795634" cy="740238"/>
          </a:xfrm>
          <a:prstGeom prst="rect">
            <a:avLst/>
          </a:prstGeom>
          <a:noFill/>
          <a:ln>
            <a:noFill/>
          </a:ln>
        </p:spPr>
      </p:pic>
      <p:sp>
        <p:nvSpPr>
          <p:cNvPr id="372" name="Google Shape;372;p18"/>
          <p:cNvSpPr/>
          <p:nvPr/>
        </p:nvSpPr>
        <p:spPr>
          <a:xfrm>
            <a:off x="584200" y="1370330"/>
            <a:ext cx="11049000" cy="51816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chemeClr val="dk1"/>
              </a:buClr>
              <a:buSzPts val="2300"/>
              <a:buFont typeface="Times New Roman"/>
              <a:buNone/>
            </a:pPr>
            <a:r>
              <a:rPr lang="en-US" sz="2300" b="1">
                <a:solidFill>
                  <a:schemeClr val="dk1"/>
                </a:solidFill>
                <a:latin typeface="Times New Roman"/>
                <a:ea typeface="Times New Roman"/>
                <a:cs typeface="Times New Roman"/>
                <a:sym typeface="Times New Roman"/>
              </a:rPr>
              <a:t> </a:t>
            </a:r>
            <a:br>
              <a:rPr lang="en-US" sz="2300" b="1">
                <a:solidFill>
                  <a:schemeClr val="dk1"/>
                </a:solidFill>
                <a:latin typeface="Times New Roman"/>
                <a:ea typeface="Times New Roman"/>
                <a:cs typeface="Times New Roman"/>
                <a:sym typeface="Times New Roman"/>
              </a:rPr>
            </a:br>
            <a:br>
              <a:rPr lang="en-US" sz="2300" b="1">
                <a:solidFill>
                  <a:schemeClr val="dk1"/>
                </a:solidFill>
                <a:latin typeface="Times New Roman"/>
                <a:ea typeface="Times New Roman"/>
                <a:cs typeface="Times New Roman"/>
                <a:sym typeface="Times New Roman"/>
              </a:rPr>
            </a:br>
            <a:r>
              <a:rPr lang="en-US" sz="2300" b="1">
                <a:solidFill>
                  <a:schemeClr val="dk1"/>
                </a:solidFill>
                <a:latin typeface="Times New Roman"/>
                <a:ea typeface="Times New Roman"/>
                <a:cs typeface="Times New Roman"/>
                <a:sym typeface="Times New Roman"/>
              </a:rPr>
              <a:t>Convert the Infix Expression “a+b*c+d” to Postfix Expression using algorithm. </a:t>
            </a:r>
            <a:endParaRPr sz="2300" b="1">
              <a:solidFill>
                <a:schemeClr val="dk1"/>
              </a:solidFill>
              <a:latin typeface="Times New Roman"/>
              <a:ea typeface="Times New Roman"/>
              <a:cs typeface="Times New Roman"/>
              <a:sym typeface="Times New Roman"/>
            </a:endParaRPr>
          </a:p>
        </p:txBody>
      </p:sp>
      <p:sp>
        <p:nvSpPr>
          <p:cNvPr id="373" name="Google Shape;373;p18"/>
          <p:cNvSpPr txBox="1"/>
          <p:nvPr/>
        </p:nvSpPr>
        <p:spPr>
          <a:xfrm>
            <a:off x="430530" y="2302510"/>
            <a:ext cx="1745615" cy="5835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u="sng">
                <a:solidFill>
                  <a:schemeClr val="dk1"/>
                </a:solidFill>
                <a:latin typeface="Times New Roman"/>
                <a:ea typeface="Times New Roman"/>
                <a:cs typeface="Times New Roman"/>
                <a:sym typeface="Times New Roman"/>
              </a:rPr>
              <a:t>Step 7 (i)</a:t>
            </a:r>
            <a:endParaRPr sz="3200" b="1" u="sng">
              <a:solidFill>
                <a:schemeClr val="dk1"/>
              </a:solidFill>
              <a:latin typeface="Times New Roman"/>
              <a:ea typeface="Times New Roman"/>
              <a:cs typeface="Times New Roman"/>
              <a:sym typeface="Times New Roman"/>
            </a:endParaRPr>
          </a:p>
        </p:txBody>
      </p:sp>
      <p:pic>
        <p:nvPicPr>
          <p:cNvPr id="374" name="Google Shape;374;p18" descr="i2p7"/>
          <p:cNvPicPr preferRelativeResize="0"/>
          <p:nvPr/>
        </p:nvPicPr>
        <p:blipFill rotWithShape="1">
          <a:blip r:embed="rId5">
            <a:alphaModFix/>
          </a:blip>
          <a:srcRect/>
          <a:stretch/>
        </p:blipFill>
        <p:spPr>
          <a:xfrm>
            <a:off x="2292985" y="2192020"/>
            <a:ext cx="9646285" cy="452945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78"/>
        <p:cNvGrpSpPr/>
        <p:nvPr/>
      </p:nvGrpSpPr>
      <p:grpSpPr>
        <a:xfrm>
          <a:off x="0" y="0"/>
          <a:ext cx="0" cy="0"/>
          <a:chOff x="0" y="0"/>
          <a:chExt cx="0" cy="0"/>
        </a:xfrm>
      </p:grpSpPr>
      <p:sp>
        <p:nvSpPr>
          <p:cNvPr id="379" name="Google Shape;379;p19"/>
          <p:cNvSpPr/>
          <p:nvPr/>
        </p:nvSpPr>
        <p:spPr>
          <a:xfrm>
            <a:off x="0" y="1"/>
            <a:ext cx="12191695"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80" name="Google Shape;380;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19</a:t>
            </a:fld>
            <a:endParaRPr/>
          </a:p>
        </p:txBody>
      </p:sp>
      <p:pic>
        <p:nvPicPr>
          <p:cNvPr id="381" name="Google Shape;381;p19" descr="A blue circle with text and words&#10;&#10;Description automatically generated"/>
          <p:cNvPicPr preferRelativeResize="0"/>
          <p:nvPr/>
        </p:nvPicPr>
        <p:blipFill rotWithShape="1">
          <a:blip r:embed="rId3">
            <a:alphaModFix/>
          </a:blip>
          <a:srcRect/>
          <a:stretch/>
        </p:blipFill>
        <p:spPr>
          <a:xfrm>
            <a:off x="10758566" y="191744"/>
            <a:ext cx="874732" cy="874732"/>
          </a:xfrm>
          <a:prstGeom prst="rect">
            <a:avLst/>
          </a:prstGeom>
          <a:noFill/>
          <a:ln>
            <a:noFill/>
          </a:ln>
        </p:spPr>
      </p:pic>
      <p:sp>
        <p:nvSpPr>
          <p:cNvPr id="382" name="Google Shape;382;p19"/>
          <p:cNvSpPr txBox="1">
            <a:spLocks noGrp="1"/>
          </p:cNvSpPr>
          <p:nvPr>
            <p:ph type="title"/>
          </p:nvPr>
        </p:nvSpPr>
        <p:spPr>
          <a:xfrm>
            <a:off x="3900805" y="89535"/>
            <a:ext cx="5308600" cy="1280795"/>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dk1"/>
              </a:buClr>
              <a:buSzPct val="100000"/>
              <a:buFont typeface="Tahoma"/>
              <a:buNone/>
            </a:pPr>
            <a:r>
              <a:rPr lang="en-US" sz="2800" b="1">
                <a:latin typeface="Tahoma"/>
                <a:ea typeface="Tahoma"/>
                <a:cs typeface="Tahoma"/>
                <a:sym typeface="Tahoma"/>
              </a:rPr>
              <a:t> </a:t>
            </a:r>
            <a:br>
              <a:rPr lang="en-US" sz="2800" b="1">
                <a:latin typeface="Tahoma"/>
                <a:ea typeface="Tahoma"/>
                <a:cs typeface="Tahoma"/>
                <a:sym typeface="Tahoma"/>
              </a:rPr>
            </a:br>
            <a:br>
              <a:rPr lang="en-US" sz="2800" b="1">
                <a:latin typeface="Tahoma"/>
                <a:ea typeface="Tahoma"/>
                <a:cs typeface="Tahoma"/>
                <a:sym typeface="Tahoma"/>
              </a:rPr>
            </a:br>
            <a:r>
              <a:rPr lang="en-US" sz="4000" b="1">
                <a:latin typeface="Times New Roman"/>
                <a:ea typeface="Times New Roman"/>
                <a:cs typeface="Times New Roman"/>
                <a:sym typeface="Times New Roman"/>
              </a:rPr>
              <a:t>Example walkthrough</a:t>
            </a:r>
            <a:endParaRPr sz="4000" b="1">
              <a:latin typeface="Times New Roman"/>
              <a:ea typeface="Times New Roman"/>
              <a:cs typeface="Times New Roman"/>
              <a:sym typeface="Times New Roman"/>
            </a:endParaRPr>
          </a:p>
        </p:txBody>
      </p:sp>
      <p:pic>
        <p:nvPicPr>
          <p:cNvPr id="383" name="Google Shape;383;p19"/>
          <p:cNvPicPr preferRelativeResize="0"/>
          <p:nvPr/>
        </p:nvPicPr>
        <p:blipFill rotWithShape="1">
          <a:blip r:embed="rId4">
            <a:alphaModFix/>
          </a:blip>
          <a:srcRect/>
          <a:stretch/>
        </p:blipFill>
        <p:spPr>
          <a:xfrm>
            <a:off x="104932" y="215802"/>
            <a:ext cx="3795634" cy="740238"/>
          </a:xfrm>
          <a:prstGeom prst="rect">
            <a:avLst/>
          </a:prstGeom>
          <a:noFill/>
          <a:ln>
            <a:noFill/>
          </a:ln>
        </p:spPr>
      </p:pic>
      <p:sp>
        <p:nvSpPr>
          <p:cNvPr id="384" name="Google Shape;384;p19"/>
          <p:cNvSpPr/>
          <p:nvPr/>
        </p:nvSpPr>
        <p:spPr>
          <a:xfrm>
            <a:off x="584200" y="1370330"/>
            <a:ext cx="11049000" cy="51816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chemeClr val="dk1"/>
              </a:buClr>
              <a:buSzPts val="2300"/>
              <a:buFont typeface="Times New Roman"/>
              <a:buNone/>
            </a:pPr>
            <a:r>
              <a:rPr lang="en-US" sz="2300" b="1">
                <a:solidFill>
                  <a:schemeClr val="dk1"/>
                </a:solidFill>
                <a:latin typeface="Times New Roman"/>
                <a:ea typeface="Times New Roman"/>
                <a:cs typeface="Times New Roman"/>
                <a:sym typeface="Times New Roman"/>
              </a:rPr>
              <a:t> </a:t>
            </a:r>
            <a:br>
              <a:rPr lang="en-US" sz="2300" b="1">
                <a:solidFill>
                  <a:schemeClr val="dk1"/>
                </a:solidFill>
                <a:latin typeface="Times New Roman"/>
                <a:ea typeface="Times New Roman"/>
                <a:cs typeface="Times New Roman"/>
                <a:sym typeface="Times New Roman"/>
              </a:rPr>
            </a:br>
            <a:br>
              <a:rPr lang="en-US" sz="2300" b="1">
                <a:solidFill>
                  <a:schemeClr val="dk1"/>
                </a:solidFill>
                <a:latin typeface="Times New Roman"/>
                <a:ea typeface="Times New Roman"/>
                <a:cs typeface="Times New Roman"/>
                <a:sym typeface="Times New Roman"/>
              </a:rPr>
            </a:br>
            <a:r>
              <a:rPr lang="en-US" sz="2300" b="1">
                <a:solidFill>
                  <a:schemeClr val="dk1"/>
                </a:solidFill>
                <a:latin typeface="Times New Roman"/>
                <a:ea typeface="Times New Roman"/>
                <a:cs typeface="Times New Roman"/>
                <a:sym typeface="Times New Roman"/>
              </a:rPr>
              <a:t>Convert the Infix Expression “a+b*c+d” to Postfix Expression using algorithm. </a:t>
            </a:r>
            <a:endParaRPr sz="2300" b="1">
              <a:solidFill>
                <a:schemeClr val="dk1"/>
              </a:solidFill>
              <a:latin typeface="Times New Roman"/>
              <a:ea typeface="Times New Roman"/>
              <a:cs typeface="Times New Roman"/>
              <a:sym typeface="Times New Roman"/>
            </a:endParaRPr>
          </a:p>
        </p:txBody>
      </p:sp>
      <p:pic>
        <p:nvPicPr>
          <p:cNvPr id="385" name="Google Shape;385;p19" descr="i2p7.."/>
          <p:cNvPicPr preferRelativeResize="0"/>
          <p:nvPr/>
        </p:nvPicPr>
        <p:blipFill rotWithShape="1">
          <a:blip r:embed="rId5">
            <a:alphaModFix/>
          </a:blip>
          <a:srcRect/>
          <a:stretch/>
        </p:blipFill>
        <p:spPr>
          <a:xfrm>
            <a:off x="2384425" y="2302510"/>
            <a:ext cx="8970010" cy="4419600"/>
          </a:xfrm>
          <a:prstGeom prst="rect">
            <a:avLst/>
          </a:prstGeom>
          <a:noFill/>
          <a:ln>
            <a:noFill/>
          </a:ln>
        </p:spPr>
      </p:pic>
      <p:sp>
        <p:nvSpPr>
          <p:cNvPr id="386" name="Google Shape;386;p19"/>
          <p:cNvSpPr txBox="1"/>
          <p:nvPr/>
        </p:nvSpPr>
        <p:spPr>
          <a:xfrm>
            <a:off x="430530" y="2302510"/>
            <a:ext cx="1953260" cy="5835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u="sng">
                <a:solidFill>
                  <a:schemeClr val="dk1"/>
                </a:solidFill>
                <a:latin typeface="Times New Roman"/>
                <a:ea typeface="Times New Roman"/>
                <a:cs typeface="Times New Roman"/>
                <a:sym typeface="Times New Roman"/>
              </a:rPr>
              <a:t>Step 7 (ii)</a:t>
            </a:r>
            <a:endParaRPr sz="3200" b="1" u="sng">
              <a:solidFill>
                <a:schemeClr val="dk1"/>
              </a:solidFill>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90"/>
        <p:cNvGrpSpPr/>
        <p:nvPr/>
      </p:nvGrpSpPr>
      <p:grpSpPr>
        <a:xfrm>
          <a:off x="0" y="0"/>
          <a:ext cx="0" cy="0"/>
          <a:chOff x="0" y="0"/>
          <a:chExt cx="0" cy="0"/>
        </a:xfrm>
      </p:grpSpPr>
      <p:sp>
        <p:nvSpPr>
          <p:cNvPr id="391" name="Google Shape;391;p20"/>
          <p:cNvSpPr/>
          <p:nvPr/>
        </p:nvSpPr>
        <p:spPr>
          <a:xfrm>
            <a:off x="0" y="1"/>
            <a:ext cx="12191695"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92" name="Google Shape;392;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20</a:t>
            </a:fld>
            <a:endParaRPr/>
          </a:p>
        </p:txBody>
      </p:sp>
      <p:pic>
        <p:nvPicPr>
          <p:cNvPr id="393" name="Google Shape;393;p20" descr="A blue circle with text and words&#10;&#10;Description automatically generated"/>
          <p:cNvPicPr preferRelativeResize="0"/>
          <p:nvPr/>
        </p:nvPicPr>
        <p:blipFill rotWithShape="1">
          <a:blip r:embed="rId3">
            <a:alphaModFix/>
          </a:blip>
          <a:srcRect/>
          <a:stretch/>
        </p:blipFill>
        <p:spPr>
          <a:xfrm>
            <a:off x="10758566" y="191744"/>
            <a:ext cx="874732" cy="874732"/>
          </a:xfrm>
          <a:prstGeom prst="rect">
            <a:avLst/>
          </a:prstGeom>
          <a:noFill/>
          <a:ln>
            <a:noFill/>
          </a:ln>
        </p:spPr>
      </p:pic>
      <p:sp>
        <p:nvSpPr>
          <p:cNvPr id="394" name="Google Shape;394;p20"/>
          <p:cNvSpPr txBox="1">
            <a:spLocks noGrp="1"/>
          </p:cNvSpPr>
          <p:nvPr>
            <p:ph type="title"/>
          </p:nvPr>
        </p:nvSpPr>
        <p:spPr>
          <a:xfrm>
            <a:off x="3900805" y="89535"/>
            <a:ext cx="5308600" cy="1280795"/>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dk1"/>
              </a:buClr>
              <a:buSzPct val="100000"/>
              <a:buFont typeface="Tahoma"/>
              <a:buNone/>
            </a:pPr>
            <a:r>
              <a:rPr lang="en-US" sz="2800" b="1">
                <a:latin typeface="Tahoma"/>
                <a:ea typeface="Tahoma"/>
                <a:cs typeface="Tahoma"/>
                <a:sym typeface="Tahoma"/>
              </a:rPr>
              <a:t> </a:t>
            </a:r>
            <a:br>
              <a:rPr lang="en-US" sz="2800" b="1">
                <a:latin typeface="Tahoma"/>
                <a:ea typeface="Tahoma"/>
                <a:cs typeface="Tahoma"/>
                <a:sym typeface="Tahoma"/>
              </a:rPr>
            </a:br>
            <a:br>
              <a:rPr lang="en-US" sz="2800" b="1">
                <a:latin typeface="Tahoma"/>
                <a:ea typeface="Tahoma"/>
                <a:cs typeface="Tahoma"/>
                <a:sym typeface="Tahoma"/>
              </a:rPr>
            </a:br>
            <a:r>
              <a:rPr lang="en-US" sz="4000" b="1">
                <a:latin typeface="Times New Roman"/>
                <a:ea typeface="Times New Roman"/>
                <a:cs typeface="Times New Roman"/>
                <a:sym typeface="Times New Roman"/>
              </a:rPr>
              <a:t>Example walkthrough</a:t>
            </a:r>
            <a:endParaRPr sz="4000" b="1">
              <a:latin typeface="Times New Roman"/>
              <a:ea typeface="Times New Roman"/>
              <a:cs typeface="Times New Roman"/>
              <a:sym typeface="Times New Roman"/>
            </a:endParaRPr>
          </a:p>
        </p:txBody>
      </p:sp>
      <p:pic>
        <p:nvPicPr>
          <p:cNvPr id="395" name="Google Shape;395;p20"/>
          <p:cNvPicPr preferRelativeResize="0"/>
          <p:nvPr/>
        </p:nvPicPr>
        <p:blipFill rotWithShape="1">
          <a:blip r:embed="rId4">
            <a:alphaModFix/>
          </a:blip>
          <a:srcRect/>
          <a:stretch/>
        </p:blipFill>
        <p:spPr>
          <a:xfrm>
            <a:off x="104932" y="215802"/>
            <a:ext cx="3795634" cy="740238"/>
          </a:xfrm>
          <a:prstGeom prst="rect">
            <a:avLst/>
          </a:prstGeom>
          <a:noFill/>
          <a:ln>
            <a:noFill/>
          </a:ln>
        </p:spPr>
      </p:pic>
      <p:sp>
        <p:nvSpPr>
          <p:cNvPr id="396" name="Google Shape;396;p20"/>
          <p:cNvSpPr/>
          <p:nvPr/>
        </p:nvSpPr>
        <p:spPr>
          <a:xfrm>
            <a:off x="584200" y="1370330"/>
            <a:ext cx="11049000" cy="51816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chemeClr val="dk1"/>
              </a:buClr>
              <a:buSzPts val="2300"/>
              <a:buFont typeface="Times New Roman"/>
              <a:buNone/>
            </a:pPr>
            <a:r>
              <a:rPr lang="en-US" sz="2300" b="1">
                <a:solidFill>
                  <a:schemeClr val="dk1"/>
                </a:solidFill>
                <a:latin typeface="Times New Roman"/>
                <a:ea typeface="Times New Roman"/>
                <a:cs typeface="Times New Roman"/>
                <a:sym typeface="Times New Roman"/>
              </a:rPr>
              <a:t> </a:t>
            </a:r>
            <a:br>
              <a:rPr lang="en-US" sz="2300" b="1">
                <a:solidFill>
                  <a:schemeClr val="dk1"/>
                </a:solidFill>
                <a:latin typeface="Times New Roman"/>
                <a:ea typeface="Times New Roman"/>
                <a:cs typeface="Times New Roman"/>
                <a:sym typeface="Times New Roman"/>
              </a:rPr>
            </a:br>
            <a:br>
              <a:rPr lang="en-US" sz="2300" b="1">
                <a:solidFill>
                  <a:schemeClr val="dk1"/>
                </a:solidFill>
                <a:latin typeface="Times New Roman"/>
                <a:ea typeface="Times New Roman"/>
                <a:cs typeface="Times New Roman"/>
                <a:sym typeface="Times New Roman"/>
              </a:rPr>
            </a:br>
            <a:r>
              <a:rPr lang="en-US" sz="2300" b="1">
                <a:solidFill>
                  <a:schemeClr val="dk1"/>
                </a:solidFill>
                <a:latin typeface="Times New Roman"/>
                <a:ea typeface="Times New Roman"/>
                <a:cs typeface="Times New Roman"/>
                <a:sym typeface="Times New Roman"/>
              </a:rPr>
              <a:t>Convert the Infix Expression “a+b*c+d” to Postfix Expression using algorithm. </a:t>
            </a:r>
            <a:endParaRPr sz="2300" b="1">
              <a:solidFill>
                <a:schemeClr val="dk1"/>
              </a:solidFill>
              <a:latin typeface="Times New Roman"/>
              <a:ea typeface="Times New Roman"/>
              <a:cs typeface="Times New Roman"/>
              <a:sym typeface="Times New Roman"/>
            </a:endParaRPr>
          </a:p>
        </p:txBody>
      </p:sp>
      <p:sp>
        <p:nvSpPr>
          <p:cNvPr id="397" name="Google Shape;397;p20"/>
          <p:cNvSpPr txBox="1"/>
          <p:nvPr/>
        </p:nvSpPr>
        <p:spPr>
          <a:xfrm>
            <a:off x="828040" y="2302510"/>
            <a:ext cx="1348105" cy="5835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u="sng">
                <a:solidFill>
                  <a:schemeClr val="dk1"/>
                </a:solidFill>
                <a:latin typeface="Times New Roman"/>
                <a:ea typeface="Times New Roman"/>
                <a:cs typeface="Times New Roman"/>
                <a:sym typeface="Times New Roman"/>
              </a:rPr>
              <a:t>Step 8</a:t>
            </a:r>
            <a:endParaRPr sz="3200" b="1" u="sng">
              <a:solidFill>
                <a:schemeClr val="dk1"/>
              </a:solidFill>
              <a:latin typeface="Times New Roman"/>
              <a:ea typeface="Times New Roman"/>
              <a:cs typeface="Times New Roman"/>
              <a:sym typeface="Times New Roman"/>
            </a:endParaRPr>
          </a:p>
        </p:txBody>
      </p:sp>
      <p:pic>
        <p:nvPicPr>
          <p:cNvPr id="398" name="Google Shape;398;p20" descr="i2p8"/>
          <p:cNvPicPr preferRelativeResize="0"/>
          <p:nvPr/>
        </p:nvPicPr>
        <p:blipFill rotWithShape="1">
          <a:blip r:embed="rId5">
            <a:alphaModFix/>
          </a:blip>
          <a:srcRect/>
          <a:stretch/>
        </p:blipFill>
        <p:spPr>
          <a:xfrm>
            <a:off x="2365375" y="2303145"/>
            <a:ext cx="9712325" cy="441833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02"/>
        <p:cNvGrpSpPr/>
        <p:nvPr/>
      </p:nvGrpSpPr>
      <p:grpSpPr>
        <a:xfrm>
          <a:off x="0" y="0"/>
          <a:ext cx="0" cy="0"/>
          <a:chOff x="0" y="0"/>
          <a:chExt cx="0" cy="0"/>
        </a:xfrm>
      </p:grpSpPr>
      <p:sp>
        <p:nvSpPr>
          <p:cNvPr id="403" name="Google Shape;403;p21"/>
          <p:cNvSpPr/>
          <p:nvPr/>
        </p:nvSpPr>
        <p:spPr>
          <a:xfrm>
            <a:off x="0" y="1"/>
            <a:ext cx="12191695"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404" name="Google Shape;404;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21</a:t>
            </a:fld>
            <a:endParaRPr/>
          </a:p>
        </p:txBody>
      </p:sp>
      <p:pic>
        <p:nvPicPr>
          <p:cNvPr id="405" name="Google Shape;405;p21" descr="A blue circle with text and words&#10;&#10;Description automatically generated"/>
          <p:cNvPicPr preferRelativeResize="0"/>
          <p:nvPr/>
        </p:nvPicPr>
        <p:blipFill rotWithShape="1">
          <a:blip r:embed="rId3">
            <a:alphaModFix/>
          </a:blip>
          <a:srcRect/>
          <a:stretch/>
        </p:blipFill>
        <p:spPr>
          <a:xfrm>
            <a:off x="10758566" y="191744"/>
            <a:ext cx="874732" cy="874732"/>
          </a:xfrm>
          <a:prstGeom prst="rect">
            <a:avLst/>
          </a:prstGeom>
          <a:noFill/>
          <a:ln>
            <a:noFill/>
          </a:ln>
        </p:spPr>
      </p:pic>
      <p:sp>
        <p:nvSpPr>
          <p:cNvPr id="406" name="Google Shape;406;p21"/>
          <p:cNvSpPr txBox="1">
            <a:spLocks noGrp="1"/>
          </p:cNvSpPr>
          <p:nvPr>
            <p:ph type="title"/>
          </p:nvPr>
        </p:nvSpPr>
        <p:spPr>
          <a:xfrm>
            <a:off x="3900805" y="89535"/>
            <a:ext cx="5308600" cy="1280795"/>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dk1"/>
              </a:buClr>
              <a:buSzPct val="100000"/>
              <a:buFont typeface="Tahoma"/>
              <a:buNone/>
            </a:pPr>
            <a:r>
              <a:rPr lang="en-US" sz="2800" b="1">
                <a:latin typeface="Tahoma"/>
                <a:ea typeface="Tahoma"/>
                <a:cs typeface="Tahoma"/>
                <a:sym typeface="Tahoma"/>
              </a:rPr>
              <a:t> </a:t>
            </a:r>
            <a:br>
              <a:rPr lang="en-US" sz="2800" b="1">
                <a:latin typeface="Tahoma"/>
                <a:ea typeface="Tahoma"/>
                <a:cs typeface="Tahoma"/>
                <a:sym typeface="Tahoma"/>
              </a:rPr>
            </a:br>
            <a:br>
              <a:rPr lang="en-US" sz="2800" b="1">
                <a:latin typeface="Tahoma"/>
                <a:ea typeface="Tahoma"/>
                <a:cs typeface="Tahoma"/>
                <a:sym typeface="Tahoma"/>
              </a:rPr>
            </a:br>
            <a:r>
              <a:rPr lang="en-US" sz="4000" b="1">
                <a:latin typeface="Times New Roman"/>
                <a:ea typeface="Times New Roman"/>
                <a:cs typeface="Times New Roman"/>
                <a:sym typeface="Times New Roman"/>
              </a:rPr>
              <a:t>Example walkthrough</a:t>
            </a:r>
            <a:endParaRPr sz="4000" b="1">
              <a:latin typeface="Times New Roman"/>
              <a:ea typeface="Times New Roman"/>
              <a:cs typeface="Times New Roman"/>
              <a:sym typeface="Times New Roman"/>
            </a:endParaRPr>
          </a:p>
        </p:txBody>
      </p:sp>
      <p:pic>
        <p:nvPicPr>
          <p:cNvPr id="407" name="Google Shape;407;p21"/>
          <p:cNvPicPr preferRelativeResize="0"/>
          <p:nvPr/>
        </p:nvPicPr>
        <p:blipFill rotWithShape="1">
          <a:blip r:embed="rId4">
            <a:alphaModFix/>
          </a:blip>
          <a:srcRect/>
          <a:stretch/>
        </p:blipFill>
        <p:spPr>
          <a:xfrm>
            <a:off x="104932" y="215802"/>
            <a:ext cx="3795634" cy="740238"/>
          </a:xfrm>
          <a:prstGeom prst="rect">
            <a:avLst/>
          </a:prstGeom>
          <a:noFill/>
          <a:ln>
            <a:noFill/>
          </a:ln>
        </p:spPr>
      </p:pic>
      <p:sp>
        <p:nvSpPr>
          <p:cNvPr id="408" name="Google Shape;408;p21"/>
          <p:cNvSpPr/>
          <p:nvPr/>
        </p:nvSpPr>
        <p:spPr>
          <a:xfrm>
            <a:off x="584200" y="1370330"/>
            <a:ext cx="11049000" cy="51816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chemeClr val="dk1"/>
              </a:buClr>
              <a:buSzPts val="2300"/>
              <a:buFont typeface="Times New Roman"/>
              <a:buNone/>
            </a:pPr>
            <a:r>
              <a:rPr lang="en-US" sz="2300" b="1">
                <a:solidFill>
                  <a:schemeClr val="dk1"/>
                </a:solidFill>
                <a:latin typeface="Times New Roman"/>
                <a:ea typeface="Times New Roman"/>
                <a:cs typeface="Times New Roman"/>
                <a:sym typeface="Times New Roman"/>
              </a:rPr>
              <a:t> </a:t>
            </a:r>
            <a:br>
              <a:rPr lang="en-US" sz="2300" b="1">
                <a:solidFill>
                  <a:schemeClr val="dk1"/>
                </a:solidFill>
                <a:latin typeface="Times New Roman"/>
                <a:ea typeface="Times New Roman"/>
                <a:cs typeface="Times New Roman"/>
                <a:sym typeface="Times New Roman"/>
              </a:rPr>
            </a:br>
            <a:br>
              <a:rPr lang="en-US" sz="2300" b="1">
                <a:solidFill>
                  <a:schemeClr val="dk1"/>
                </a:solidFill>
                <a:latin typeface="Times New Roman"/>
                <a:ea typeface="Times New Roman"/>
                <a:cs typeface="Times New Roman"/>
                <a:sym typeface="Times New Roman"/>
              </a:rPr>
            </a:br>
            <a:r>
              <a:rPr lang="en-US" sz="2300" b="1">
                <a:solidFill>
                  <a:schemeClr val="dk1"/>
                </a:solidFill>
                <a:latin typeface="Times New Roman"/>
                <a:ea typeface="Times New Roman"/>
                <a:cs typeface="Times New Roman"/>
                <a:sym typeface="Times New Roman"/>
              </a:rPr>
              <a:t>Convert the Infix Expression “a+b*c+d” to Postfix Expression using algorithm. </a:t>
            </a:r>
            <a:endParaRPr sz="2300" b="1">
              <a:solidFill>
                <a:schemeClr val="dk1"/>
              </a:solidFill>
              <a:latin typeface="Times New Roman"/>
              <a:ea typeface="Times New Roman"/>
              <a:cs typeface="Times New Roman"/>
              <a:sym typeface="Times New Roman"/>
            </a:endParaRPr>
          </a:p>
        </p:txBody>
      </p:sp>
      <p:sp>
        <p:nvSpPr>
          <p:cNvPr id="409" name="Google Shape;409;p21"/>
          <p:cNvSpPr txBox="1"/>
          <p:nvPr/>
        </p:nvSpPr>
        <p:spPr>
          <a:xfrm>
            <a:off x="828040" y="2302510"/>
            <a:ext cx="1348105" cy="5835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u="sng">
                <a:solidFill>
                  <a:schemeClr val="dk1"/>
                </a:solidFill>
                <a:latin typeface="Times New Roman"/>
                <a:ea typeface="Times New Roman"/>
                <a:cs typeface="Times New Roman"/>
                <a:sym typeface="Times New Roman"/>
              </a:rPr>
              <a:t>Step 9</a:t>
            </a:r>
            <a:endParaRPr sz="3200" b="1" u="sng">
              <a:solidFill>
                <a:schemeClr val="dk1"/>
              </a:solidFill>
              <a:latin typeface="Times New Roman"/>
              <a:ea typeface="Times New Roman"/>
              <a:cs typeface="Times New Roman"/>
              <a:sym typeface="Times New Roman"/>
            </a:endParaRPr>
          </a:p>
        </p:txBody>
      </p:sp>
      <p:pic>
        <p:nvPicPr>
          <p:cNvPr id="410" name="Google Shape;410;p21" descr="i2p9"/>
          <p:cNvPicPr preferRelativeResize="0"/>
          <p:nvPr/>
        </p:nvPicPr>
        <p:blipFill rotWithShape="1">
          <a:blip r:embed="rId5">
            <a:alphaModFix/>
          </a:blip>
          <a:srcRect/>
          <a:stretch/>
        </p:blipFill>
        <p:spPr>
          <a:xfrm>
            <a:off x="2176145" y="2192655"/>
            <a:ext cx="9839960" cy="450469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14"/>
        <p:cNvGrpSpPr/>
        <p:nvPr/>
      </p:nvGrpSpPr>
      <p:grpSpPr>
        <a:xfrm>
          <a:off x="0" y="0"/>
          <a:ext cx="0" cy="0"/>
          <a:chOff x="0" y="0"/>
          <a:chExt cx="0" cy="0"/>
        </a:xfrm>
      </p:grpSpPr>
      <p:sp>
        <p:nvSpPr>
          <p:cNvPr id="415" name="Google Shape;415;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Galgotias University</a:t>
            </a:r>
            <a:endParaRPr/>
          </a:p>
        </p:txBody>
      </p:sp>
      <p:sp>
        <p:nvSpPr>
          <p:cNvPr id="416" name="Google Shape;416;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22</a:t>
            </a:fld>
            <a:endParaRPr/>
          </a:p>
        </p:txBody>
      </p:sp>
      <p:pic>
        <p:nvPicPr>
          <p:cNvPr id="417" name="Google Shape;417;p22" descr="A blue circle with text and words&#10;&#10;Description automatically generated"/>
          <p:cNvPicPr preferRelativeResize="0"/>
          <p:nvPr/>
        </p:nvPicPr>
        <p:blipFill rotWithShape="1">
          <a:blip r:embed="rId3">
            <a:alphaModFix/>
          </a:blip>
          <a:srcRect/>
          <a:stretch/>
        </p:blipFill>
        <p:spPr>
          <a:xfrm>
            <a:off x="10758566" y="176754"/>
            <a:ext cx="874732" cy="874732"/>
          </a:xfrm>
          <a:prstGeom prst="rect">
            <a:avLst/>
          </a:prstGeom>
          <a:noFill/>
          <a:ln>
            <a:noFill/>
          </a:ln>
        </p:spPr>
      </p:pic>
      <p:sp>
        <p:nvSpPr>
          <p:cNvPr id="418" name="Google Shape;418;p22"/>
          <p:cNvSpPr/>
          <p:nvPr/>
        </p:nvSpPr>
        <p:spPr>
          <a:xfrm>
            <a:off x="10675867" y="1095420"/>
            <a:ext cx="1040130" cy="3683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rgbClr val="000000"/>
                </a:solidFill>
                <a:latin typeface="Tahoma"/>
                <a:ea typeface="Tahoma"/>
                <a:cs typeface="Tahoma"/>
                <a:sym typeface="Tahoma"/>
              </a:rPr>
              <a:t>[3-mins]</a:t>
            </a:r>
            <a:endParaRPr sz="1800">
              <a:solidFill>
                <a:srgbClr val="000000"/>
              </a:solidFill>
              <a:latin typeface="Tahoma"/>
              <a:ea typeface="Tahoma"/>
              <a:cs typeface="Tahoma"/>
              <a:sym typeface="Tahoma"/>
            </a:endParaRPr>
          </a:p>
        </p:txBody>
      </p:sp>
      <p:pic>
        <p:nvPicPr>
          <p:cNvPr id="419" name="Google Shape;419;p22"/>
          <p:cNvPicPr preferRelativeResize="0"/>
          <p:nvPr/>
        </p:nvPicPr>
        <p:blipFill rotWithShape="1">
          <a:blip r:embed="rId4">
            <a:alphaModFix/>
          </a:blip>
          <a:srcRect/>
          <a:stretch/>
        </p:blipFill>
        <p:spPr>
          <a:xfrm>
            <a:off x="104932" y="215802"/>
            <a:ext cx="3795634" cy="740238"/>
          </a:xfrm>
          <a:prstGeom prst="rect">
            <a:avLst/>
          </a:prstGeom>
          <a:noFill/>
          <a:ln>
            <a:noFill/>
          </a:ln>
        </p:spPr>
      </p:pic>
      <p:sp>
        <p:nvSpPr>
          <p:cNvPr id="420" name="Google Shape;420;p22"/>
          <p:cNvSpPr/>
          <p:nvPr/>
        </p:nvSpPr>
        <p:spPr>
          <a:xfrm>
            <a:off x="187325" y="2084070"/>
            <a:ext cx="11741150" cy="2231390"/>
          </a:xfrm>
          <a:prstGeom prst="rect">
            <a:avLst/>
          </a:prstGeom>
          <a:gradFill>
            <a:gsLst>
              <a:gs pos="0">
                <a:srgbClr val="F4B6A2"/>
              </a:gs>
              <a:gs pos="50000">
                <a:srgbClr val="F1AA93"/>
              </a:gs>
              <a:gs pos="100000">
                <a:srgbClr val="F49C7F"/>
              </a:gs>
            </a:gsLst>
            <a:lin ang="5400000" scaled="0"/>
          </a:gradFill>
          <a:ln w="12700" cap="flat" cmpd="sng">
            <a:solidFill>
              <a:schemeClr val="accent2"/>
            </a:solidFill>
            <a:prstDash val="solid"/>
            <a:miter lim="800000"/>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r>
              <a:rPr lang="en-US" sz="3600" b="1">
                <a:solidFill>
                  <a:schemeClr val="dk1"/>
                </a:solidFill>
                <a:latin typeface="Times New Roman"/>
                <a:ea typeface="Times New Roman"/>
                <a:cs typeface="Times New Roman"/>
                <a:sym typeface="Times New Roman"/>
              </a:rPr>
              <a:t>Covert the following infix expression to postfix using algorithm:</a:t>
            </a:r>
            <a:r>
              <a:rPr lang="en-US" sz="3600">
                <a:solidFill>
                  <a:schemeClr val="dk1"/>
                </a:solidFill>
                <a:latin typeface="Times New Roman"/>
                <a:ea typeface="Times New Roman"/>
                <a:cs typeface="Times New Roman"/>
                <a:sym typeface="Times New Roman"/>
              </a:rPr>
              <a:t> </a:t>
            </a:r>
            <a:endParaRPr sz="3600">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r>
              <a:rPr lang="en-US" sz="3600">
                <a:solidFill>
                  <a:schemeClr val="dk1"/>
                </a:solidFill>
                <a:latin typeface="Times New Roman"/>
                <a:ea typeface="Times New Roman"/>
                <a:cs typeface="Times New Roman"/>
                <a:sym typeface="Times New Roman"/>
              </a:rPr>
              <a:t>(1) K + L -M * N + (O ^ P) * W/U/V * T + Q</a:t>
            </a:r>
            <a:endParaRPr sz="3600">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endParaRPr sz="3200">
              <a:solidFill>
                <a:schemeClr val="dk1"/>
              </a:solidFill>
              <a:latin typeface="Times New Roman"/>
              <a:ea typeface="Times New Roman"/>
              <a:cs typeface="Times New Roman"/>
              <a:sym typeface="Times New Roman"/>
            </a:endParaRPr>
          </a:p>
        </p:txBody>
      </p:sp>
      <p:sp>
        <p:nvSpPr>
          <p:cNvPr id="421" name="Google Shape;421;p22"/>
          <p:cNvSpPr txBox="1"/>
          <p:nvPr/>
        </p:nvSpPr>
        <p:spPr>
          <a:xfrm>
            <a:off x="3249295" y="956310"/>
            <a:ext cx="6680200" cy="84709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3200" b="1">
                <a:solidFill>
                  <a:schemeClr val="dk2"/>
                </a:solidFill>
                <a:latin typeface="Times New Roman"/>
                <a:ea typeface="Times New Roman"/>
                <a:cs typeface="Times New Roman"/>
                <a:sym typeface="Times New Roman"/>
              </a:rPr>
              <a:t>Learning Activity 2 </a:t>
            </a:r>
            <a:r>
              <a:rPr lang="en-US" sz="3200" b="1">
                <a:solidFill>
                  <a:schemeClr val="dk1"/>
                </a:solidFill>
                <a:latin typeface="Times New Roman"/>
                <a:ea typeface="Times New Roman"/>
                <a:cs typeface="Times New Roman"/>
                <a:sym typeface="Times New Roman"/>
              </a:rPr>
              <a:t>(Hands on)</a:t>
            </a:r>
            <a:endParaRPr sz="3200" b="1">
              <a:solidFill>
                <a:schemeClr val="dk1"/>
              </a:solidFill>
              <a:latin typeface="Times New Roman"/>
              <a:ea typeface="Times New Roman"/>
              <a:cs typeface="Times New Roman"/>
              <a:sym typeface="Times New Roman"/>
            </a:endParaRPr>
          </a:p>
        </p:txBody>
      </p:sp>
      <p:sp>
        <p:nvSpPr>
          <p:cNvPr id="422" name="Google Shape;422;p22"/>
          <p:cNvSpPr/>
          <p:nvPr/>
        </p:nvSpPr>
        <p:spPr>
          <a:xfrm>
            <a:off x="187325" y="5056505"/>
            <a:ext cx="11741150" cy="1299845"/>
          </a:xfrm>
          <a:prstGeom prst="rect">
            <a:avLst/>
          </a:prstGeom>
          <a:gradFill>
            <a:gsLst>
              <a:gs pos="0">
                <a:srgbClr val="F4B6A2"/>
              </a:gs>
              <a:gs pos="50000">
                <a:srgbClr val="F1AA93"/>
              </a:gs>
              <a:gs pos="100000">
                <a:srgbClr val="F49C7F"/>
              </a:gs>
            </a:gsLst>
            <a:lin ang="5400000" scaled="0"/>
          </a:gradFill>
          <a:ln w="12700" cap="flat" cmpd="sng">
            <a:solidFill>
              <a:schemeClr val="accent2"/>
            </a:solidFill>
            <a:prstDash val="solid"/>
            <a:miter lim="800000"/>
            <a:headEnd type="none" w="sm" len="sm"/>
            <a:tailEnd type="none" w="sm" len="sm"/>
          </a:ln>
        </p:spPr>
        <p:txBody>
          <a:bodyPr spcFirstLastPara="1" wrap="square" lIns="0" tIns="0" rIns="0" bIns="0" anchor="t" anchorCtr="0">
            <a:noAutofit/>
          </a:bodyPr>
          <a:lstStyle/>
          <a:p>
            <a:pPr marL="0" marR="0" lvl="0" indent="0" algn="just" rtl="0">
              <a:spcBef>
                <a:spcPts val="0"/>
              </a:spcBef>
              <a:spcAft>
                <a:spcPts val="0"/>
              </a:spcAft>
              <a:buNone/>
            </a:pPr>
            <a:r>
              <a:rPr lang="en-US" sz="3200" b="1">
                <a:solidFill>
                  <a:schemeClr val="dk1"/>
                </a:solidFill>
                <a:latin typeface="Times New Roman"/>
                <a:ea typeface="Times New Roman"/>
                <a:cs typeface="Times New Roman"/>
                <a:sym typeface="Times New Roman"/>
              </a:rPr>
              <a:t>Note:</a:t>
            </a:r>
            <a:r>
              <a:rPr lang="en-US" sz="3200">
                <a:solidFill>
                  <a:schemeClr val="dk1"/>
                </a:solidFill>
                <a:latin typeface="Times New Roman"/>
                <a:ea typeface="Times New Roman"/>
                <a:cs typeface="Times New Roman"/>
                <a:sym typeface="Times New Roman"/>
              </a:rPr>
              <a:t> Students will solve the given problems on their notebook. </a:t>
            </a:r>
            <a:endParaRPr sz="3200">
              <a:solidFill>
                <a:schemeClr val="dk1"/>
              </a:solidFill>
              <a:latin typeface="Times New Roman"/>
              <a:ea typeface="Times New Roman"/>
              <a:cs typeface="Times New Roman"/>
              <a:sym typeface="Times New Roman"/>
            </a:endParaRPr>
          </a:p>
          <a:p>
            <a:pPr marL="0" marR="0" lvl="0" indent="0" algn="just" rtl="0">
              <a:spcBef>
                <a:spcPts val="0"/>
              </a:spcBef>
              <a:spcAft>
                <a:spcPts val="0"/>
              </a:spcAft>
              <a:buNone/>
            </a:pPr>
            <a:r>
              <a:rPr lang="en-US" sz="3200">
                <a:solidFill>
                  <a:schemeClr val="dk1"/>
                </a:solidFill>
                <a:latin typeface="Times New Roman"/>
                <a:ea typeface="Times New Roman"/>
                <a:cs typeface="Times New Roman"/>
                <a:sym typeface="Times New Roman"/>
              </a:rPr>
              <a:t>After that they make PDF of their solutions and upload via padlet. </a:t>
            </a:r>
            <a:endParaRPr sz="3200">
              <a:solidFill>
                <a:schemeClr val="dk1"/>
              </a:solidFill>
              <a:latin typeface="Times New Roman"/>
              <a:ea typeface="Times New Roman"/>
              <a:cs typeface="Times New Roman"/>
              <a:sym typeface="Times New Roman"/>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26"/>
        <p:cNvGrpSpPr/>
        <p:nvPr/>
      </p:nvGrpSpPr>
      <p:grpSpPr>
        <a:xfrm>
          <a:off x="0" y="0"/>
          <a:ext cx="0" cy="0"/>
          <a:chOff x="0" y="0"/>
          <a:chExt cx="0" cy="0"/>
        </a:xfrm>
      </p:grpSpPr>
      <p:sp>
        <p:nvSpPr>
          <p:cNvPr id="427" name="Google Shape;427;p23"/>
          <p:cNvSpPr txBox="1">
            <a:spLocks noGrp="1"/>
          </p:cNvSpPr>
          <p:nvPr>
            <p:ph type="title"/>
          </p:nvPr>
        </p:nvSpPr>
        <p:spPr>
          <a:xfrm>
            <a:off x="4546600" y="820420"/>
            <a:ext cx="3102610" cy="1054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0000"/>
              </a:buClr>
              <a:buSzPts val="4400"/>
              <a:buFont typeface="Tahoma"/>
              <a:buNone/>
            </a:pPr>
            <a:r>
              <a:rPr lang="en-US" b="1">
                <a:solidFill>
                  <a:srgbClr val="000000"/>
                </a:solidFill>
                <a:latin typeface="Tahoma"/>
                <a:ea typeface="Tahoma"/>
                <a:cs typeface="Tahoma"/>
                <a:sym typeface="Tahoma"/>
              </a:rPr>
              <a:t>Summary</a:t>
            </a:r>
            <a:endParaRPr b="1"/>
          </a:p>
        </p:txBody>
      </p:sp>
      <p:sp>
        <p:nvSpPr>
          <p:cNvPr id="428" name="Google Shape;428;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23</a:t>
            </a:fld>
            <a:endParaRPr/>
          </a:p>
        </p:txBody>
      </p:sp>
      <p:pic>
        <p:nvPicPr>
          <p:cNvPr id="429" name="Google Shape;429;p23"/>
          <p:cNvPicPr preferRelativeResize="0"/>
          <p:nvPr/>
        </p:nvPicPr>
        <p:blipFill rotWithShape="1">
          <a:blip r:embed="rId3">
            <a:alphaModFix/>
          </a:blip>
          <a:srcRect/>
          <a:stretch/>
        </p:blipFill>
        <p:spPr>
          <a:xfrm>
            <a:off x="104932" y="215802"/>
            <a:ext cx="3795634" cy="740238"/>
          </a:xfrm>
          <a:prstGeom prst="rect">
            <a:avLst/>
          </a:prstGeom>
          <a:noFill/>
          <a:ln>
            <a:noFill/>
          </a:ln>
        </p:spPr>
      </p:pic>
      <p:pic>
        <p:nvPicPr>
          <p:cNvPr id="430" name="Google Shape;430;p23" descr="A blue circle with text and words&#10;&#10;Description automatically generated"/>
          <p:cNvPicPr preferRelativeResize="0"/>
          <p:nvPr/>
        </p:nvPicPr>
        <p:blipFill rotWithShape="1">
          <a:blip r:embed="rId4">
            <a:alphaModFix/>
          </a:blip>
          <a:srcRect/>
          <a:stretch/>
        </p:blipFill>
        <p:spPr>
          <a:xfrm>
            <a:off x="10758566" y="176754"/>
            <a:ext cx="874732" cy="874732"/>
          </a:xfrm>
          <a:prstGeom prst="rect">
            <a:avLst/>
          </a:prstGeom>
          <a:noFill/>
          <a:ln>
            <a:noFill/>
          </a:ln>
        </p:spPr>
      </p:pic>
      <p:sp>
        <p:nvSpPr>
          <p:cNvPr id="431" name="Google Shape;431;p23"/>
          <p:cNvSpPr/>
          <p:nvPr/>
        </p:nvSpPr>
        <p:spPr>
          <a:xfrm>
            <a:off x="10671589" y="1051486"/>
            <a:ext cx="1048685"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rgbClr val="000000"/>
                </a:solidFill>
                <a:latin typeface="Tahoma"/>
                <a:ea typeface="Tahoma"/>
                <a:cs typeface="Tahoma"/>
                <a:sym typeface="Tahoma"/>
              </a:rPr>
              <a:t>[1-mins]</a:t>
            </a:r>
            <a:endParaRPr sz="1800">
              <a:solidFill>
                <a:srgbClr val="000000"/>
              </a:solidFill>
              <a:latin typeface="Tahoma"/>
              <a:ea typeface="Tahoma"/>
              <a:cs typeface="Tahoma"/>
              <a:sym typeface="Tahoma"/>
            </a:endParaRPr>
          </a:p>
        </p:txBody>
      </p:sp>
      <p:sp>
        <p:nvSpPr>
          <p:cNvPr id="432" name="Google Shape;432;p23"/>
          <p:cNvSpPr txBox="1">
            <a:spLocks noGrp="1"/>
          </p:cNvSpPr>
          <p:nvPr>
            <p:ph type="body" idx="1"/>
          </p:nvPr>
        </p:nvSpPr>
        <p:spPr>
          <a:xfrm>
            <a:off x="955675" y="2192020"/>
            <a:ext cx="10515600" cy="3164840"/>
          </a:xfrm>
          <a:prstGeom prst="rect">
            <a:avLst/>
          </a:prstGeom>
          <a:noFill/>
          <a:ln>
            <a:noFill/>
          </a:ln>
        </p:spPr>
        <p:txBody>
          <a:bodyPr spcFirstLastPara="1" wrap="square" lIns="91425" tIns="45700" rIns="91425" bIns="45700" anchor="t" anchorCtr="0">
            <a:normAutofit/>
          </a:bodyPr>
          <a:lstStyle/>
          <a:p>
            <a:pPr marL="228600" lvl="0" indent="-228600" algn="just" rtl="0">
              <a:lnSpc>
                <a:spcPct val="90000"/>
              </a:lnSpc>
              <a:spcBef>
                <a:spcPts val="0"/>
              </a:spcBef>
              <a:spcAft>
                <a:spcPts val="0"/>
              </a:spcAft>
              <a:buClr>
                <a:schemeClr val="dk1"/>
              </a:buClr>
              <a:buSzPts val="2800"/>
              <a:buChar char="•"/>
            </a:pPr>
            <a:r>
              <a:rPr lang="en-US" b="1">
                <a:latin typeface="Times New Roman"/>
                <a:ea typeface="Times New Roman"/>
                <a:cs typeface="Times New Roman"/>
                <a:sym typeface="Times New Roman"/>
              </a:rPr>
              <a:t>Why Conversion?</a:t>
            </a:r>
            <a:endParaRPr b="1">
              <a:latin typeface="Times New Roman"/>
              <a:ea typeface="Times New Roman"/>
              <a:cs typeface="Times New Roman"/>
              <a:sym typeface="Times New Roman"/>
            </a:endParaRPr>
          </a:p>
          <a:p>
            <a:pPr marL="228600" lvl="0" indent="-50800" algn="just" rtl="0">
              <a:lnSpc>
                <a:spcPct val="90000"/>
              </a:lnSpc>
              <a:spcBef>
                <a:spcPts val="1000"/>
              </a:spcBef>
              <a:spcAft>
                <a:spcPts val="0"/>
              </a:spcAft>
              <a:buClr>
                <a:schemeClr val="dk1"/>
              </a:buClr>
              <a:buSzPts val="2800"/>
              <a:buNone/>
            </a:pPr>
            <a:endParaRPr b="1">
              <a:latin typeface="Times New Roman"/>
              <a:ea typeface="Times New Roman"/>
              <a:cs typeface="Times New Roman"/>
              <a:sym typeface="Times New Roman"/>
            </a:endParaRPr>
          </a:p>
          <a:p>
            <a:pPr marL="228600" lvl="0" indent="-228600" algn="just" rtl="0">
              <a:lnSpc>
                <a:spcPct val="90000"/>
              </a:lnSpc>
              <a:spcBef>
                <a:spcPts val="1000"/>
              </a:spcBef>
              <a:spcAft>
                <a:spcPts val="0"/>
              </a:spcAft>
              <a:buClr>
                <a:schemeClr val="dk1"/>
              </a:buClr>
              <a:buSzPts val="2800"/>
              <a:buChar char="•"/>
            </a:pPr>
            <a:r>
              <a:rPr lang="en-US">
                <a:latin typeface="Times New Roman"/>
                <a:ea typeface="Times New Roman"/>
                <a:cs typeface="Times New Roman"/>
                <a:sym typeface="Times New Roman"/>
              </a:rPr>
              <a:t>Infix (A + B * C) → Ambiguous (needs precedence &amp; parentheses).</a:t>
            </a:r>
            <a:endParaRPr>
              <a:latin typeface="Times New Roman"/>
              <a:ea typeface="Times New Roman"/>
              <a:cs typeface="Times New Roman"/>
              <a:sym typeface="Times New Roman"/>
            </a:endParaRPr>
          </a:p>
          <a:p>
            <a:pPr marL="228600" lvl="0" indent="-228600" algn="just" rtl="0">
              <a:lnSpc>
                <a:spcPct val="90000"/>
              </a:lnSpc>
              <a:spcBef>
                <a:spcPts val="1000"/>
              </a:spcBef>
              <a:spcAft>
                <a:spcPts val="0"/>
              </a:spcAft>
              <a:buClr>
                <a:schemeClr val="dk1"/>
              </a:buClr>
              <a:buSzPts val="2800"/>
              <a:buChar char="•"/>
            </a:pPr>
            <a:r>
              <a:rPr lang="en-US">
                <a:latin typeface="Times New Roman"/>
                <a:ea typeface="Times New Roman"/>
                <a:cs typeface="Times New Roman"/>
                <a:sym typeface="Times New Roman"/>
              </a:rPr>
              <a:t>Postfix (A B C * +) → Unambiguous, easy for computer to evaluate.</a:t>
            </a:r>
            <a:endParaRPr>
              <a:latin typeface="Times New Roman"/>
              <a:ea typeface="Times New Roman"/>
              <a:cs typeface="Times New Roman"/>
              <a:sym typeface="Times New Roman"/>
            </a:endParaRPr>
          </a:p>
          <a:p>
            <a:pPr marL="0" lvl="0" indent="0" algn="just" rtl="0">
              <a:lnSpc>
                <a:spcPct val="90000"/>
              </a:lnSpc>
              <a:spcBef>
                <a:spcPts val="1000"/>
              </a:spcBef>
              <a:spcAft>
                <a:spcPts val="0"/>
              </a:spcAft>
              <a:buClr>
                <a:schemeClr val="dk1"/>
              </a:buClr>
              <a:buSzPts val="1555"/>
              <a:buNone/>
            </a:pPr>
            <a:endParaRPr sz="1555">
              <a:latin typeface="Times New Roman"/>
              <a:ea typeface="Times New Roman"/>
              <a:cs typeface="Times New Roman"/>
              <a:sym typeface="Times New Roman"/>
            </a:endParaRPr>
          </a:p>
          <a:p>
            <a:pPr marL="0" lvl="0" indent="0" algn="just" rtl="0">
              <a:lnSpc>
                <a:spcPct val="90000"/>
              </a:lnSpc>
              <a:spcBef>
                <a:spcPts val="1000"/>
              </a:spcBef>
              <a:spcAft>
                <a:spcPts val="0"/>
              </a:spcAft>
              <a:buClr>
                <a:schemeClr val="dk1"/>
              </a:buClr>
              <a:buSzPts val="1555"/>
              <a:buNone/>
            </a:pPr>
            <a:endParaRPr sz="1555">
              <a:latin typeface="Times New Roman"/>
              <a:ea typeface="Times New Roman"/>
              <a:cs typeface="Times New Roman"/>
              <a:sym typeface="Times New Roman"/>
            </a:endParaRPr>
          </a:p>
          <a:p>
            <a:pPr marL="0" lvl="0" indent="0" algn="just" rtl="0">
              <a:lnSpc>
                <a:spcPct val="90000"/>
              </a:lnSpc>
              <a:spcBef>
                <a:spcPts val="1000"/>
              </a:spcBef>
              <a:spcAft>
                <a:spcPts val="0"/>
              </a:spcAft>
              <a:buClr>
                <a:schemeClr val="dk1"/>
              </a:buClr>
              <a:buSzPts val="1555"/>
              <a:buNone/>
            </a:pPr>
            <a:r>
              <a:rPr lang="en-US" sz="1555">
                <a:latin typeface="Times New Roman"/>
                <a:ea typeface="Times New Roman"/>
                <a:cs typeface="Times New Roman"/>
                <a:sym typeface="Times New Roman"/>
              </a:rPr>
              <a:t>https://atechdaily.com/resources/images/posts/2020/4/359/infixtopostfix_flowchart.jpg</a:t>
            </a:r>
            <a:endParaRPr sz="1555">
              <a:latin typeface="Times New Roman"/>
              <a:ea typeface="Times New Roman"/>
              <a:cs typeface="Times New Roman"/>
              <a:sym typeface="Times New Roman"/>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36"/>
        <p:cNvGrpSpPr/>
        <p:nvPr/>
      </p:nvGrpSpPr>
      <p:grpSpPr>
        <a:xfrm>
          <a:off x="0" y="0"/>
          <a:ext cx="0" cy="0"/>
          <a:chOff x="0" y="0"/>
          <a:chExt cx="0" cy="0"/>
        </a:xfrm>
      </p:grpSpPr>
      <p:sp>
        <p:nvSpPr>
          <p:cNvPr id="437" name="Google Shape;43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Galgotias University</a:t>
            </a:r>
            <a:endParaRPr/>
          </a:p>
        </p:txBody>
      </p:sp>
      <p:sp>
        <p:nvSpPr>
          <p:cNvPr id="438" name="Google Shape;43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24</a:t>
            </a:fld>
            <a:endParaRPr/>
          </a:p>
        </p:txBody>
      </p:sp>
      <p:pic>
        <p:nvPicPr>
          <p:cNvPr id="439" name="Google Shape;439;p24" descr="infixtopostfix_flowchart"/>
          <p:cNvPicPr preferRelativeResize="0"/>
          <p:nvPr/>
        </p:nvPicPr>
        <p:blipFill rotWithShape="1">
          <a:blip r:embed="rId3">
            <a:alphaModFix/>
          </a:blip>
          <a:srcRect/>
          <a:stretch/>
        </p:blipFill>
        <p:spPr>
          <a:xfrm>
            <a:off x="1200785" y="-131445"/>
            <a:ext cx="9585325" cy="725360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43"/>
        <p:cNvGrpSpPr/>
        <p:nvPr/>
      </p:nvGrpSpPr>
      <p:grpSpPr>
        <a:xfrm>
          <a:off x="0" y="0"/>
          <a:ext cx="0" cy="0"/>
          <a:chOff x="0" y="0"/>
          <a:chExt cx="0" cy="0"/>
        </a:xfrm>
      </p:grpSpPr>
      <p:sp>
        <p:nvSpPr>
          <p:cNvPr id="444" name="Google Shape;44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Galgotias University</a:t>
            </a:r>
            <a:endParaRPr/>
          </a:p>
        </p:txBody>
      </p:sp>
      <p:sp>
        <p:nvSpPr>
          <p:cNvPr id="445" name="Google Shape;44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25</a:t>
            </a:fld>
            <a:endParaRPr/>
          </a:p>
        </p:txBody>
      </p:sp>
      <p:pic>
        <p:nvPicPr>
          <p:cNvPr id="446" name="Google Shape;446;p25" descr="A blue circle with text and words&#10;&#10;Description automatically generated"/>
          <p:cNvPicPr preferRelativeResize="0"/>
          <p:nvPr/>
        </p:nvPicPr>
        <p:blipFill rotWithShape="1">
          <a:blip r:embed="rId3">
            <a:alphaModFix/>
          </a:blip>
          <a:srcRect/>
          <a:stretch/>
        </p:blipFill>
        <p:spPr>
          <a:xfrm>
            <a:off x="10758566" y="176754"/>
            <a:ext cx="874732" cy="874732"/>
          </a:xfrm>
          <a:prstGeom prst="rect">
            <a:avLst/>
          </a:prstGeom>
          <a:noFill/>
          <a:ln>
            <a:noFill/>
          </a:ln>
        </p:spPr>
      </p:pic>
      <p:sp>
        <p:nvSpPr>
          <p:cNvPr id="447" name="Google Shape;447;p25"/>
          <p:cNvSpPr txBox="1">
            <a:spLocks noGrp="1"/>
          </p:cNvSpPr>
          <p:nvPr>
            <p:ph type="body" idx="1"/>
          </p:nvPr>
        </p:nvSpPr>
        <p:spPr>
          <a:xfrm>
            <a:off x="375285" y="1701800"/>
            <a:ext cx="10820400" cy="5019675"/>
          </a:xfrm>
          <a:prstGeom prst="rect">
            <a:avLst/>
          </a:prstGeom>
          <a:noFill/>
          <a:ln>
            <a:noFill/>
          </a:ln>
        </p:spPr>
        <p:txBody>
          <a:bodyPr spcFirstLastPara="1" wrap="square" lIns="91425" tIns="45700" rIns="91425" bIns="45700" anchor="t" anchorCtr="0">
            <a:normAutofit/>
          </a:bodyPr>
          <a:lstStyle/>
          <a:p>
            <a:pPr marL="0" lvl="0" indent="0" algn="just" rtl="0">
              <a:lnSpc>
                <a:spcPct val="90000"/>
              </a:lnSpc>
              <a:spcBef>
                <a:spcPts val="0"/>
              </a:spcBef>
              <a:spcAft>
                <a:spcPts val="0"/>
              </a:spcAft>
              <a:buClr>
                <a:schemeClr val="dk1"/>
              </a:buClr>
              <a:buSzPts val="3200"/>
              <a:buNone/>
            </a:pPr>
            <a:r>
              <a:rPr lang="en-US" sz="3200" b="1">
                <a:latin typeface="Times New Roman"/>
                <a:ea typeface="Times New Roman"/>
                <a:cs typeface="Times New Roman"/>
                <a:sym typeface="Times New Roman"/>
              </a:rPr>
              <a:t>Ensure attainment of LO’s in alignment to the learning activities:</a:t>
            </a:r>
            <a:r>
              <a:rPr lang="en-US" sz="3200" b="1">
                <a:latin typeface="Tahoma"/>
                <a:ea typeface="Tahoma"/>
                <a:cs typeface="Tahoma"/>
                <a:sym typeface="Tahoma"/>
              </a:rPr>
              <a:t> </a:t>
            </a:r>
            <a:endParaRPr sz="3200" b="1">
              <a:latin typeface="Tahoma"/>
              <a:ea typeface="Tahoma"/>
              <a:cs typeface="Tahoma"/>
              <a:sym typeface="Tahoma"/>
            </a:endParaRPr>
          </a:p>
          <a:p>
            <a:pPr marL="0" lvl="0" indent="0" algn="just" rtl="0">
              <a:lnSpc>
                <a:spcPct val="90000"/>
              </a:lnSpc>
              <a:spcBef>
                <a:spcPts val="1000"/>
              </a:spcBef>
              <a:spcAft>
                <a:spcPts val="0"/>
              </a:spcAft>
              <a:buClr>
                <a:schemeClr val="dk1"/>
              </a:buClr>
              <a:buSzPts val="3200"/>
              <a:buNone/>
            </a:pPr>
            <a:endParaRPr sz="3200" b="1">
              <a:latin typeface="Tahoma"/>
              <a:ea typeface="Tahoma"/>
              <a:cs typeface="Tahoma"/>
              <a:sym typeface="Tahoma"/>
            </a:endParaRPr>
          </a:p>
          <a:p>
            <a:pPr marL="0" lvl="0" indent="0" algn="just" rtl="0">
              <a:lnSpc>
                <a:spcPct val="90000"/>
              </a:lnSpc>
              <a:spcBef>
                <a:spcPts val="1000"/>
              </a:spcBef>
              <a:spcAft>
                <a:spcPts val="0"/>
              </a:spcAft>
              <a:buClr>
                <a:schemeClr val="dk1"/>
              </a:buClr>
              <a:buSzPts val="3200"/>
              <a:buNone/>
            </a:pPr>
            <a:endParaRPr sz="3200" b="1">
              <a:latin typeface="Tahoma"/>
              <a:ea typeface="Tahoma"/>
              <a:cs typeface="Tahoma"/>
              <a:sym typeface="Tahoma"/>
            </a:endParaRPr>
          </a:p>
        </p:txBody>
      </p:sp>
      <p:sp>
        <p:nvSpPr>
          <p:cNvPr id="448" name="Google Shape;448;p25"/>
          <p:cNvSpPr/>
          <p:nvPr/>
        </p:nvSpPr>
        <p:spPr>
          <a:xfrm>
            <a:off x="10671589" y="1065923"/>
            <a:ext cx="1048685"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rgbClr val="000000"/>
                </a:solidFill>
                <a:latin typeface="Tahoma"/>
                <a:ea typeface="Tahoma"/>
                <a:cs typeface="Tahoma"/>
                <a:sym typeface="Tahoma"/>
              </a:rPr>
              <a:t>[2-mins]</a:t>
            </a:r>
            <a:endParaRPr sz="1800">
              <a:solidFill>
                <a:srgbClr val="000000"/>
              </a:solidFill>
              <a:latin typeface="Tahoma"/>
              <a:ea typeface="Tahoma"/>
              <a:cs typeface="Tahoma"/>
              <a:sym typeface="Tahoma"/>
            </a:endParaRPr>
          </a:p>
        </p:txBody>
      </p:sp>
      <p:pic>
        <p:nvPicPr>
          <p:cNvPr id="449" name="Google Shape;449;p25"/>
          <p:cNvPicPr preferRelativeResize="0"/>
          <p:nvPr/>
        </p:nvPicPr>
        <p:blipFill rotWithShape="1">
          <a:blip r:embed="rId4">
            <a:alphaModFix/>
          </a:blip>
          <a:srcRect/>
          <a:stretch/>
        </p:blipFill>
        <p:spPr>
          <a:xfrm>
            <a:off x="104932" y="215802"/>
            <a:ext cx="3795634" cy="740238"/>
          </a:xfrm>
          <a:prstGeom prst="rect">
            <a:avLst/>
          </a:prstGeom>
          <a:noFill/>
          <a:ln>
            <a:noFill/>
          </a:ln>
        </p:spPr>
      </p:pic>
      <p:grpSp>
        <p:nvGrpSpPr>
          <p:cNvPr id="450" name="Google Shape;450;p25"/>
          <p:cNvGrpSpPr/>
          <p:nvPr/>
        </p:nvGrpSpPr>
        <p:grpSpPr>
          <a:xfrm>
            <a:off x="643890" y="3305175"/>
            <a:ext cx="10927715" cy="1377950"/>
            <a:chOff x="0" y="688975"/>
            <a:chExt cx="10927715" cy="1377950"/>
          </a:xfrm>
        </p:grpSpPr>
        <p:sp>
          <p:nvSpPr>
            <p:cNvPr id="451" name="Google Shape;451;p25"/>
            <p:cNvSpPr/>
            <p:nvPr/>
          </p:nvSpPr>
          <p:spPr>
            <a:xfrm>
              <a:off x="0" y="688975"/>
              <a:ext cx="10927715" cy="1377950"/>
            </a:xfrm>
            <a:prstGeom prst="roundRect">
              <a:avLst>
                <a:gd name="adj" fmla="val 10000"/>
              </a:avLst>
            </a:prstGeom>
            <a:solidFill>
              <a:schemeClr val="accent2"/>
            </a:solid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52;p25"/>
            <p:cNvSpPr txBox="1"/>
            <p:nvPr/>
          </p:nvSpPr>
          <p:spPr>
            <a:xfrm>
              <a:off x="0" y="688975"/>
              <a:ext cx="10927715" cy="1377950"/>
            </a:xfrm>
            <a:prstGeom prst="rect">
              <a:avLst/>
            </a:prstGeom>
            <a:noFill/>
            <a:ln>
              <a:noFill/>
            </a:ln>
          </p:spPr>
          <p:txBody>
            <a:bodyPr spcFirstLastPara="1" wrap="square" lIns="140950" tIns="140950" rIns="140950" bIns="140950" anchor="ctr" anchorCtr="0">
              <a:noAutofit/>
            </a:bodyPr>
            <a:lstStyle/>
            <a:p>
              <a:pPr marL="0" marR="0" lvl="0" indent="0" algn="ctr" rtl="0">
                <a:lnSpc>
                  <a:spcPct val="100000"/>
                </a:lnSpc>
                <a:spcBef>
                  <a:spcPts val="0"/>
                </a:spcBef>
                <a:spcAft>
                  <a:spcPts val="0"/>
                </a:spcAft>
                <a:buNone/>
              </a:pPr>
              <a:r>
                <a:rPr lang="en-US" sz="3700" b="1">
                  <a:solidFill>
                    <a:schemeClr val="dk1"/>
                  </a:solidFill>
                  <a:latin typeface="Times New Roman"/>
                  <a:ea typeface="Times New Roman"/>
                  <a:cs typeface="Times New Roman"/>
                  <a:sym typeface="Times New Roman"/>
                </a:rPr>
                <a:t>Learning Outcome: </a:t>
              </a:r>
              <a:r>
                <a:rPr lang="en-US" sz="3700" b="1">
                  <a:solidFill>
                    <a:schemeClr val="lt1"/>
                  </a:solidFill>
                  <a:latin typeface="Times New Roman"/>
                  <a:ea typeface="Times New Roman"/>
                  <a:cs typeface="Times New Roman"/>
                  <a:sym typeface="Times New Roman"/>
                </a:rPr>
                <a:t>Evaluation of postfix expression</a:t>
              </a:r>
              <a:endParaRPr sz="3700" b="1">
                <a:solidFill>
                  <a:schemeClr val="dk1"/>
                </a:solidFill>
                <a:latin typeface="Times New Roman"/>
                <a:ea typeface="Times New Roman"/>
                <a:cs typeface="Times New Roman"/>
                <a:sym typeface="Times New Roman"/>
              </a:endParaRPr>
            </a:p>
          </p:txBody>
        </p:sp>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456"/>
        <p:cNvGrpSpPr/>
        <p:nvPr/>
      </p:nvGrpSpPr>
      <p:grpSpPr>
        <a:xfrm>
          <a:off x="0" y="0"/>
          <a:ext cx="0" cy="0"/>
          <a:chOff x="0" y="0"/>
          <a:chExt cx="0" cy="0"/>
        </a:xfrm>
      </p:grpSpPr>
      <p:sp>
        <p:nvSpPr>
          <p:cNvPr id="457" name="Google Shape;457;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Galgotias University</a:t>
            </a:r>
            <a:endParaRPr/>
          </a:p>
        </p:txBody>
      </p:sp>
      <p:sp>
        <p:nvSpPr>
          <p:cNvPr id="458" name="Google Shape;458;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26</a:t>
            </a:fld>
            <a:endParaRPr/>
          </a:p>
        </p:txBody>
      </p:sp>
      <p:pic>
        <p:nvPicPr>
          <p:cNvPr id="459" name="Google Shape;459;p26" descr="A blue circle with text and words&#10;&#10;Description automatically generated"/>
          <p:cNvPicPr preferRelativeResize="0"/>
          <p:nvPr/>
        </p:nvPicPr>
        <p:blipFill rotWithShape="1">
          <a:blip r:embed="rId3">
            <a:alphaModFix/>
          </a:blip>
          <a:srcRect/>
          <a:stretch/>
        </p:blipFill>
        <p:spPr>
          <a:xfrm>
            <a:off x="10758566" y="176754"/>
            <a:ext cx="874732" cy="874732"/>
          </a:xfrm>
          <a:prstGeom prst="rect">
            <a:avLst/>
          </a:prstGeom>
          <a:noFill/>
          <a:ln>
            <a:noFill/>
          </a:ln>
        </p:spPr>
      </p:pic>
      <p:sp>
        <p:nvSpPr>
          <p:cNvPr id="460" name="Google Shape;460;p26"/>
          <p:cNvSpPr txBox="1"/>
          <p:nvPr/>
        </p:nvSpPr>
        <p:spPr>
          <a:xfrm>
            <a:off x="822739" y="821384"/>
            <a:ext cx="10373193" cy="130937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3600">
                <a:solidFill>
                  <a:schemeClr val="dk1"/>
                </a:solidFill>
                <a:latin typeface="Tahoma"/>
                <a:ea typeface="Tahoma"/>
                <a:cs typeface="Tahoma"/>
                <a:sym typeface="Tahoma"/>
              </a:rPr>
              <a:t>Assessment: WooFlash Quiz</a:t>
            </a:r>
            <a:endParaRPr sz="3600">
              <a:solidFill>
                <a:schemeClr val="dk1"/>
              </a:solidFill>
              <a:latin typeface="Tahoma"/>
              <a:ea typeface="Tahoma"/>
              <a:cs typeface="Tahoma"/>
              <a:sym typeface="Tahoma"/>
            </a:endParaRPr>
          </a:p>
          <a:p>
            <a:pPr marL="0" marR="0" lvl="0" indent="0" algn="ctr" rtl="0">
              <a:lnSpc>
                <a:spcPct val="100000"/>
              </a:lnSpc>
              <a:spcBef>
                <a:spcPts val="720"/>
              </a:spcBef>
              <a:spcAft>
                <a:spcPts val="0"/>
              </a:spcAft>
              <a:buNone/>
            </a:pPr>
            <a:endParaRPr sz="3600" b="0" i="0" u="none" strike="noStrike" cap="none">
              <a:solidFill>
                <a:srgbClr val="000000"/>
              </a:solidFill>
              <a:latin typeface="Times New Roman"/>
              <a:ea typeface="Times New Roman"/>
              <a:cs typeface="Times New Roman"/>
              <a:sym typeface="Times New Roman"/>
            </a:endParaRPr>
          </a:p>
        </p:txBody>
      </p:sp>
      <p:sp>
        <p:nvSpPr>
          <p:cNvPr id="461" name="Google Shape;461;p26"/>
          <p:cNvSpPr/>
          <p:nvPr/>
        </p:nvSpPr>
        <p:spPr>
          <a:xfrm>
            <a:off x="10648330" y="1095420"/>
            <a:ext cx="1176692"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000000"/>
                </a:solidFill>
                <a:latin typeface="Tahoma"/>
                <a:ea typeface="Tahoma"/>
                <a:cs typeface="Tahoma"/>
                <a:sym typeface="Tahoma"/>
              </a:rPr>
              <a:t>[2-mins]</a:t>
            </a:r>
            <a:endParaRPr sz="1800">
              <a:solidFill>
                <a:schemeClr val="dk1"/>
              </a:solidFill>
              <a:latin typeface="Arial"/>
              <a:ea typeface="Arial"/>
              <a:cs typeface="Arial"/>
              <a:sym typeface="Arial"/>
            </a:endParaRPr>
          </a:p>
        </p:txBody>
      </p:sp>
      <p:pic>
        <p:nvPicPr>
          <p:cNvPr id="462" name="Google Shape;462;p26"/>
          <p:cNvPicPr preferRelativeResize="0"/>
          <p:nvPr/>
        </p:nvPicPr>
        <p:blipFill rotWithShape="1">
          <a:blip r:embed="rId4">
            <a:alphaModFix/>
          </a:blip>
          <a:srcRect/>
          <a:stretch/>
        </p:blipFill>
        <p:spPr>
          <a:xfrm>
            <a:off x="104932" y="190402"/>
            <a:ext cx="3795634" cy="740238"/>
          </a:xfrm>
          <a:prstGeom prst="rect">
            <a:avLst/>
          </a:prstGeom>
          <a:noFill/>
          <a:ln>
            <a:noFill/>
          </a:ln>
        </p:spPr>
      </p:pic>
      <p:pic>
        <p:nvPicPr>
          <p:cNvPr id="2050" name="Picture 2">
            <a:extLst>
              <a:ext uri="{FF2B5EF4-FFF2-40B4-BE49-F238E27FC236}">
                <a16:creationId xmlns:a16="http://schemas.microsoft.com/office/drawing/2014/main" id="{4BACBAC9-09C3-D6AC-E02F-B000758F853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01686" y="2647950"/>
            <a:ext cx="5551714" cy="26098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468"/>
        <p:cNvGrpSpPr/>
        <p:nvPr/>
      </p:nvGrpSpPr>
      <p:grpSpPr>
        <a:xfrm>
          <a:off x="0" y="0"/>
          <a:ext cx="0" cy="0"/>
          <a:chOff x="0" y="0"/>
          <a:chExt cx="0" cy="0"/>
        </a:xfrm>
      </p:grpSpPr>
      <p:sp>
        <p:nvSpPr>
          <p:cNvPr id="469" name="Google Shape;469;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Galgotias University</a:t>
            </a:r>
            <a:endParaRPr/>
          </a:p>
        </p:txBody>
      </p:sp>
      <p:sp>
        <p:nvSpPr>
          <p:cNvPr id="470" name="Google Shape;470;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27</a:t>
            </a:fld>
            <a:endParaRPr/>
          </a:p>
        </p:txBody>
      </p:sp>
      <p:pic>
        <p:nvPicPr>
          <p:cNvPr id="471" name="Google Shape;471;p27" descr="A blue circle with text and words&#10;&#10;Description automatically generated"/>
          <p:cNvPicPr preferRelativeResize="0"/>
          <p:nvPr/>
        </p:nvPicPr>
        <p:blipFill rotWithShape="1">
          <a:blip r:embed="rId3">
            <a:alphaModFix/>
          </a:blip>
          <a:srcRect/>
          <a:stretch/>
        </p:blipFill>
        <p:spPr>
          <a:xfrm>
            <a:off x="10758566" y="176754"/>
            <a:ext cx="874732" cy="874732"/>
          </a:xfrm>
          <a:prstGeom prst="rect">
            <a:avLst/>
          </a:prstGeom>
          <a:noFill/>
          <a:ln>
            <a:noFill/>
          </a:ln>
        </p:spPr>
      </p:pic>
      <p:sp>
        <p:nvSpPr>
          <p:cNvPr id="472" name="Google Shape;472;p27"/>
          <p:cNvSpPr/>
          <p:nvPr/>
        </p:nvSpPr>
        <p:spPr>
          <a:xfrm>
            <a:off x="10722885" y="1022415"/>
            <a:ext cx="946092"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rgbClr val="000000"/>
                </a:solidFill>
                <a:latin typeface="Tahoma"/>
                <a:ea typeface="Tahoma"/>
                <a:cs typeface="Tahoma"/>
                <a:sym typeface="Tahoma"/>
              </a:rPr>
              <a:t>[1-min]</a:t>
            </a:r>
            <a:endParaRPr sz="1800">
              <a:solidFill>
                <a:srgbClr val="000000"/>
              </a:solidFill>
              <a:latin typeface="Tahoma"/>
              <a:ea typeface="Tahoma"/>
              <a:cs typeface="Tahoma"/>
              <a:sym typeface="Tahoma"/>
            </a:endParaRPr>
          </a:p>
        </p:txBody>
      </p:sp>
      <p:pic>
        <p:nvPicPr>
          <p:cNvPr id="473" name="Google Shape;473;p27"/>
          <p:cNvPicPr preferRelativeResize="0"/>
          <p:nvPr/>
        </p:nvPicPr>
        <p:blipFill rotWithShape="1">
          <a:blip r:embed="rId4">
            <a:alphaModFix/>
          </a:blip>
          <a:srcRect/>
          <a:stretch/>
        </p:blipFill>
        <p:spPr>
          <a:xfrm>
            <a:off x="104932" y="165002"/>
            <a:ext cx="3795634" cy="740238"/>
          </a:xfrm>
          <a:prstGeom prst="rect">
            <a:avLst/>
          </a:prstGeom>
          <a:noFill/>
          <a:ln>
            <a:noFill/>
          </a:ln>
        </p:spPr>
      </p:pic>
      <p:sp>
        <p:nvSpPr>
          <p:cNvPr id="474" name="Google Shape;474;p27"/>
          <p:cNvSpPr/>
          <p:nvPr/>
        </p:nvSpPr>
        <p:spPr>
          <a:xfrm>
            <a:off x="852805" y="2311400"/>
            <a:ext cx="9906000" cy="22352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3200" b="1">
                <a:solidFill>
                  <a:schemeClr val="dk1"/>
                </a:solidFill>
                <a:latin typeface="Arial"/>
                <a:ea typeface="Arial"/>
                <a:cs typeface="Arial"/>
                <a:sym typeface="Arial"/>
              </a:rPr>
              <a:t>Next Session:</a:t>
            </a:r>
            <a:endParaRPr sz="3200">
              <a:solidFill>
                <a:schemeClr val="dk1"/>
              </a:solidFill>
              <a:latin typeface="Arial"/>
              <a:ea typeface="Arial"/>
              <a:cs typeface="Arial"/>
              <a:sym typeface="Arial"/>
            </a:endParaRPr>
          </a:p>
          <a:p>
            <a:pPr marL="0" marR="0" lvl="0" indent="0" algn="ctr" rtl="0">
              <a:spcBef>
                <a:spcPts val="0"/>
              </a:spcBef>
              <a:spcAft>
                <a:spcPts val="0"/>
              </a:spcAft>
              <a:buNone/>
            </a:pPr>
            <a:r>
              <a:rPr lang="en-US" sz="3200">
                <a:solidFill>
                  <a:schemeClr val="dk1"/>
                </a:solidFill>
                <a:latin typeface="Tahoma"/>
                <a:ea typeface="Tahoma"/>
                <a:cs typeface="Tahoma"/>
                <a:sym typeface="Tahoma"/>
              </a:rPr>
              <a:t>Evaluation of postfix expression</a:t>
            </a:r>
            <a:endParaRPr sz="3200">
              <a:solidFill>
                <a:schemeClr val="dk1"/>
              </a:solidFill>
              <a:latin typeface="Tahoma"/>
              <a:ea typeface="Tahoma"/>
              <a:cs typeface="Tahoma"/>
              <a:sym typeface="Tahoma"/>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478"/>
        <p:cNvGrpSpPr/>
        <p:nvPr/>
      </p:nvGrpSpPr>
      <p:grpSpPr>
        <a:xfrm>
          <a:off x="0" y="0"/>
          <a:ext cx="0" cy="0"/>
          <a:chOff x="0" y="0"/>
          <a:chExt cx="0" cy="0"/>
        </a:xfrm>
      </p:grpSpPr>
      <p:sp>
        <p:nvSpPr>
          <p:cNvPr id="479" name="Google Shape;479;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Galgotias University</a:t>
            </a:r>
            <a:endParaRPr/>
          </a:p>
        </p:txBody>
      </p:sp>
      <p:sp>
        <p:nvSpPr>
          <p:cNvPr id="480" name="Google Shape;480;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28</a:t>
            </a:fld>
            <a:endParaRPr/>
          </a:p>
        </p:txBody>
      </p:sp>
      <p:pic>
        <p:nvPicPr>
          <p:cNvPr id="481" name="Google Shape;481;p28" descr="A blue circle with text and words&#10;&#10;Description automatically generated"/>
          <p:cNvPicPr preferRelativeResize="0"/>
          <p:nvPr/>
        </p:nvPicPr>
        <p:blipFill rotWithShape="1">
          <a:blip r:embed="rId3">
            <a:alphaModFix/>
          </a:blip>
          <a:srcRect/>
          <a:stretch/>
        </p:blipFill>
        <p:spPr>
          <a:xfrm>
            <a:off x="10758566" y="176754"/>
            <a:ext cx="874732" cy="874732"/>
          </a:xfrm>
          <a:prstGeom prst="rect">
            <a:avLst/>
          </a:prstGeom>
          <a:noFill/>
          <a:ln>
            <a:noFill/>
          </a:ln>
        </p:spPr>
      </p:pic>
      <p:pic>
        <p:nvPicPr>
          <p:cNvPr id="482" name="Google Shape;482;p28"/>
          <p:cNvPicPr preferRelativeResize="0"/>
          <p:nvPr/>
        </p:nvPicPr>
        <p:blipFill rotWithShape="1">
          <a:blip r:embed="rId4">
            <a:alphaModFix/>
          </a:blip>
          <a:srcRect/>
          <a:stretch/>
        </p:blipFill>
        <p:spPr>
          <a:xfrm>
            <a:off x="104932" y="165002"/>
            <a:ext cx="3795634" cy="740238"/>
          </a:xfrm>
          <a:prstGeom prst="rect">
            <a:avLst/>
          </a:prstGeom>
          <a:noFill/>
          <a:ln>
            <a:noFill/>
          </a:ln>
        </p:spPr>
      </p:pic>
      <p:sp>
        <p:nvSpPr>
          <p:cNvPr id="483" name="Google Shape;483;p28"/>
          <p:cNvSpPr txBox="1"/>
          <p:nvPr/>
        </p:nvSpPr>
        <p:spPr>
          <a:xfrm>
            <a:off x="674913" y="1071593"/>
            <a:ext cx="4805996" cy="1297115"/>
          </a:xfrm>
          <a:prstGeom prst="rect">
            <a:avLst/>
          </a:prstGeom>
          <a:noFill/>
          <a:ln>
            <a:noFill/>
          </a:ln>
        </p:spPr>
        <p:txBody>
          <a:bodyPr spcFirstLastPara="1" wrap="square" lIns="91425" tIns="45700" rIns="91425" bIns="45700" anchor="t" anchorCtr="0">
            <a:normAutofit fontScale="90000"/>
          </a:bodyPr>
          <a:lstStyle/>
          <a:p>
            <a:pPr marL="0" marR="0" lvl="0" indent="0" algn="ctr" rtl="0">
              <a:lnSpc>
                <a:spcPct val="90000"/>
              </a:lnSpc>
              <a:spcBef>
                <a:spcPts val="0"/>
              </a:spcBef>
              <a:spcAft>
                <a:spcPts val="0"/>
              </a:spcAft>
              <a:buClr>
                <a:schemeClr val="dk2"/>
              </a:buClr>
              <a:buSzPct val="100000"/>
              <a:buFont typeface="Play"/>
              <a:buNone/>
            </a:pPr>
            <a:r>
              <a:rPr lang="en-US" sz="4000">
                <a:solidFill>
                  <a:schemeClr val="dk2"/>
                </a:solidFill>
                <a:latin typeface="Play"/>
                <a:ea typeface="Play"/>
                <a:cs typeface="Play"/>
                <a:sym typeface="Play"/>
              </a:rPr>
              <a:t>Review and Reflection from students</a:t>
            </a:r>
            <a:endParaRPr sz="4000">
              <a:solidFill>
                <a:schemeClr val="dk2"/>
              </a:solidFill>
              <a:latin typeface="Play"/>
              <a:ea typeface="Play"/>
              <a:cs typeface="Play"/>
              <a:sym typeface="Play"/>
            </a:endParaRPr>
          </a:p>
        </p:txBody>
      </p:sp>
      <p:sp>
        <p:nvSpPr>
          <p:cNvPr id="484" name="Google Shape;484;p28"/>
          <p:cNvSpPr txBox="1">
            <a:spLocks noGrp="1"/>
          </p:cNvSpPr>
          <p:nvPr>
            <p:ph type="title"/>
          </p:nvPr>
        </p:nvSpPr>
        <p:spPr>
          <a:xfrm>
            <a:off x="3369272" y="3691250"/>
            <a:ext cx="6783000" cy="13260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Play"/>
              <a:buNone/>
            </a:pPr>
            <a:r>
              <a:rPr lang="en-US" b="1"/>
              <a:t>ANY QUESTION ? </a:t>
            </a:r>
            <a:endParaRPr b="1"/>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488"/>
        <p:cNvGrpSpPr/>
        <p:nvPr/>
      </p:nvGrpSpPr>
      <p:grpSpPr>
        <a:xfrm>
          <a:off x="0" y="0"/>
          <a:ext cx="0" cy="0"/>
          <a:chOff x="0" y="0"/>
          <a:chExt cx="0" cy="0"/>
        </a:xfrm>
      </p:grpSpPr>
      <p:sp>
        <p:nvSpPr>
          <p:cNvPr id="489" name="Google Shape;489;p29"/>
          <p:cNvSpPr txBox="1">
            <a:spLocks noGrp="1"/>
          </p:cNvSpPr>
          <p:nvPr>
            <p:ph type="title"/>
          </p:nvPr>
        </p:nvSpPr>
        <p:spPr>
          <a:xfrm>
            <a:off x="121285" y="2562860"/>
            <a:ext cx="11906250" cy="132588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Play"/>
              <a:buNone/>
            </a:pPr>
            <a:r>
              <a:rPr lang="en-US" b="1"/>
              <a:t>THANKS</a:t>
            </a:r>
            <a:endParaRPr b="1"/>
          </a:p>
        </p:txBody>
      </p:sp>
      <p:sp>
        <p:nvSpPr>
          <p:cNvPr id="490" name="Google Shape;490;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Galgotias University</a:t>
            </a:r>
            <a:endParaRPr/>
          </a:p>
        </p:txBody>
      </p:sp>
      <p:sp>
        <p:nvSpPr>
          <p:cNvPr id="491" name="Google Shape;491;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29</a:t>
            </a:fld>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TotalTime>
  <Words>1213</Words>
  <Application>Microsoft Office PowerPoint</Application>
  <PresentationFormat>Widescreen</PresentationFormat>
  <Paragraphs>155</Paragraphs>
  <Slides>29</Slides>
  <Notes>29</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29</vt:i4>
      </vt:variant>
    </vt:vector>
  </HeadingPairs>
  <TitlesOfParts>
    <vt:vector size="37" baseType="lpstr">
      <vt:lpstr>Play</vt:lpstr>
      <vt:lpstr>Tahoma</vt:lpstr>
      <vt:lpstr>Times New Roman</vt:lpstr>
      <vt:lpstr>Calibri</vt:lpstr>
      <vt:lpstr>Arial</vt:lpstr>
      <vt:lpstr>Georgia</vt:lpstr>
      <vt:lpstr>Office Theme</vt:lpstr>
      <vt:lpstr>1_Office Theme</vt:lpstr>
      <vt:lpstr>Conversion of infix to postfix with algorithm   Session No.: 26 Course Name: Data Strucutres Course Code: R1UC308B   Instructor Name: Akhilesh Tripathi Duration: 50 mins Date of Conduction :</vt:lpstr>
      <vt:lpstr>PowerPoint Presentation</vt:lpstr>
      <vt:lpstr>PowerPoint Presentation</vt:lpstr>
      <vt:lpstr>PowerPoint Presentation</vt:lpstr>
      <vt:lpstr>Reflection- Opening Activity </vt:lpstr>
      <vt:lpstr>Learning Outcomes</vt:lpstr>
      <vt:lpstr>PowerPoint Presentation</vt:lpstr>
      <vt:lpstr>PowerPoint Presentation</vt:lpstr>
      <vt:lpstr>Reflection- Learning Activity 1</vt:lpstr>
      <vt:lpstr>Algorithm : Conversion of an Infix expression to Postfix expression</vt:lpstr>
      <vt:lpstr>Algorithm Cont...</vt:lpstr>
      <vt:lpstr>   Example walkthrough</vt:lpstr>
      <vt:lpstr>   Example walkthrough</vt:lpstr>
      <vt:lpstr>   Example walkthrough</vt:lpstr>
      <vt:lpstr>   Example walkthrough</vt:lpstr>
      <vt:lpstr>   Example walkthrough</vt:lpstr>
      <vt:lpstr>   Example walkthrough</vt:lpstr>
      <vt:lpstr>   Example walkthrough</vt:lpstr>
      <vt:lpstr>   Example walkthrough</vt:lpstr>
      <vt:lpstr>   Example walkthrough</vt:lpstr>
      <vt:lpstr>   Example walkthrough</vt:lpstr>
      <vt:lpstr>PowerPoint Presentation</vt:lpstr>
      <vt:lpstr>Summary</vt:lpstr>
      <vt:lpstr>PowerPoint Presentation</vt:lpstr>
      <vt:lpstr>PowerPoint Presentation</vt:lpstr>
      <vt:lpstr>PowerPoint Presentation</vt:lpstr>
      <vt:lpstr>PowerPoint Presentation</vt:lpstr>
      <vt:lpstr>ANY QUESTION ? </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Deepak Gupta</dc:creator>
  <cp:lastModifiedBy>akhilesh tripathi</cp:lastModifiedBy>
  <cp:revision>4</cp:revision>
  <dcterms:created xsi:type="dcterms:W3CDTF">2024-08-22T06:33:00Z</dcterms:created>
  <dcterms:modified xsi:type="dcterms:W3CDTF">2025-12-04T00:03:51Z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B4950E93D9E642CD96D6A64FA5ABC683_13</vt:lpwstr>
  </property>
  <property fmtid="{D5CDD505-2E9C-101B-9397-08002B2CF9AE}" pid="3" name="KSOProductBuildVer">
    <vt:lpwstr>1033-12.2.0.21931</vt:lpwstr>
  </property>
</Properties>
</file>