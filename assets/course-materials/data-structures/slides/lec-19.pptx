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295" r:id="rId10"/>
    <p:sldId id="298" r:id="rId11"/>
    <p:sldId id="303" r:id="rId12"/>
    <p:sldId id="304" r:id="rId13"/>
    <p:sldId id="288" r:id="rId14"/>
    <p:sldId id="299" r:id="rId15"/>
    <p:sldId id="308" r:id="rId16"/>
    <p:sldId id="30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200" dirty="0"/>
            <a:t>Implement deletion and searching operations in a singly linked list.</a:t>
          </a:r>
          <a:endParaRPr lang="en-IN" sz="3200" dirty="0"/>
        </a:p>
        <a:p>
          <a:endParaRPr lang="en-US" sz="1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Implement reversal operations in a singly linked list.</a:t>
          </a:r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200" dirty="0"/>
            <a:t>Implement deletion and searching operations in a singly linked list.</a:t>
          </a:r>
          <a:endParaRPr lang="en-IN" sz="3200" dirty="0"/>
        </a:p>
        <a:p>
          <a:endParaRPr lang="en-US" sz="1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Implement reversal operations in a singly linked list.</a:t>
          </a:r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Implement reversal operations in a singly linked list.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Implement deletion and searching operations in a singly linked list.</a:t>
          </a:r>
          <a:endParaRPr lang="en-IN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Implement reversal operations in a singly linked list.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Implement deletion and searching operations in a singly linked list.</a:t>
          </a:r>
          <a:endParaRPr lang="en-IN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27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Single Linked list : Deletion, Searching, Reverse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19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Kumar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      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Students must have knowledge of Link-list.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67900C0-5DDE-001E-FC19-5E0F679FA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14" y="2009774"/>
            <a:ext cx="7522029" cy="316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How will you reverse a linked list?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550069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Search operation on Link-list.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Delete operation performed on Link-list 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Reversal of link list.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3250904" y="3569111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4000" dirty="0"/>
                <a:t>What is the difference between array and link list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8403771" y="4356675"/>
            <a:ext cx="31226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53123"/>
            <a:ext cx="6858000" cy="63788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Singly Linked List</a:t>
            </a:r>
            <a:br>
              <a:rPr lang="en-US" sz="2800" dirty="0"/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2805B7-6C42-7FDC-F309-3A4D77A3335A}"/>
              </a:ext>
            </a:extLst>
          </p:cNvPr>
          <p:cNvSpPr txBox="1"/>
          <p:nvPr/>
        </p:nvSpPr>
        <p:spPr>
          <a:xfrm>
            <a:off x="310502" y="1871404"/>
            <a:ext cx="42855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 basic linked list where each node has a reference to the next node, forming a </a:t>
            </a: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unidirectional chain.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378F3ACE-4D9C-C6AC-672B-8BDD56F66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574" y="1227856"/>
            <a:ext cx="7100370" cy="49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CC1D14-2B74-B28E-8DB8-05742B36C0D2}"/>
              </a:ext>
            </a:extLst>
          </p:cNvPr>
          <p:cNvSpPr txBox="1"/>
          <p:nvPr/>
        </p:nvSpPr>
        <p:spPr>
          <a:xfrm>
            <a:off x="4278086" y="431222"/>
            <a:ext cx="5072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in Singly Linked List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84F5B-14C3-D7BC-9658-844801BAE631}"/>
              </a:ext>
            </a:extLst>
          </p:cNvPr>
          <p:cNvSpPr txBox="1"/>
          <p:nvPr/>
        </p:nvSpPr>
        <p:spPr>
          <a:xfrm>
            <a:off x="805543" y="1582341"/>
            <a:ext cx="99530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search(struct node *head, int key) {</a:t>
            </a:r>
          </a:p>
          <a:p>
            <a:r>
              <a:rPr lang="en-IN" dirty="0"/>
              <a:t>    int position = 1;              // Start position from 1</a:t>
            </a:r>
          </a:p>
          <a:p>
            <a:r>
              <a:rPr lang="en-IN" dirty="0"/>
              <a:t>    struct node *temp = head;</a:t>
            </a:r>
          </a:p>
          <a:p>
            <a:endParaRPr lang="en-IN" dirty="0"/>
          </a:p>
          <a:p>
            <a:r>
              <a:rPr lang="en-IN" dirty="0"/>
              <a:t>    while (temp != NULL) {</a:t>
            </a:r>
          </a:p>
          <a:p>
            <a:r>
              <a:rPr lang="en-IN" dirty="0"/>
              <a:t>        if (temp-&gt;data == key) {</a:t>
            </a:r>
          </a:p>
          <a:p>
            <a:r>
              <a:rPr lang="en-IN" dirty="0"/>
              <a:t>            return position;       // Found → return position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temp = temp-&gt;link;         // Move to next node</a:t>
            </a:r>
          </a:p>
          <a:p>
            <a:r>
              <a:rPr lang="en-IN" dirty="0"/>
              <a:t>        position++;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-1; // Not found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86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CEF45C-C0CC-1E0F-CA0D-FD6A757749FF}"/>
              </a:ext>
            </a:extLst>
          </p:cNvPr>
          <p:cNvSpPr txBox="1"/>
          <p:nvPr/>
        </p:nvSpPr>
        <p:spPr>
          <a:xfrm>
            <a:off x="104933" y="1360714"/>
            <a:ext cx="1174961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delete(struct node **head, int </a:t>
            </a:r>
            <a:r>
              <a:rPr lang="en-IN" dirty="0" err="1"/>
              <a:t>num</a:t>
            </a:r>
            <a:r>
              <a:rPr lang="en-IN" dirty="0"/>
              <a:t>) {</a:t>
            </a:r>
          </a:p>
          <a:p>
            <a:r>
              <a:rPr lang="en-IN" dirty="0"/>
              <a:t>    struct node *temp = *head, *pre = NULL;</a:t>
            </a:r>
          </a:p>
          <a:p>
            <a:endParaRPr lang="en-IN" dirty="0"/>
          </a:p>
          <a:p>
            <a:r>
              <a:rPr lang="en-IN" b="1" dirty="0"/>
              <a:t>    // Case 1: The head node itself holds the key to be deleted</a:t>
            </a:r>
          </a:p>
          <a:p>
            <a:r>
              <a:rPr lang="en-IN" dirty="0"/>
              <a:t>    if (temp != NULL &amp;&amp; temp-&gt;data == </a:t>
            </a:r>
            <a:r>
              <a:rPr lang="en-IN" dirty="0" err="1"/>
              <a:t>num</a:t>
            </a:r>
            <a:r>
              <a:rPr lang="en-IN" dirty="0"/>
              <a:t>) {</a:t>
            </a:r>
          </a:p>
          <a:p>
            <a:r>
              <a:rPr lang="en-IN" dirty="0"/>
              <a:t>        *head = temp-&gt;link;   // Move head to next node</a:t>
            </a:r>
          </a:p>
          <a:p>
            <a:r>
              <a:rPr lang="en-IN" dirty="0"/>
              <a:t>        free(temp);           // Free old head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b="1" dirty="0"/>
              <a:t>// Case 2: Search for the node to be deleted, keep track of previous node</a:t>
            </a:r>
          </a:p>
          <a:p>
            <a:r>
              <a:rPr lang="en-IN" dirty="0"/>
              <a:t>    while (temp != NULL &amp;&amp; temp-&gt;data != </a:t>
            </a:r>
            <a:r>
              <a:rPr lang="en-IN" dirty="0" err="1"/>
              <a:t>num</a:t>
            </a:r>
            <a:r>
              <a:rPr lang="en-IN" dirty="0"/>
              <a:t>) {</a:t>
            </a:r>
          </a:p>
          <a:p>
            <a:r>
              <a:rPr lang="en-IN" dirty="0"/>
              <a:t>        pre = temp;</a:t>
            </a:r>
          </a:p>
          <a:p>
            <a:r>
              <a:rPr lang="en-IN" dirty="0"/>
              <a:t>        temp = temp-&gt;link;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If element was not found in list</a:t>
            </a:r>
          </a:p>
          <a:p>
            <a:r>
              <a:rPr lang="en-IN" dirty="0"/>
              <a:t>    if (temp == NULL)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("Element %d not found\n", 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Unlink the node from linked list</a:t>
            </a:r>
          </a:p>
          <a:p>
            <a:r>
              <a:rPr lang="en-IN" dirty="0"/>
              <a:t>    pre-&gt;link = temp-&gt;link;</a:t>
            </a:r>
          </a:p>
          <a:p>
            <a:endParaRPr lang="en-IN" dirty="0"/>
          </a:p>
          <a:p>
            <a:r>
              <a:rPr lang="en-IN" dirty="0"/>
              <a:t>    free(temp); // Free memory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16334-3BD4-5197-F3E1-BE0F297D1EB6}"/>
              </a:ext>
            </a:extLst>
          </p:cNvPr>
          <p:cNvSpPr txBox="1"/>
          <p:nvPr/>
        </p:nvSpPr>
        <p:spPr>
          <a:xfrm>
            <a:off x="4180114" y="347551"/>
            <a:ext cx="5344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  node  in a singly linked list.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09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3"/>
            <a:ext cx="6858000" cy="55436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Singly Linked List: Reverse</a:t>
            </a: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A0500B-2E2F-9D2D-B021-210F45E67B28}"/>
              </a:ext>
            </a:extLst>
          </p:cNvPr>
          <p:cNvSpPr txBox="1"/>
          <p:nvPr/>
        </p:nvSpPr>
        <p:spPr>
          <a:xfrm>
            <a:off x="859971" y="1022900"/>
            <a:ext cx="107733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Given a pointer to the head node of a linked list, the task is to reverse the linked list. We need to reverse the list by changing the links between nodes.</a:t>
            </a:r>
          </a:p>
          <a:p>
            <a:endParaRPr lang="en-US" sz="1800" b="1" dirty="0"/>
          </a:p>
          <a:p>
            <a:r>
              <a:rPr lang="en-US" sz="1800" b="1" dirty="0"/>
              <a:t>Examples</a:t>
            </a:r>
            <a:r>
              <a:rPr lang="en-US" sz="1800" dirty="0"/>
              <a:t>: </a:t>
            </a:r>
          </a:p>
          <a:p>
            <a:endParaRPr lang="en-US" sz="1800" b="1" i="1" dirty="0"/>
          </a:p>
          <a:p>
            <a:r>
              <a:rPr lang="en-US" sz="1800" b="1" i="1" dirty="0"/>
              <a:t>Input</a:t>
            </a:r>
            <a:r>
              <a:rPr lang="en-US" sz="1800" i="1" dirty="0"/>
              <a:t>: Head of following linked list </a:t>
            </a:r>
            <a:br>
              <a:rPr lang="en-US" sz="1800" dirty="0"/>
            </a:br>
            <a:r>
              <a:rPr lang="en-US" sz="1800" i="1" dirty="0"/>
              <a:t>1-&gt;2-&gt;3-&gt;4-&gt;NULL </a:t>
            </a:r>
            <a:br>
              <a:rPr lang="en-US" sz="1800" dirty="0"/>
            </a:br>
            <a:endParaRPr lang="en-US" sz="1800" dirty="0"/>
          </a:p>
          <a:p>
            <a:r>
              <a:rPr lang="en-US" sz="1800" b="1" i="1" dirty="0"/>
              <a:t>Output</a:t>
            </a:r>
            <a:r>
              <a:rPr lang="en-US" sz="1800" i="1" dirty="0"/>
              <a:t>: Linked list should be changed to, </a:t>
            </a:r>
            <a:br>
              <a:rPr lang="en-US" sz="1800" dirty="0"/>
            </a:br>
            <a:r>
              <a:rPr lang="en-US" sz="1800" i="1" dirty="0"/>
              <a:t>4-&gt;3-&gt;2-&gt;1-&gt;NULL</a:t>
            </a:r>
            <a:endParaRPr lang="en-US" sz="1800" dirty="0"/>
          </a:p>
          <a:p>
            <a:endParaRPr lang="en-US" sz="1800" b="1" i="1" dirty="0"/>
          </a:p>
          <a:p>
            <a:r>
              <a:rPr lang="en-US" sz="1800" b="1" i="1" dirty="0"/>
              <a:t>Input</a:t>
            </a:r>
            <a:r>
              <a:rPr lang="en-US" sz="1800" i="1" dirty="0"/>
              <a:t>: Head of following linked list </a:t>
            </a:r>
            <a:br>
              <a:rPr lang="en-US" sz="1800" dirty="0"/>
            </a:br>
            <a:r>
              <a:rPr lang="en-US" sz="1800" i="1" dirty="0"/>
              <a:t>1-&gt;2-&gt;3-&gt;4-&gt;5-&gt;NULL </a:t>
            </a:r>
            <a:br>
              <a:rPr lang="en-US" sz="1800" dirty="0"/>
            </a:br>
            <a:endParaRPr lang="en-US" sz="1800" dirty="0"/>
          </a:p>
          <a:p>
            <a:r>
              <a:rPr lang="en-US" sz="1800" b="1" i="1" dirty="0"/>
              <a:t>Output</a:t>
            </a:r>
            <a:r>
              <a:rPr lang="en-US" sz="1800" i="1" dirty="0"/>
              <a:t>: Linked list should be changed to, </a:t>
            </a:r>
            <a:br>
              <a:rPr lang="en-US" sz="1800" dirty="0"/>
            </a:br>
            <a:r>
              <a:rPr lang="en-US" sz="1800" i="1" dirty="0"/>
              <a:t>5-&gt;4-&gt;3-&gt;2-&gt;1-&gt;NULL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15686"/>
            <a:ext cx="6858000" cy="4689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Singly Linked List: Reverse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buAutoNum type="arabicPeriod"/>
            </a:pP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429054-BEA2-5FBB-354C-529F3B95BDFA}"/>
              </a:ext>
            </a:extLst>
          </p:cNvPr>
          <p:cNvSpPr txBox="1"/>
          <p:nvPr/>
        </p:nvSpPr>
        <p:spPr>
          <a:xfrm>
            <a:off x="664029" y="1582341"/>
            <a:ext cx="1034142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Node*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 Node *head)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struct Node *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=head,*pr=NULL,*ne=NULL;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!=NULL)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ne=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-&gt;next;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-&gt;next=pr;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=ne;                    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head=pr;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(head);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16DFC-383F-A130-814F-A51D285E1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514" y="1955383"/>
            <a:ext cx="8545286" cy="430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86A60D-019D-172C-B682-68722A2B78C0}"/>
              </a:ext>
            </a:extLst>
          </p:cNvPr>
          <p:cNvSpPr txBox="1"/>
          <p:nvPr/>
        </p:nvSpPr>
        <p:spPr>
          <a:xfrm>
            <a:off x="822739" y="1763486"/>
            <a:ext cx="91921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Linked List: Deletion, Searching, Reverse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 a node (beginning, end, or specific node) and adjust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Traverse nodes sequentially to find an element (O(n)).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Change node links so the last node becomes the first (iterative/recursive).</a:t>
            </a:r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3FD0-9E9D-09AF-1AC2-DC23786E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BF91D34-FAA6-F3F6-7DE5-F8827F4C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6647041" cy="113605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35894-8CBE-9F8D-3BDD-5AF45C29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4C27-2D57-C150-8E8A-C098AEE3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8BE0D9A-064A-C4E2-E26D-0EB530F44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18A1A0-4298-7956-A717-7D09BFC0AF57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E26E4524-EFE9-A9CF-2A15-8FC009550D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85696"/>
              </p:ext>
            </p:extLst>
          </p:nvPr>
        </p:nvGraphicFramePr>
        <p:xfrm>
          <a:off x="318863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CE579EA-EEB8-2C85-0AE4-F23062EF2F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 Doubly link-list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2787</TotalTime>
  <Words>863</Words>
  <Application>Microsoft Office PowerPoint</Application>
  <PresentationFormat>Widescreen</PresentationFormat>
  <Paragraphs>143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Gelasio</vt:lpstr>
      <vt:lpstr>Georgia</vt:lpstr>
      <vt:lpstr>Tahoma</vt:lpstr>
      <vt:lpstr>Times New Roman</vt:lpstr>
      <vt:lpstr>Office Theme</vt:lpstr>
      <vt:lpstr>Single Linked list : Deletion, Searching, Reverse     Session No.: 19 Course Name: Data Strucutres Course Code: R1UC308B   Instructor Name: Akhilesh Kumar Tripathi Duration: 50 mins Date of Conduction of Class:        2025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 Singly Linked List </vt:lpstr>
      <vt:lpstr>PowerPoint Presentation</vt:lpstr>
      <vt:lpstr>PowerPoint Presentation</vt:lpstr>
      <vt:lpstr> Singly Linked List: Reverse </vt:lpstr>
      <vt:lpstr>Singly Linked List: Reverse</vt:lpstr>
      <vt:lpstr>PowerPoint Presentation</vt:lpstr>
      <vt:lpstr>PowerPoint Presentation</vt:lpstr>
      <vt:lpstr>Ensure attainment of LO’s in alignment to the learning activities:  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129</cp:revision>
  <dcterms:created xsi:type="dcterms:W3CDTF">2024-08-22T06:33:55Z</dcterms:created>
  <dcterms:modified xsi:type="dcterms:W3CDTF">2025-08-19T04:55:10Z</dcterms:modified>
</cp:coreProperties>
</file>