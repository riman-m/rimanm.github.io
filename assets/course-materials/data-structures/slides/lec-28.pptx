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3" r:id="rId18"/>
    <p:sldId id="274" r:id="rId19"/>
    <p:sldId id="275" r:id="rId20"/>
    <p:sldId id="276" r:id="rId21"/>
    <p:sldId id="277" r:id="rId22"/>
    <p:sldId id="278" r:id="rId23"/>
    <p:sldId id="279" r:id="rId24"/>
  </p:sldIdLst>
  <p:sldSz cx="12192000" cy="6858000"/>
  <p:notesSz cx="6858000" cy="9144000"/>
  <p:embeddedFontLst>
    <p:embeddedFont>
      <p:font typeface="Georgia" panose="02040502050405020303" pitchFamily="18" charset="0"/>
      <p:regular r:id="rId26"/>
      <p:bold r:id="rId27"/>
      <p:italic r:id="rId28"/>
      <p:boldItalic r:id="rId29"/>
    </p:embeddedFont>
    <p:embeddedFont>
      <p:font typeface="Play" panose="020B0604020202020204" charset="0"/>
      <p:regular r:id="rId30"/>
      <p:bold r:id="rId31"/>
    </p:embeddedFont>
    <p:embeddedFont>
      <p:font typeface="Tahoma" panose="020B0604030504040204" pitchFamily="34" charset="0"/>
      <p:regular r:id="rId32"/>
      <p:bold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5" roundtripDataSignature="AMtx7mikdTgCL0tPOMnMlsT/i+BEvGLfX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8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7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customschemas.google.com/relationships/presentationmetadata" Target="meta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3" name="Google Shape;293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" name="Google Shape;302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" name="Google Shape;311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7" name="Google Shape;337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" name="Google Shape;347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2" name="Google Shape;362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7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7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28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9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9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29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29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29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32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3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3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3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3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34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3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3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5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35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3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3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3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3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3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3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3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3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9" name="Google Shape;89;p1" descr="A blue and purple dot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 l="5200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"/>
          <p:cNvSpPr/>
          <p:nvPr/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33000">
                <a:srgbClr val="000000">
                  <a:alpha val="63921"/>
                </a:srgbClr>
              </a:gs>
              <a:gs pos="58000">
                <a:schemeClr val="dk1"/>
              </a:gs>
              <a:gs pos="100000">
                <a:schemeClr val="dk1"/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 txBox="1">
            <a:spLocks noGrp="1"/>
          </p:cNvSpPr>
          <p:nvPr>
            <p:ph type="ctrTitle"/>
          </p:nvPr>
        </p:nvSpPr>
        <p:spPr>
          <a:xfrm>
            <a:off x="477981" y="1122362"/>
            <a:ext cx="8366216" cy="4909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Georgia"/>
              <a:buNone/>
            </a:pPr>
            <a:r>
              <a:rPr lang="en-US" sz="3600" b="1" dirty="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Introduction</a:t>
            </a:r>
            <a:br>
              <a:rPr lang="en-US" sz="3600" b="1" dirty="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US" sz="3600" b="1" dirty="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Queue</a:t>
            </a:r>
            <a:br>
              <a:rPr lang="en-US" sz="5400" b="1" dirty="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</a:br>
            <a:br>
              <a:rPr lang="en-US" sz="4800" b="1" dirty="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</a:br>
            <a:br>
              <a:rPr lang="en-US" sz="4800" b="1" dirty="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US" sz="1800" b="1" dirty="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Session No.: 28</a:t>
            </a:r>
            <a:br>
              <a:rPr lang="en-US" sz="1800" b="1" dirty="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US" sz="1800" b="1" dirty="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Course Name: Data Structures</a:t>
            </a:r>
            <a:br>
              <a:rPr lang="en-US" sz="1800" b="1" dirty="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US" sz="1800" b="1" dirty="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Course Code: </a:t>
            </a:r>
            <a:r>
              <a:rPr lang="en-US" sz="1800" b="1" i="0" u="none" strike="noStrik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R1UC308B </a:t>
            </a:r>
            <a:r>
              <a:rPr lang="en-US" sz="1800" b="0" i="0" u="none" strike="noStrik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br>
              <a:rPr lang="en-US" sz="1800" b="0" i="0" u="none" strike="noStrik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 b="1" dirty="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Instructor Name: Mr. Akhilesh Tripathi</a:t>
            </a:r>
            <a:br>
              <a:rPr lang="en-US" sz="1800" b="1" dirty="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US" sz="1800" b="1" dirty="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Duration: 50 mins</a:t>
            </a:r>
            <a:br>
              <a:rPr lang="en-US" sz="1800" b="1" dirty="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US" sz="1800" b="1" dirty="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Date of Conduction:</a:t>
            </a:r>
            <a:endParaRPr sz="4800" b="1" dirty="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92" name="Google Shape;92;p1"/>
          <p:cNvSpPr/>
          <p:nvPr/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/>
          <p:nvPr/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95" name="Google Shape;95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pic>
        <p:nvPicPr>
          <p:cNvPr id="96" name="Google Shape;96;p1" descr="A blue circle with text and words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758565" y="176753"/>
            <a:ext cx="1190469" cy="1190469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4932" y="317402"/>
            <a:ext cx="3795634" cy="7402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103" name="Google Shape;103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pic>
        <p:nvPicPr>
          <p:cNvPr id="104" name="Google Shape;104;p2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"/>
          <p:cNvSpPr txBox="1"/>
          <p:nvPr/>
        </p:nvSpPr>
        <p:spPr>
          <a:xfrm>
            <a:off x="822739" y="1354784"/>
            <a:ext cx="10810559" cy="2677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Review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Pre-Requisite :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❖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Students must have knowledge of C/C++ programming language.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❖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Understanding of </a:t>
            </a:r>
            <a:r>
              <a:rPr lang="en-US" sz="2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arrays and stack</a:t>
            </a: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as linear data structures.</a:t>
            </a:r>
            <a:endParaRPr sz="28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6" name="Google Shape;106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215802"/>
            <a:ext cx="3795634" cy="7402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112" name="Google Shape;112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pic>
        <p:nvPicPr>
          <p:cNvPr id="113" name="Google Shape;113;p3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3"/>
          <p:cNvSpPr txBox="1"/>
          <p:nvPr/>
        </p:nvSpPr>
        <p:spPr>
          <a:xfrm>
            <a:off x="822739" y="821384"/>
            <a:ext cx="10373193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Pre-Class Assessment</a:t>
            </a:r>
            <a:endParaRPr/>
          </a:p>
        </p:txBody>
      </p:sp>
      <p:sp>
        <p:nvSpPr>
          <p:cNvPr id="115" name="Google Shape;115;p3"/>
          <p:cNvSpPr/>
          <p:nvPr/>
        </p:nvSpPr>
        <p:spPr>
          <a:xfrm>
            <a:off x="10648330" y="1095420"/>
            <a:ext cx="117669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[2-mins]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6" name="Google Shape;116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90402"/>
            <a:ext cx="3795634" cy="7402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2120F126-0455-10FE-6E29-BF1D565F8F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0425" y="1944461"/>
            <a:ext cx="5065939" cy="36616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123" name="Google Shape;123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pic>
        <p:nvPicPr>
          <p:cNvPr id="124" name="Google Shape;124;p4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4"/>
          <p:cNvSpPr/>
          <p:nvPr/>
        </p:nvSpPr>
        <p:spPr>
          <a:xfrm>
            <a:off x="10671589" y="1095420"/>
            <a:ext cx="104868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[1-mins]</a:t>
            </a:r>
            <a:endParaRPr/>
          </a:p>
        </p:txBody>
      </p:sp>
      <p:pic>
        <p:nvPicPr>
          <p:cNvPr id="126" name="Google Shape;126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2158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4" descr="Questions"/>
          <p:cNvSpPr/>
          <p:nvPr/>
        </p:nvSpPr>
        <p:spPr>
          <a:xfrm>
            <a:off x="4762213" y="1051486"/>
            <a:ext cx="2716735" cy="2008804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/>
            </a:stretch>
          </a:blipFill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8" name="Google Shape;128;p4"/>
          <p:cNvGrpSpPr/>
          <p:nvPr/>
        </p:nvGrpSpPr>
        <p:grpSpPr>
          <a:xfrm>
            <a:off x="638332" y="3566830"/>
            <a:ext cx="10994966" cy="2246314"/>
            <a:chOff x="0" y="1991651"/>
            <a:chExt cx="5239339" cy="2246314"/>
          </a:xfrm>
        </p:grpSpPr>
        <p:sp>
          <p:nvSpPr>
            <p:cNvPr id="129" name="Google Shape;129;p4"/>
            <p:cNvSpPr/>
            <p:nvPr/>
          </p:nvSpPr>
          <p:spPr>
            <a:xfrm>
              <a:off x="0" y="1991651"/>
              <a:ext cx="5239339" cy="2231566"/>
            </a:xfrm>
            <a:prstGeom prst="rect">
              <a:avLst/>
            </a:prstGeom>
            <a:gradFill>
              <a:gsLst>
                <a:gs pos="0">
                  <a:srgbClr val="F4B6A2"/>
                </a:gs>
                <a:gs pos="50000">
                  <a:srgbClr val="F1AA93"/>
                </a:gs>
                <a:gs pos="100000">
                  <a:srgbClr val="F49C7F"/>
                </a:gs>
              </a:gsLst>
              <a:lin ang="5400000" scaled="0"/>
            </a:gradFill>
            <a:ln w="12700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4"/>
            <p:cNvSpPr/>
            <p:nvPr/>
          </p:nvSpPr>
          <p:spPr>
            <a:xfrm>
              <a:off x="0" y="2006399"/>
              <a:ext cx="5239339" cy="2231566"/>
            </a:xfrm>
            <a:prstGeom prst="rect">
              <a:avLst/>
            </a:prstGeom>
            <a:gradFill>
              <a:gsLst>
                <a:gs pos="0">
                  <a:srgbClr val="F4B6A2"/>
                </a:gs>
                <a:gs pos="50000">
                  <a:srgbClr val="F1AA93"/>
                </a:gs>
                <a:gs pos="100000">
                  <a:srgbClr val="F49C7F"/>
                </a:gs>
              </a:gsLst>
              <a:lin ang="5400000" scaled="0"/>
            </a:gradFill>
            <a:ln w="12700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What is Queue?</a:t>
              </a: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/>
          <p:cNvSpPr txBox="1">
            <a:spLocks noGrp="1"/>
          </p:cNvSpPr>
          <p:nvPr>
            <p:ph type="title"/>
          </p:nvPr>
        </p:nvSpPr>
        <p:spPr>
          <a:xfrm>
            <a:off x="3890330" y="483460"/>
            <a:ext cx="5017695" cy="113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ahoma"/>
              <a:buNone/>
            </a:pPr>
            <a:r>
              <a:rPr lang="en-US" sz="3600">
                <a:latin typeface="Tahoma"/>
                <a:ea typeface="Tahoma"/>
                <a:cs typeface="Tahoma"/>
                <a:sym typeface="Tahoma"/>
              </a:rPr>
              <a:t>Learning Outcomes</a:t>
            </a:r>
            <a:endParaRPr/>
          </a:p>
        </p:txBody>
      </p:sp>
      <p:sp>
        <p:nvSpPr>
          <p:cNvPr id="136" name="Google Shape;136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137" name="Google Shape;137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pic>
        <p:nvPicPr>
          <p:cNvPr id="138" name="Google Shape;138;p5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5"/>
          <p:cNvSpPr txBox="1">
            <a:spLocks noGrp="1"/>
          </p:cNvSpPr>
          <p:nvPr>
            <p:ph type="body" idx="1"/>
          </p:nvPr>
        </p:nvSpPr>
        <p:spPr>
          <a:xfrm>
            <a:off x="375532" y="1435255"/>
            <a:ext cx="108204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sz="3200" b="1" u="sng">
                <a:latin typeface="Tahoma"/>
                <a:ea typeface="Tahoma"/>
                <a:cs typeface="Tahoma"/>
                <a:sym typeface="Tahoma"/>
              </a:rPr>
              <a:t>By the end of this session, You will be able to:</a:t>
            </a:r>
            <a:endParaRPr/>
          </a:p>
        </p:txBody>
      </p:sp>
      <p:sp>
        <p:nvSpPr>
          <p:cNvPr id="140" name="Google Shape;140;p5"/>
          <p:cNvSpPr/>
          <p:nvPr/>
        </p:nvSpPr>
        <p:spPr>
          <a:xfrm>
            <a:off x="10671589" y="1065923"/>
            <a:ext cx="104868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[2-mins]</a:t>
            </a:r>
            <a:endParaRPr/>
          </a:p>
        </p:txBody>
      </p:sp>
      <p:grpSp>
        <p:nvGrpSpPr>
          <p:cNvPr id="141" name="Google Shape;141;p5"/>
          <p:cNvGrpSpPr/>
          <p:nvPr/>
        </p:nvGrpSpPr>
        <p:grpSpPr>
          <a:xfrm>
            <a:off x="297092" y="2287442"/>
            <a:ext cx="10927829" cy="3686077"/>
            <a:chOff x="0" y="1663"/>
            <a:chExt cx="10927829" cy="3686077"/>
          </a:xfrm>
        </p:grpSpPr>
        <p:sp>
          <p:nvSpPr>
            <p:cNvPr id="142" name="Google Shape;142;p5"/>
            <p:cNvSpPr/>
            <p:nvPr/>
          </p:nvSpPr>
          <p:spPr>
            <a:xfrm>
              <a:off x="0" y="2226751"/>
              <a:ext cx="10927829" cy="1460989"/>
            </a:xfrm>
            <a:prstGeom prst="rect">
              <a:avLst/>
            </a:prstGeom>
            <a:solidFill>
              <a:srgbClr val="E97131"/>
            </a:solid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5"/>
            <p:cNvSpPr txBox="1"/>
            <p:nvPr/>
          </p:nvSpPr>
          <p:spPr>
            <a:xfrm>
              <a:off x="0" y="2226751"/>
              <a:ext cx="10927829" cy="14609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6025" tIns="256025" rIns="256025" bIns="2560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600"/>
                <a:buFont typeface="Arial"/>
                <a:buNone/>
              </a:pPr>
              <a:r>
                <a:rPr lang="en-US" sz="3600" b="1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Check and detect the conditions for Queue Full (Overflow) Queue Empty (Underflow)</a:t>
              </a:r>
              <a:endParaRPr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p5"/>
            <p:cNvSpPr/>
            <p:nvPr/>
          </p:nvSpPr>
          <p:spPr>
            <a:xfrm rot="10800000">
              <a:off x="0" y="1663"/>
              <a:ext cx="10927829" cy="2247002"/>
            </a:xfrm>
            <a:prstGeom prst="upArrowCallout">
              <a:avLst>
                <a:gd name="adj1" fmla="val 25000"/>
                <a:gd name="adj2" fmla="val 25000"/>
                <a:gd name="adj3" fmla="val 25000"/>
                <a:gd name="adj4" fmla="val 64977"/>
              </a:avLst>
            </a:prstGeom>
            <a:solidFill>
              <a:srgbClr val="186923"/>
            </a:solid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5"/>
            <p:cNvSpPr txBox="1"/>
            <p:nvPr/>
          </p:nvSpPr>
          <p:spPr>
            <a:xfrm>
              <a:off x="0" y="1663"/>
              <a:ext cx="10927829" cy="146003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6025" tIns="256025" rIns="256025" bIns="2560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600"/>
                <a:buFont typeface="Arial"/>
                <a:buNone/>
              </a:pPr>
              <a:r>
                <a:rPr lang="en-US" sz="36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Illustrate the logical structure and working principle of a queue</a:t>
              </a:r>
              <a:endParaRPr/>
            </a:p>
          </p:txBody>
        </p:sp>
      </p:grpSp>
      <p:pic>
        <p:nvPicPr>
          <p:cNvPr id="146" name="Google Shape;146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215802"/>
            <a:ext cx="3795634" cy="7402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152" name="Google Shape;152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pic>
        <p:nvPicPr>
          <p:cNvPr id="153" name="Google Shape;153;p6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6"/>
          <p:cNvSpPr txBox="1"/>
          <p:nvPr/>
        </p:nvSpPr>
        <p:spPr>
          <a:xfrm>
            <a:off x="727756" y="1219889"/>
            <a:ext cx="10468176" cy="32316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Session Outline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Introduction to Queue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Types of Queue and operations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Applications of Queue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Provide hands-on activities and reinforce learning through an interactive WooClap and WooFlash tools.</a:t>
            </a:r>
            <a:endParaRPr/>
          </a:p>
        </p:txBody>
      </p:sp>
      <p:pic>
        <p:nvPicPr>
          <p:cNvPr id="155" name="Google Shape;155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241202"/>
            <a:ext cx="3795634" cy="7402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161" name="Google Shape;161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pic>
        <p:nvPicPr>
          <p:cNvPr id="162" name="Google Shape;162;p7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7"/>
          <p:cNvSpPr/>
          <p:nvPr/>
        </p:nvSpPr>
        <p:spPr>
          <a:xfrm>
            <a:off x="10671589" y="1095420"/>
            <a:ext cx="104868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[1-mins]</a:t>
            </a:r>
            <a:endParaRPr/>
          </a:p>
        </p:txBody>
      </p:sp>
      <p:pic>
        <p:nvPicPr>
          <p:cNvPr id="164" name="Google Shape;164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2158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7" descr="Questions"/>
          <p:cNvSpPr/>
          <p:nvPr/>
        </p:nvSpPr>
        <p:spPr>
          <a:xfrm>
            <a:off x="2002748" y="1280086"/>
            <a:ext cx="2716735" cy="2008804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/>
            </a:stretch>
          </a:blipFill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7" descr="Puzzle Pieces"/>
          <p:cNvSpPr/>
          <p:nvPr/>
        </p:nvSpPr>
        <p:spPr>
          <a:xfrm>
            <a:off x="7663508" y="1256657"/>
            <a:ext cx="2793098" cy="2135471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/>
            </a:stretch>
          </a:blipFill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7"/>
          <p:cNvSpPr txBox="1"/>
          <p:nvPr/>
        </p:nvSpPr>
        <p:spPr>
          <a:xfrm>
            <a:off x="3761668" y="760220"/>
            <a:ext cx="6680173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Activity-1 (Think – Pair – Share)</a:t>
            </a:r>
            <a:endParaRPr/>
          </a:p>
        </p:txBody>
      </p:sp>
      <p:sp>
        <p:nvSpPr>
          <p:cNvPr id="174" name="Google Shape;174;p7"/>
          <p:cNvSpPr/>
          <p:nvPr/>
        </p:nvSpPr>
        <p:spPr>
          <a:xfrm>
            <a:off x="6522475" y="3771900"/>
            <a:ext cx="5003898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Data Structures: Queue</a:t>
            </a: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1F6E5E-23C7-B77A-1A8B-827F917E5132}"/>
              </a:ext>
            </a:extLst>
          </p:cNvPr>
          <p:cNvSpPr txBox="1"/>
          <p:nvPr/>
        </p:nvSpPr>
        <p:spPr>
          <a:xfrm>
            <a:off x="1251857" y="3275112"/>
            <a:ext cx="1000397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 What makes a queue different from a stack?</a:t>
            </a:r>
          </a:p>
          <a:p>
            <a:r>
              <a:rPr lang="en-IN" sz="3200" dirty="0"/>
              <a:t> Share 1 key difference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8"/>
          <p:cNvSpPr/>
          <p:nvPr/>
        </p:nvSpPr>
        <p:spPr>
          <a:xfrm>
            <a:off x="0" y="1"/>
            <a:ext cx="12191695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0" name="Google Shape;180;p8"/>
          <p:cNvGrpSpPr/>
          <p:nvPr/>
        </p:nvGrpSpPr>
        <p:grpSpPr>
          <a:xfrm>
            <a:off x="0" y="0"/>
            <a:ext cx="6423049" cy="6858001"/>
            <a:chOff x="0" y="0"/>
            <a:chExt cx="6423049" cy="6858001"/>
          </a:xfrm>
        </p:grpSpPr>
        <p:sp>
          <p:nvSpPr>
            <p:cNvPr id="181" name="Google Shape;181;p8"/>
            <p:cNvSpPr/>
            <p:nvPr/>
          </p:nvSpPr>
          <p:spPr>
            <a:xfrm>
              <a:off x="0" y="0"/>
              <a:ext cx="6018714" cy="6858000"/>
            </a:xfrm>
            <a:custGeom>
              <a:avLst/>
              <a:gdLst/>
              <a:ahLst/>
              <a:cxnLst/>
              <a:rect l="l" t="t" r="r" b="b"/>
              <a:pathLst>
                <a:path w="6018714" h="6858000" extrusionOk="0">
                  <a:moveTo>
                    <a:pt x="0" y="6499477"/>
                  </a:moveTo>
                  <a:lnTo>
                    <a:pt x="248639" y="6701197"/>
                  </a:lnTo>
                  <a:cubicBezTo>
                    <a:pt x="296496" y="6739700"/>
                    <a:pt x="344500" y="6777613"/>
                    <a:pt x="392359" y="6814935"/>
                  </a:cubicBezTo>
                  <a:lnTo>
                    <a:pt x="448656" y="6858000"/>
                  </a:lnTo>
                  <a:lnTo>
                    <a:pt x="0" y="6858000"/>
                  </a:lnTo>
                  <a:close/>
                  <a:moveTo>
                    <a:pt x="998246" y="0"/>
                  </a:moveTo>
                  <a:lnTo>
                    <a:pt x="1984114" y="0"/>
                  </a:lnTo>
                  <a:lnTo>
                    <a:pt x="2011390" y="2333"/>
                  </a:lnTo>
                  <a:cubicBezTo>
                    <a:pt x="2791770" y="95667"/>
                    <a:pt x="3537428" y="382707"/>
                    <a:pt x="4182319" y="838030"/>
                  </a:cubicBezTo>
                  <a:cubicBezTo>
                    <a:pt x="4396386" y="988089"/>
                    <a:pt x="4598134" y="1155477"/>
                    <a:pt x="4785565" y="1338564"/>
                  </a:cubicBezTo>
                  <a:cubicBezTo>
                    <a:pt x="5159266" y="1705003"/>
                    <a:pt x="5477110" y="2135318"/>
                    <a:pt x="5695308" y="2616232"/>
                  </a:cubicBezTo>
                  <a:cubicBezTo>
                    <a:pt x="5803975" y="2856910"/>
                    <a:pt x="5885376" y="3109302"/>
                    <a:pt x="5937944" y="3368583"/>
                  </a:cubicBezTo>
                  <a:cubicBezTo>
                    <a:pt x="5990936" y="3626845"/>
                    <a:pt x="6017985" y="3889887"/>
                    <a:pt x="6018677" y="4153681"/>
                  </a:cubicBezTo>
                  <a:cubicBezTo>
                    <a:pt x="6019393" y="4288706"/>
                    <a:pt x="6009862" y="4423598"/>
                    <a:pt x="5990165" y="4557147"/>
                  </a:cubicBezTo>
                  <a:lnTo>
                    <a:pt x="5982312" y="4607451"/>
                  </a:lnTo>
                  <a:lnTo>
                    <a:pt x="5972856" y="4657609"/>
                  </a:lnTo>
                  <a:cubicBezTo>
                    <a:pt x="5966601" y="4691096"/>
                    <a:pt x="5959037" y="4724287"/>
                    <a:pt x="5951328" y="4757628"/>
                  </a:cubicBezTo>
                  <a:cubicBezTo>
                    <a:pt x="5934889" y="4823863"/>
                    <a:pt x="5915834" y="4890100"/>
                    <a:pt x="5893141" y="4953827"/>
                  </a:cubicBezTo>
                  <a:cubicBezTo>
                    <a:pt x="5870448" y="5017556"/>
                    <a:pt x="5845282" y="5080252"/>
                    <a:pt x="5817644" y="5141915"/>
                  </a:cubicBezTo>
                  <a:cubicBezTo>
                    <a:pt x="5790005" y="5203578"/>
                    <a:pt x="5760040" y="5263619"/>
                    <a:pt x="5728909" y="5322626"/>
                  </a:cubicBezTo>
                  <a:cubicBezTo>
                    <a:pt x="5666505" y="5440642"/>
                    <a:pt x="5599591" y="5553937"/>
                    <a:pt x="5532095" y="5663839"/>
                  </a:cubicBezTo>
                  <a:lnTo>
                    <a:pt x="5330043" y="5988236"/>
                  </a:lnTo>
                  <a:cubicBezTo>
                    <a:pt x="5297022" y="6041195"/>
                    <a:pt x="5264148" y="6093565"/>
                    <a:pt x="5232580" y="6146081"/>
                  </a:cubicBezTo>
                  <a:lnTo>
                    <a:pt x="5183269" y="6227660"/>
                  </a:lnTo>
                  <a:cubicBezTo>
                    <a:pt x="5166103" y="6255541"/>
                    <a:pt x="5149375" y="6283717"/>
                    <a:pt x="5131628" y="6311451"/>
                  </a:cubicBezTo>
                  <a:cubicBezTo>
                    <a:pt x="5062676" y="6423417"/>
                    <a:pt x="4988635" y="6533174"/>
                    <a:pt x="4910811" y="6641009"/>
                  </a:cubicBezTo>
                  <a:cubicBezTo>
                    <a:pt x="4871725" y="6695377"/>
                    <a:pt x="4831064" y="6748547"/>
                    <a:pt x="4788885" y="6800448"/>
                  </a:cubicBezTo>
                  <a:lnTo>
                    <a:pt x="4739213" y="6858000"/>
                  </a:lnTo>
                  <a:lnTo>
                    <a:pt x="3950454" y="6858000"/>
                  </a:lnTo>
                  <a:lnTo>
                    <a:pt x="4012997" y="6806378"/>
                  </a:lnTo>
                  <a:cubicBezTo>
                    <a:pt x="4100089" y="6729374"/>
                    <a:pt x="4185375" y="6649419"/>
                    <a:pt x="4268871" y="6566512"/>
                  </a:cubicBezTo>
                  <a:cubicBezTo>
                    <a:pt x="4439315" y="6398398"/>
                    <a:pt x="4599980" y="6220387"/>
                    <a:pt x="4750072" y="6033375"/>
                  </a:cubicBezTo>
                  <a:cubicBezTo>
                    <a:pt x="4769418" y="6009920"/>
                    <a:pt x="4787311" y="5985138"/>
                    <a:pt x="4806075" y="5961092"/>
                  </a:cubicBezTo>
                  <a:lnTo>
                    <a:pt x="4863244" y="5885856"/>
                  </a:lnTo>
                  <a:cubicBezTo>
                    <a:pt x="4902520" y="5833635"/>
                    <a:pt x="4942184" y="5782445"/>
                    <a:pt x="4982235" y="5732288"/>
                  </a:cubicBezTo>
                  <a:cubicBezTo>
                    <a:pt x="5061513" y="5631533"/>
                    <a:pt x="5143556" y="5534760"/>
                    <a:pt x="5221526" y="5438135"/>
                  </a:cubicBezTo>
                  <a:cubicBezTo>
                    <a:pt x="5299495" y="5341509"/>
                    <a:pt x="5374846" y="5245326"/>
                    <a:pt x="5442633" y="5146193"/>
                  </a:cubicBezTo>
                  <a:cubicBezTo>
                    <a:pt x="5476091" y="5096480"/>
                    <a:pt x="5508530" y="5046176"/>
                    <a:pt x="5538350" y="4995133"/>
                  </a:cubicBezTo>
                  <a:cubicBezTo>
                    <a:pt x="5568171" y="4944091"/>
                    <a:pt x="5596245" y="4892164"/>
                    <a:pt x="5621702" y="4839205"/>
                  </a:cubicBezTo>
                  <a:cubicBezTo>
                    <a:pt x="5673203" y="4733405"/>
                    <a:pt x="5713291" y="4622262"/>
                    <a:pt x="5741275" y="4507728"/>
                  </a:cubicBezTo>
                  <a:cubicBezTo>
                    <a:pt x="5767878" y="4391630"/>
                    <a:pt x="5781445" y="4272861"/>
                    <a:pt x="5781714" y="4153681"/>
                  </a:cubicBezTo>
                  <a:cubicBezTo>
                    <a:pt x="5781640" y="3908842"/>
                    <a:pt x="5749352" y="3665096"/>
                    <a:pt x="5685706" y="3428918"/>
                  </a:cubicBezTo>
                  <a:cubicBezTo>
                    <a:pt x="5621295" y="3194067"/>
                    <a:pt x="5532959" y="2966636"/>
                    <a:pt x="5422122" y="2750328"/>
                  </a:cubicBezTo>
                  <a:cubicBezTo>
                    <a:pt x="5312356" y="2533473"/>
                    <a:pt x="5182293" y="2327817"/>
                    <a:pt x="5033730" y="2136204"/>
                  </a:cubicBezTo>
                  <a:cubicBezTo>
                    <a:pt x="4885345" y="1944281"/>
                    <a:pt x="4721094" y="1765530"/>
                    <a:pt x="4542784" y="1601886"/>
                  </a:cubicBezTo>
                  <a:cubicBezTo>
                    <a:pt x="4001273" y="1114380"/>
                    <a:pt x="3361806" y="751985"/>
                    <a:pt x="2668605" y="539746"/>
                  </a:cubicBezTo>
                  <a:cubicBezTo>
                    <a:pt x="2438667" y="470493"/>
                    <a:pt x="2203536" y="420366"/>
                    <a:pt x="1965570" y="389865"/>
                  </a:cubicBezTo>
                  <a:cubicBezTo>
                    <a:pt x="1727936" y="359890"/>
                    <a:pt x="1488166" y="351053"/>
                    <a:pt x="1249006" y="363461"/>
                  </a:cubicBezTo>
                  <a:cubicBezTo>
                    <a:pt x="1010718" y="374400"/>
                    <a:pt x="774017" y="408587"/>
                    <a:pt x="542188" y="465544"/>
                  </a:cubicBezTo>
                  <a:cubicBezTo>
                    <a:pt x="369418" y="508120"/>
                    <a:pt x="200552" y="565242"/>
                    <a:pt x="37349" y="636266"/>
                  </a:cubicBezTo>
                  <a:lnTo>
                    <a:pt x="0" y="653785"/>
                  </a:lnTo>
                  <a:lnTo>
                    <a:pt x="0" y="255198"/>
                  </a:lnTo>
                  <a:lnTo>
                    <a:pt x="167136" y="188295"/>
                  </a:lnTo>
                  <a:cubicBezTo>
                    <a:pt x="260597" y="155379"/>
                    <a:pt x="355437" y="126405"/>
                    <a:pt x="451417" y="101466"/>
                  </a:cubicBezTo>
                  <a:cubicBezTo>
                    <a:pt x="578649" y="68513"/>
                    <a:pt x="707299" y="41799"/>
                    <a:pt x="836914" y="21393"/>
                  </a:cubicBezTo>
                  <a:close/>
                </a:path>
              </a:pathLst>
            </a:custGeom>
            <a:solidFill>
              <a:schemeClr val="lt1">
                <a:alpha val="2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8"/>
            <p:cNvSpPr/>
            <p:nvPr/>
          </p:nvSpPr>
          <p:spPr>
            <a:xfrm>
              <a:off x="0" y="38834"/>
              <a:ext cx="6015920" cy="6819166"/>
            </a:xfrm>
            <a:custGeom>
              <a:avLst/>
              <a:gdLst/>
              <a:ahLst/>
              <a:cxnLst/>
              <a:rect l="l" t="t" r="r" b="b"/>
              <a:pathLst>
                <a:path w="6015920" h="6819166" extrusionOk="0">
                  <a:moveTo>
                    <a:pt x="0" y="6143989"/>
                  </a:moveTo>
                  <a:lnTo>
                    <a:pt x="134018" y="6248665"/>
                  </a:lnTo>
                  <a:cubicBezTo>
                    <a:pt x="404095" y="6461250"/>
                    <a:pt x="645672" y="6645215"/>
                    <a:pt x="880799" y="6790482"/>
                  </a:cubicBezTo>
                  <a:lnTo>
                    <a:pt x="929680" y="6819166"/>
                  </a:lnTo>
                  <a:lnTo>
                    <a:pt x="0" y="6819166"/>
                  </a:lnTo>
                  <a:close/>
                  <a:moveTo>
                    <a:pt x="1408589" y="0"/>
                  </a:moveTo>
                  <a:lnTo>
                    <a:pt x="1409171" y="294"/>
                  </a:lnTo>
                  <a:cubicBezTo>
                    <a:pt x="3696325" y="294"/>
                    <a:pt x="6015920" y="1849221"/>
                    <a:pt x="6015920" y="4129828"/>
                  </a:cubicBezTo>
                  <a:cubicBezTo>
                    <a:pt x="6015920" y="4985129"/>
                    <a:pt x="5545048" y="5437324"/>
                    <a:pt x="5101088" y="6096419"/>
                  </a:cubicBezTo>
                  <a:cubicBezTo>
                    <a:pt x="4927721" y="6353993"/>
                    <a:pt x="4744312" y="6588925"/>
                    <a:pt x="4546786" y="6797679"/>
                  </a:cubicBezTo>
                  <a:lnTo>
                    <a:pt x="4525032" y="6819166"/>
                  </a:lnTo>
                  <a:lnTo>
                    <a:pt x="3362009" y="6819166"/>
                  </a:lnTo>
                  <a:lnTo>
                    <a:pt x="3559506" y="6694254"/>
                  </a:lnTo>
                  <a:cubicBezTo>
                    <a:pt x="3895644" y="6458563"/>
                    <a:pt x="4202210" y="6126161"/>
                    <a:pt x="4499295" y="5685109"/>
                  </a:cubicBezTo>
                  <a:cubicBezTo>
                    <a:pt x="4589775" y="5550592"/>
                    <a:pt x="4678218" y="5428532"/>
                    <a:pt x="4763752" y="5310428"/>
                  </a:cubicBezTo>
                  <a:cubicBezTo>
                    <a:pt x="5118251" y="4820868"/>
                    <a:pt x="5288592" y="4566198"/>
                    <a:pt x="5288592" y="4129828"/>
                  </a:cubicBezTo>
                  <a:cubicBezTo>
                    <a:pt x="5288592" y="3696828"/>
                    <a:pt x="5181966" y="3269106"/>
                    <a:pt x="4971477" y="2858526"/>
                  </a:cubicBezTo>
                  <a:cubicBezTo>
                    <a:pt x="4765643" y="2456885"/>
                    <a:pt x="4471366" y="2089240"/>
                    <a:pt x="4096938" y="1766138"/>
                  </a:cubicBezTo>
                  <a:cubicBezTo>
                    <a:pt x="3720910" y="1443697"/>
                    <a:pt x="3293474" y="1187604"/>
                    <a:pt x="2832696" y="1008719"/>
                  </a:cubicBezTo>
                  <a:cubicBezTo>
                    <a:pt x="2360806" y="825703"/>
                    <a:pt x="1881933" y="732948"/>
                    <a:pt x="1409171" y="732948"/>
                  </a:cubicBezTo>
                  <a:cubicBezTo>
                    <a:pt x="963609" y="732948"/>
                    <a:pt x="553251" y="819255"/>
                    <a:pt x="189877" y="989377"/>
                  </a:cubicBezTo>
                  <a:lnTo>
                    <a:pt x="0" y="1091881"/>
                  </a:lnTo>
                  <a:lnTo>
                    <a:pt x="0" y="273645"/>
                  </a:lnTo>
                  <a:lnTo>
                    <a:pt x="53152" y="250589"/>
                  </a:lnTo>
                  <a:cubicBezTo>
                    <a:pt x="457881" y="88474"/>
                    <a:pt x="911201" y="0"/>
                    <a:pt x="1408589" y="0"/>
                  </a:cubicBezTo>
                  <a:close/>
                </a:path>
              </a:pathLst>
            </a:custGeom>
            <a:solidFill>
              <a:schemeClr val="lt1">
                <a:alpha val="2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p8"/>
            <p:cNvSpPr/>
            <p:nvPr/>
          </p:nvSpPr>
          <p:spPr>
            <a:xfrm>
              <a:off x="0" y="89880"/>
              <a:ext cx="5997097" cy="6768121"/>
            </a:xfrm>
            <a:custGeom>
              <a:avLst/>
              <a:gdLst/>
              <a:ahLst/>
              <a:cxnLst/>
              <a:rect l="l" t="t" r="r" b="b"/>
              <a:pathLst>
                <a:path w="5997097" h="6768121" extrusionOk="0">
                  <a:moveTo>
                    <a:pt x="0" y="5929955"/>
                  </a:moveTo>
                  <a:lnTo>
                    <a:pt x="204947" y="6088753"/>
                  </a:lnTo>
                  <a:cubicBezTo>
                    <a:pt x="536028" y="6347537"/>
                    <a:pt x="834815" y="6574463"/>
                    <a:pt x="1135927" y="6730112"/>
                  </a:cubicBezTo>
                  <a:lnTo>
                    <a:pt x="1219620" y="6768121"/>
                  </a:lnTo>
                  <a:lnTo>
                    <a:pt x="0" y="6768121"/>
                  </a:lnTo>
                  <a:close/>
                  <a:moveTo>
                    <a:pt x="1389767" y="0"/>
                  </a:moveTo>
                  <a:lnTo>
                    <a:pt x="1390348" y="292"/>
                  </a:lnTo>
                  <a:cubicBezTo>
                    <a:pt x="3677502" y="292"/>
                    <a:pt x="5997097" y="1835776"/>
                    <a:pt x="5997097" y="4099802"/>
                  </a:cubicBezTo>
                  <a:cubicBezTo>
                    <a:pt x="5997097" y="4948885"/>
                    <a:pt x="5526225" y="5397792"/>
                    <a:pt x="5082265" y="6052096"/>
                  </a:cubicBezTo>
                  <a:cubicBezTo>
                    <a:pt x="4908898" y="6307797"/>
                    <a:pt x="4725489" y="6541021"/>
                    <a:pt x="4527964" y="6748257"/>
                  </a:cubicBezTo>
                  <a:lnTo>
                    <a:pt x="4507706" y="6768121"/>
                  </a:lnTo>
                  <a:lnTo>
                    <a:pt x="3011909" y="6768121"/>
                  </a:lnTo>
                  <a:lnTo>
                    <a:pt x="3041514" y="6756841"/>
                  </a:lnTo>
                  <a:cubicBezTo>
                    <a:pt x="3144608" y="6713092"/>
                    <a:pt x="3243834" y="6661888"/>
                    <a:pt x="3339587" y="6603120"/>
                  </a:cubicBezTo>
                  <a:cubicBezTo>
                    <a:pt x="3700923" y="6381722"/>
                    <a:pt x="4034475" y="6041040"/>
                    <a:pt x="4359591" y="5561878"/>
                  </a:cubicBezTo>
                  <a:cubicBezTo>
                    <a:pt x="4451526" y="5426449"/>
                    <a:pt x="4540696" y="5304113"/>
                    <a:pt x="4626956" y="5185850"/>
                  </a:cubicBezTo>
                  <a:cubicBezTo>
                    <a:pt x="4972001" y="4713668"/>
                    <a:pt x="5124303" y="4488342"/>
                    <a:pt x="5124303" y="4099802"/>
                  </a:cubicBezTo>
                  <a:cubicBezTo>
                    <a:pt x="5124303" y="3693373"/>
                    <a:pt x="5022478" y="3291306"/>
                    <a:pt x="4823481" y="2904512"/>
                  </a:cubicBezTo>
                  <a:cubicBezTo>
                    <a:pt x="4628994" y="2527756"/>
                    <a:pt x="4338498" y="2167874"/>
                    <a:pt x="3983561" y="1863706"/>
                  </a:cubicBezTo>
                  <a:cubicBezTo>
                    <a:pt x="3620116" y="1554184"/>
                    <a:pt x="3207009" y="1308274"/>
                    <a:pt x="2761651" y="1136378"/>
                  </a:cubicBezTo>
                  <a:cubicBezTo>
                    <a:pt x="2312890" y="964438"/>
                    <a:pt x="1838235" y="873085"/>
                    <a:pt x="1390348" y="873085"/>
                  </a:cubicBezTo>
                  <a:cubicBezTo>
                    <a:pt x="966023" y="873085"/>
                    <a:pt x="576467" y="954255"/>
                    <a:pt x="232295" y="1114121"/>
                  </a:cubicBezTo>
                  <a:lnTo>
                    <a:pt x="0" y="1238681"/>
                  </a:lnTo>
                  <a:lnTo>
                    <a:pt x="0" y="263550"/>
                  </a:lnTo>
                  <a:lnTo>
                    <a:pt x="34329" y="248767"/>
                  </a:lnTo>
                  <a:cubicBezTo>
                    <a:pt x="439058" y="87831"/>
                    <a:pt x="892378" y="0"/>
                    <a:pt x="1389767" y="0"/>
                  </a:cubicBezTo>
                  <a:close/>
                </a:path>
              </a:pathLst>
            </a:custGeom>
            <a:solidFill>
              <a:schemeClr val="lt1">
                <a:alpha val="2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8"/>
            <p:cNvSpPr/>
            <p:nvPr/>
          </p:nvSpPr>
          <p:spPr>
            <a:xfrm>
              <a:off x="0" y="726"/>
              <a:ext cx="6423049" cy="6857275"/>
            </a:xfrm>
            <a:custGeom>
              <a:avLst/>
              <a:gdLst/>
              <a:ahLst/>
              <a:cxnLst/>
              <a:rect l="l" t="t" r="r" b="b"/>
              <a:pathLst>
                <a:path w="6423049" h="6857275" extrusionOk="0">
                  <a:moveTo>
                    <a:pt x="3207935" y="0"/>
                  </a:moveTo>
                  <a:lnTo>
                    <a:pt x="6423049" y="0"/>
                  </a:lnTo>
                  <a:lnTo>
                    <a:pt x="6423049" y="6857275"/>
                  </a:lnTo>
                  <a:lnTo>
                    <a:pt x="5115455" y="6857275"/>
                  </a:lnTo>
                  <a:lnTo>
                    <a:pt x="5327016" y="6576778"/>
                  </a:lnTo>
                  <a:cubicBezTo>
                    <a:pt x="5812196" y="5874153"/>
                    <a:pt x="6096492" y="5021129"/>
                    <a:pt x="6096492" y="4101445"/>
                  </a:cubicBezTo>
                  <a:cubicBezTo>
                    <a:pt x="6096492" y="2224539"/>
                    <a:pt x="4912418" y="625268"/>
                    <a:pt x="3253269" y="15400"/>
                  </a:cubicBezTo>
                  <a:close/>
                  <a:moveTo>
                    <a:pt x="0" y="0"/>
                  </a:moveTo>
                  <a:lnTo>
                    <a:pt x="318887" y="0"/>
                  </a:lnTo>
                  <a:lnTo>
                    <a:pt x="273553" y="15400"/>
                  </a:lnTo>
                  <a:cubicBezTo>
                    <a:pt x="207186" y="39794"/>
                    <a:pt x="141580" y="65772"/>
                    <a:pt x="76780" y="93287"/>
                  </a:cubicBezTo>
                  <a:lnTo>
                    <a:pt x="0" y="12813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p8"/>
            <p:cNvSpPr/>
            <p:nvPr/>
          </p:nvSpPr>
          <p:spPr>
            <a:xfrm>
              <a:off x="0" y="726"/>
              <a:ext cx="6158587" cy="6857275"/>
            </a:xfrm>
            <a:custGeom>
              <a:avLst/>
              <a:gdLst/>
              <a:ahLst/>
              <a:cxnLst/>
              <a:rect l="l" t="t" r="r" b="b"/>
              <a:pathLst>
                <a:path w="6158587" h="6857275" extrusionOk="0">
                  <a:moveTo>
                    <a:pt x="233278" y="0"/>
                  </a:moveTo>
                  <a:lnTo>
                    <a:pt x="3441063" y="0"/>
                  </a:lnTo>
                  <a:lnTo>
                    <a:pt x="3535825" y="38136"/>
                  </a:lnTo>
                  <a:cubicBezTo>
                    <a:pt x="5077434" y="703644"/>
                    <a:pt x="6158926" y="2261149"/>
                    <a:pt x="6158587" y="4076179"/>
                  </a:cubicBezTo>
                  <a:cubicBezTo>
                    <a:pt x="6158441" y="4852011"/>
                    <a:pt x="5956378" y="5613884"/>
                    <a:pt x="5573039" y="6283960"/>
                  </a:cubicBezTo>
                  <a:cubicBezTo>
                    <a:pt x="5468266" y="6466229"/>
                    <a:pt x="5351134" y="6639962"/>
                    <a:pt x="5222761" y="6804016"/>
                  </a:cubicBezTo>
                  <a:lnTo>
                    <a:pt x="5179011" y="6857275"/>
                  </a:lnTo>
                  <a:lnTo>
                    <a:pt x="4477061" y="6857275"/>
                  </a:lnTo>
                  <a:lnTo>
                    <a:pt x="4532922" y="6798071"/>
                  </a:lnTo>
                  <a:cubicBezTo>
                    <a:pt x="4575851" y="6750793"/>
                    <a:pt x="4618547" y="6701908"/>
                    <a:pt x="4660563" y="6651672"/>
                  </a:cubicBezTo>
                  <a:cubicBezTo>
                    <a:pt x="4698786" y="6606693"/>
                    <a:pt x="4736294" y="6559232"/>
                    <a:pt x="4772511" y="6513379"/>
                  </a:cubicBezTo>
                  <a:lnTo>
                    <a:pt x="4781959" y="6501404"/>
                  </a:lnTo>
                  <a:lnTo>
                    <a:pt x="4800713" y="6476578"/>
                  </a:lnTo>
                  <a:cubicBezTo>
                    <a:pt x="4833067" y="6434082"/>
                    <a:pt x="4866565" y="6389979"/>
                    <a:pt x="4897916" y="6345878"/>
                  </a:cubicBezTo>
                  <a:cubicBezTo>
                    <a:pt x="4916097" y="6321199"/>
                    <a:pt x="4934277" y="6295788"/>
                    <a:pt x="4953461" y="6268773"/>
                  </a:cubicBezTo>
                  <a:cubicBezTo>
                    <a:pt x="4972643" y="6241756"/>
                    <a:pt x="4994547" y="6211234"/>
                    <a:pt x="5015304" y="6182904"/>
                  </a:cubicBezTo>
                  <a:cubicBezTo>
                    <a:pt x="5059253" y="6123177"/>
                    <a:pt x="5103202" y="6065201"/>
                    <a:pt x="5136557" y="6021245"/>
                  </a:cubicBezTo>
                  <a:cubicBezTo>
                    <a:pt x="5169913" y="5977289"/>
                    <a:pt x="5200977" y="5936836"/>
                    <a:pt x="5232471" y="5895802"/>
                  </a:cubicBezTo>
                  <a:cubicBezTo>
                    <a:pt x="5280429" y="5833299"/>
                    <a:pt x="5330104" y="5768607"/>
                    <a:pt x="5377488" y="5704644"/>
                  </a:cubicBezTo>
                  <a:cubicBezTo>
                    <a:pt x="5414708" y="5654117"/>
                    <a:pt x="5454220" y="5600229"/>
                    <a:pt x="5492012" y="5545320"/>
                  </a:cubicBezTo>
                  <a:cubicBezTo>
                    <a:pt x="5532669" y="5485739"/>
                    <a:pt x="5566453" y="5435067"/>
                    <a:pt x="5598378" y="5383077"/>
                  </a:cubicBezTo>
                  <a:cubicBezTo>
                    <a:pt x="5639177" y="5317217"/>
                    <a:pt x="5668668" y="5266250"/>
                    <a:pt x="5694293" y="5215869"/>
                  </a:cubicBezTo>
                  <a:cubicBezTo>
                    <a:pt x="5705458" y="5195133"/>
                    <a:pt x="5715765" y="5174104"/>
                    <a:pt x="5726646" y="5151759"/>
                  </a:cubicBezTo>
                  <a:lnTo>
                    <a:pt x="5736953" y="5130730"/>
                  </a:lnTo>
                  <a:cubicBezTo>
                    <a:pt x="5740675" y="5122261"/>
                    <a:pt x="5744540" y="5113938"/>
                    <a:pt x="5748406" y="5105613"/>
                  </a:cubicBezTo>
                  <a:cubicBezTo>
                    <a:pt x="5757997" y="5084293"/>
                    <a:pt x="5767159" y="5064140"/>
                    <a:pt x="5775318" y="5043695"/>
                  </a:cubicBezTo>
                  <a:cubicBezTo>
                    <a:pt x="5824718" y="4925802"/>
                    <a:pt x="5862228" y="4803091"/>
                    <a:pt x="5887267" y="4677444"/>
                  </a:cubicBezTo>
                  <a:cubicBezTo>
                    <a:pt x="5911983" y="4550307"/>
                    <a:pt x="5924876" y="4421080"/>
                    <a:pt x="5925776" y="4291476"/>
                  </a:cubicBezTo>
                  <a:cubicBezTo>
                    <a:pt x="5925724" y="4029813"/>
                    <a:pt x="5896133" y="3769041"/>
                    <a:pt x="5837592" y="3514285"/>
                  </a:cubicBezTo>
                  <a:cubicBezTo>
                    <a:pt x="5808496" y="3387220"/>
                    <a:pt x="5772120" y="3261997"/>
                    <a:pt x="5728651" y="3139270"/>
                  </a:cubicBezTo>
                  <a:lnTo>
                    <a:pt x="5728651" y="3138540"/>
                  </a:lnTo>
                  <a:cubicBezTo>
                    <a:pt x="5722351" y="3119409"/>
                    <a:pt x="5715193" y="3100717"/>
                    <a:pt x="5707749" y="3080127"/>
                  </a:cubicBezTo>
                  <a:cubicBezTo>
                    <a:pt x="5703455" y="3068883"/>
                    <a:pt x="5699302" y="3057637"/>
                    <a:pt x="5695151" y="3046393"/>
                  </a:cubicBezTo>
                  <a:cubicBezTo>
                    <a:pt x="5685131" y="3018793"/>
                    <a:pt x="5674107" y="2991778"/>
                    <a:pt x="5662512" y="2963300"/>
                  </a:cubicBezTo>
                  <a:lnTo>
                    <a:pt x="5659648" y="2956436"/>
                  </a:lnTo>
                  <a:lnTo>
                    <a:pt x="5641039" y="2911751"/>
                  </a:lnTo>
                  <a:lnTo>
                    <a:pt x="5621283" y="2867941"/>
                  </a:lnTo>
                  <a:cubicBezTo>
                    <a:pt x="5609687" y="2841362"/>
                    <a:pt x="5595944" y="2810548"/>
                    <a:pt x="5581056" y="2780320"/>
                  </a:cubicBezTo>
                  <a:cubicBezTo>
                    <a:pt x="5530665" y="2672839"/>
                    <a:pt x="5470683" y="2561270"/>
                    <a:pt x="5397674" y="2438163"/>
                  </a:cubicBezTo>
                  <a:cubicBezTo>
                    <a:pt x="5332395" y="2330974"/>
                    <a:pt x="5259814" y="2222909"/>
                    <a:pt x="5182080" y="2116889"/>
                  </a:cubicBezTo>
                  <a:cubicBezTo>
                    <a:pt x="5029667" y="1910602"/>
                    <a:pt x="4860375" y="1717880"/>
                    <a:pt x="4676024" y="1540786"/>
                  </a:cubicBezTo>
                  <a:cubicBezTo>
                    <a:pt x="4590130" y="1458131"/>
                    <a:pt x="4497795" y="1374893"/>
                    <a:pt x="4391860" y="1286395"/>
                  </a:cubicBezTo>
                  <a:cubicBezTo>
                    <a:pt x="4370530" y="1268433"/>
                    <a:pt x="4345334" y="1247404"/>
                    <a:pt x="4318851" y="1226959"/>
                  </a:cubicBezTo>
                  <a:lnTo>
                    <a:pt x="4306254" y="1216883"/>
                  </a:lnTo>
                  <a:cubicBezTo>
                    <a:pt x="4285925" y="1200673"/>
                    <a:pt x="4264880" y="1183880"/>
                    <a:pt x="4244123" y="1168254"/>
                  </a:cubicBezTo>
                  <a:cubicBezTo>
                    <a:pt x="4189438" y="1125467"/>
                    <a:pt x="4134322" y="1085307"/>
                    <a:pt x="4092378" y="1055078"/>
                  </a:cubicBezTo>
                  <a:cubicBezTo>
                    <a:pt x="3887264" y="908357"/>
                    <a:pt x="3672344" y="776461"/>
                    <a:pt x="3449179" y="660348"/>
                  </a:cubicBezTo>
                  <a:cubicBezTo>
                    <a:pt x="3338519" y="602958"/>
                    <a:pt x="3224710" y="549071"/>
                    <a:pt x="3110758" y="500442"/>
                  </a:cubicBezTo>
                  <a:cubicBezTo>
                    <a:pt x="2996806" y="451812"/>
                    <a:pt x="2879991" y="407565"/>
                    <a:pt x="2762316" y="368135"/>
                  </a:cubicBezTo>
                  <a:cubicBezTo>
                    <a:pt x="2649508" y="330312"/>
                    <a:pt x="2529403" y="295119"/>
                    <a:pt x="2404426" y="264452"/>
                  </a:cubicBezTo>
                  <a:cubicBezTo>
                    <a:pt x="2288900" y="236121"/>
                    <a:pt x="2166502" y="211733"/>
                    <a:pt x="2040668" y="191435"/>
                  </a:cubicBezTo>
                  <a:cubicBezTo>
                    <a:pt x="1848910" y="162425"/>
                    <a:pt x="1655321" y="147782"/>
                    <a:pt x="1461459" y="147625"/>
                  </a:cubicBezTo>
                  <a:cubicBezTo>
                    <a:pt x="1408061" y="147625"/>
                    <a:pt x="1354092" y="148794"/>
                    <a:pt x="1300837" y="150983"/>
                  </a:cubicBezTo>
                  <a:cubicBezTo>
                    <a:pt x="1177739" y="155618"/>
                    <a:pt x="1054939" y="166584"/>
                    <a:pt x="932928" y="183842"/>
                  </a:cubicBezTo>
                  <a:cubicBezTo>
                    <a:pt x="810083" y="201379"/>
                    <a:pt x="688259" y="225753"/>
                    <a:pt x="568022" y="256858"/>
                  </a:cubicBezTo>
                  <a:cubicBezTo>
                    <a:pt x="386369" y="303536"/>
                    <a:pt x="209474" y="367270"/>
                    <a:pt x="39597" y="447169"/>
                  </a:cubicBezTo>
                  <a:lnTo>
                    <a:pt x="0" y="467328"/>
                  </a:lnTo>
                  <a:lnTo>
                    <a:pt x="0" y="112255"/>
                  </a:lnTo>
                  <a:lnTo>
                    <a:pt x="79310" y="7039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6" name="Google Shape;186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GSCALE full form and date</a:t>
            </a:r>
            <a:endParaRPr/>
          </a:p>
        </p:txBody>
      </p:sp>
      <p:sp>
        <p:nvSpPr>
          <p:cNvPr id="187" name="Google Shape;187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pic>
        <p:nvPicPr>
          <p:cNvPr id="188" name="Google Shape;188;p8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91744"/>
            <a:ext cx="874732" cy="874732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8"/>
          <p:cNvSpPr txBox="1">
            <a:spLocks noGrp="1"/>
          </p:cNvSpPr>
          <p:nvPr>
            <p:ph type="title"/>
          </p:nvPr>
        </p:nvSpPr>
        <p:spPr>
          <a:xfrm>
            <a:off x="3900566" y="44352"/>
            <a:ext cx="68580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ahoma"/>
              <a:buNone/>
            </a:pPr>
            <a:r>
              <a:rPr lang="en-US" sz="2800" b="1">
                <a:latin typeface="Tahoma"/>
                <a:ea typeface="Tahoma"/>
                <a:cs typeface="Tahoma"/>
                <a:sym typeface="Tahoma"/>
              </a:rPr>
              <a:t>Concept and Definition for (LO-28) </a:t>
            </a:r>
            <a:endParaRPr sz="2800" b="1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90" name="Google Shape;190;p8"/>
          <p:cNvSpPr txBox="1"/>
          <p:nvPr/>
        </p:nvSpPr>
        <p:spPr>
          <a:xfrm>
            <a:off x="838200" y="1065690"/>
            <a:ext cx="10795098" cy="3662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What is Queue?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A queue is a linear data structure that follows the First In First Out (FIFO) order of insertion and deletion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It has mainly 2 pointers to perform operations: </a:t>
            </a:r>
            <a:r>
              <a:rPr lang="en-US" sz="2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Front 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&amp; </a:t>
            </a:r>
            <a:r>
              <a:rPr lang="en-US" sz="2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Rear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The </a:t>
            </a:r>
            <a:r>
              <a:rPr lang="en-US" sz="2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Rear 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for </a:t>
            </a:r>
            <a:r>
              <a:rPr lang="en-US" sz="2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insertion 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the </a:t>
            </a:r>
            <a:r>
              <a:rPr lang="en-US" sz="2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Front 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for </a:t>
            </a:r>
            <a:r>
              <a:rPr lang="en-US" sz="2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deletion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- It is a linear data structure that gives sequential one-way access to the elements. Even though we can implement it using an array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endParaRPr/>
          </a:p>
        </p:txBody>
      </p:sp>
      <p:pic>
        <p:nvPicPr>
          <p:cNvPr id="191" name="Google Shape;191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215802"/>
            <a:ext cx="3795634" cy="7402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9"/>
          <p:cNvSpPr/>
          <p:nvPr/>
        </p:nvSpPr>
        <p:spPr>
          <a:xfrm>
            <a:off x="0" y="1"/>
            <a:ext cx="12191695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7" name="Google Shape;197;p9"/>
          <p:cNvGrpSpPr/>
          <p:nvPr/>
        </p:nvGrpSpPr>
        <p:grpSpPr>
          <a:xfrm>
            <a:off x="0" y="0"/>
            <a:ext cx="6423049" cy="6858001"/>
            <a:chOff x="0" y="0"/>
            <a:chExt cx="6423049" cy="6858001"/>
          </a:xfrm>
        </p:grpSpPr>
        <p:sp>
          <p:nvSpPr>
            <p:cNvPr id="198" name="Google Shape;198;p9"/>
            <p:cNvSpPr/>
            <p:nvPr/>
          </p:nvSpPr>
          <p:spPr>
            <a:xfrm>
              <a:off x="0" y="0"/>
              <a:ext cx="6018714" cy="6858000"/>
            </a:xfrm>
            <a:custGeom>
              <a:avLst/>
              <a:gdLst/>
              <a:ahLst/>
              <a:cxnLst/>
              <a:rect l="l" t="t" r="r" b="b"/>
              <a:pathLst>
                <a:path w="6018714" h="6858000" extrusionOk="0">
                  <a:moveTo>
                    <a:pt x="0" y="6499477"/>
                  </a:moveTo>
                  <a:lnTo>
                    <a:pt x="248639" y="6701197"/>
                  </a:lnTo>
                  <a:cubicBezTo>
                    <a:pt x="296496" y="6739700"/>
                    <a:pt x="344500" y="6777613"/>
                    <a:pt x="392359" y="6814935"/>
                  </a:cubicBezTo>
                  <a:lnTo>
                    <a:pt x="448656" y="6858000"/>
                  </a:lnTo>
                  <a:lnTo>
                    <a:pt x="0" y="6858000"/>
                  </a:lnTo>
                  <a:close/>
                  <a:moveTo>
                    <a:pt x="998246" y="0"/>
                  </a:moveTo>
                  <a:lnTo>
                    <a:pt x="1984114" y="0"/>
                  </a:lnTo>
                  <a:lnTo>
                    <a:pt x="2011390" y="2333"/>
                  </a:lnTo>
                  <a:cubicBezTo>
                    <a:pt x="2791770" y="95667"/>
                    <a:pt x="3537428" y="382707"/>
                    <a:pt x="4182319" y="838030"/>
                  </a:cubicBezTo>
                  <a:cubicBezTo>
                    <a:pt x="4396386" y="988089"/>
                    <a:pt x="4598134" y="1155477"/>
                    <a:pt x="4785565" y="1338564"/>
                  </a:cubicBezTo>
                  <a:cubicBezTo>
                    <a:pt x="5159266" y="1705003"/>
                    <a:pt x="5477110" y="2135318"/>
                    <a:pt x="5695308" y="2616232"/>
                  </a:cubicBezTo>
                  <a:cubicBezTo>
                    <a:pt x="5803975" y="2856910"/>
                    <a:pt x="5885376" y="3109302"/>
                    <a:pt x="5937944" y="3368583"/>
                  </a:cubicBezTo>
                  <a:cubicBezTo>
                    <a:pt x="5990936" y="3626845"/>
                    <a:pt x="6017985" y="3889887"/>
                    <a:pt x="6018677" y="4153681"/>
                  </a:cubicBezTo>
                  <a:cubicBezTo>
                    <a:pt x="6019393" y="4288706"/>
                    <a:pt x="6009862" y="4423598"/>
                    <a:pt x="5990165" y="4557147"/>
                  </a:cubicBezTo>
                  <a:lnTo>
                    <a:pt x="5982312" y="4607451"/>
                  </a:lnTo>
                  <a:lnTo>
                    <a:pt x="5972856" y="4657609"/>
                  </a:lnTo>
                  <a:cubicBezTo>
                    <a:pt x="5966601" y="4691096"/>
                    <a:pt x="5959037" y="4724287"/>
                    <a:pt x="5951328" y="4757628"/>
                  </a:cubicBezTo>
                  <a:cubicBezTo>
                    <a:pt x="5934889" y="4823863"/>
                    <a:pt x="5915834" y="4890100"/>
                    <a:pt x="5893141" y="4953827"/>
                  </a:cubicBezTo>
                  <a:cubicBezTo>
                    <a:pt x="5870448" y="5017556"/>
                    <a:pt x="5845282" y="5080252"/>
                    <a:pt x="5817644" y="5141915"/>
                  </a:cubicBezTo>
                  <a:cubicBezTo>
                    <a:pt x="5790005" y="5203578"/>
                    <a:pt x="5760040" y="5263619"/>
                    <a:pt x="5728909" y="5322626"/>
                  </a:cubicBezTo>
                  <a:cubicBezTo>
                    <a:pt x="5666505" y="5440642"/>
                    <a:pt x="5599591" y="5553937"/>
                    <a:pt x="5532095" y="5663839"/>
                  </a:cubicBezTo>
                  <a:lnTo>
                    <a:pt x="5330043" y="5988236"/>
                  </a:lnTo>
                  <a:cubicBezTo>
                    <a:pt x="5297022" y="6041195"/>
                    <a:pt x="5264148" y="6093565"/>
                    <a:pt x="5232580" y="6146081"/>
                  </a:cubicBezTo>
                  <a:lnTo>
                    <a:pt x="5183269" y="6227660"/>
                  </a:lnTo>
                  <a:cubicBezTo>
                    <a:pt x="5166103" y="6255541"/>
                    <a:pt x="5149375" y="6283717"/>
                    <a:pt x="5131628" y="6311451"/>
                  </a:cubicBezTo>
                  <a:cubicBezTo>
                    <a:pt x="5062676" y="6423417"/>
                    <a:pt x="4988635" y="6533174"/>
                    <a:pt x="4910811" y="6641009"/>
                  </a:cubicBezTo>
                  <a:cubicBezTo>
                    <a:pt x="4871725" y="6695377"/>
                    <a:pt x="4831064" y="6748547"/>
                    <a:pt x="4788885" y="6800448"/>
                  </a:cubicBezTo>
                  <a:lnTo>
                    <a:pt x="4739213" y="6858000"/>
                  </a:lnTo>
                  <a:lnTo>
                    <a:pt x="3950454" y="6858000"/>
                  </a:lnTo>
                  <a:lnTo>
                    <a:pt x="4012997" y="6806378"/>
                  </a:lnTo>
                  <a:cubicBezTo>
                    <a:pt x="4100089" y="6729374"/>
                    <a:pt x="4185375" y="6649419"/>
                    <a:pt x="4268871" y="6566512"/>
                  </a:cubicBezTo>
                  <a:cubicBezTo>
                    <a:pt x="4439315" y="6398398"/>
                    <a:pt x="4599980" y="6220387"/>
                    <a:pt x="4750072" y="6033375"/>
                  </a:cubicBezTo>
                  <a:cubicBezTo>
                    <a:pt x="4769418" y="6009920"/>
                    <a:pt x="4787311" y="5985138"/>
                    <a:pt x="4806075" y="5961092"/>
                  </a:cubicBezTo>
                  <a:lnTo>
                    <a:pt x="4863244" y="5885856"/>
                  </a:lnTo>
                  <a:cubicBezTo>
                    <a:pt x="4902520" y="5833635"/>
                    <a:pt x="4942184" y="5782445"/>
                    <a:pt x="4982235" y="5732288"/>
                  </a:cubicBezTo>
                  <a:cubicBezTo>
                    <a:pt x="5061513" y="5631533"/>
                    <a:pt x="5143556" y="5534760"/>
                    <a:pt x="5221526" y="5438135"/>
                  </a:cubicBezTo>
                  <a:cubicBezTo>
                    <a:pt x="5299495" y="5341509"/>
                    <a:pt x="5374846" y="5245326"/>
                    <a:pt x="5442633" y="5146193"/>
                  </a:cubicBezTo>
                  <a:cubicBezTo>
                    <a:pt x="5476091" y="5096480"/>
                    <a:pt x="5508530" y="5046176"/>
                    <a:pt x="5538350" y="4995133"/>
                  </a:cubicBezTo>
                  <a:cubicBezTo>
                    <a:pt x="5568171" y="4944091"/>
                    <a:pt x="5596245" y="4892164"/>
                    <a:pt x="5621702" y="4839205"/>
                  </a:cubicBezTo>
                  <a:cubicBezTo>
                    <a:pt x="5673203" y="4733405"/>
                    <a:pt x="5713291" y="4622262"/>
                    <a:pt x="5741275" y="4507728"/>
                  </a:cubicBezTo>
                  <a:cubicBezTo>
                    <a:pt x="5767878" y="4391630"/>
                    <a:pt x="5781445" y="4272861"/>
                    <a:pt x="5781714" y="4153681"/>
                  </a:cubicBezTo>
                  <a:cubicBezTo>
                    <a:pt x="5781640" y="3908842"/>
                    <a:pt x="5749352" y="3665096"/>
                    <a:pt x="5685706" y="3428918"/>
                  </a:cubicBezTo>
                  <a:cubicBezTo>
                    <a:pt x="5621295" y="3194067"/>
                    <a:pt x="5532959" y="2966636"/>
                    <a:pt x="5422122" y="2750328"/>
                  </a:cubicBezTo>
                  <a:cubicBezTo>
                    <a:pt x="5312356" y="2533473"/>
                    <a:pt x="5182293" y="2327817"/>
                    <a:pt x="5033730" y="2136204"/>
                  </a:cubicBezTo>
                  <a:cubicBezTo>
                    <a:pt x="4885345" y="1944281"/>
                    <a:pt x="4721094" y="1765530"/>
                    <a:pt x="4542784" y="1601886"/>
                  </a:cubicBezTo>
                  <a:cubicBezTo>
                    <a:pt x="4001273" y="1114380"/>
                    <a:pt x="3361806" y="751985"/>
                    <a:pt x="2668605" y="539746"/>
                  </a:cubicBezTo>
                  <a:cubicBezTo>
                    <a:pt x="2438667" y="470493"/>
                    <a:pt x="2203536" y="420366"/>
                    <a:pt x="1965570" y="389865"/>
                  </a:cubicBezTo>
                  <a:cubicBezTo>
                    <a:pt x="1727936" y="359890"/>
                    <a:pt x="1488166" y="351053"/>
                    <a:pt x="1249006" y="363461"/>
                  </a:cubicBezTo>
                  <a:cubicBezTo>
                    <a:pt x="1010718" y="374400"/>
                    <a:pt x="774017" y="408587"/>
                    <a:pt x="542188" y="465544"/>
                  </a:cubicBezTo>
                  <a:cubicBezTo>
                    <a:pt x="369418" y="508120"/>
                    <a:pt x="200552" y="565242"/>
                    <a:pt x="37349" y="636266"/>
                  </a:cubicBezTo>
                  <a:lnTo>
                    <a:pt x="0" y="653785"/>
                  </a:lnTo>
                  <a:lnTo>
                    <a:pt x="0" y="255198"/>
                  </a:lnTo>
                  <a:lnTo>
                    <a:pt x="167136" y="188295"/>
                  </a:lnTo>
                  <a:cubicBezTo>
                    <a:pt x="260597" y="155379"/>
                    <a:pt x="355437" y="126405"/>
                    <a:pt x="451417" y="101466"/>
                  </a:cubicBezTo>
                  <a:cubicBezTo>
                    <a:pt x="578649" y="68513"/>
                    <a:pt x="707299" y="41799"/>
                    <a:pt x="836914" y="21393"/>
                  </a:cubicBezTo>
                  <a:close/>
                </a:path>
              </a:pathLst>
            </a:custGeom>
            <a:solidFill>
              <a:schemeClr val="lt1">
                <a:alpha val="2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" name="Google Shape;199;p9"/>
            <p:cNvSpPr/>
            <p:nvPr/>
          </p:nvSpPr>
          <p:spPr>
            <a:xfrm>
              <a:off x="0" y="38834"/>
              <a:ext cx="6015920" cy="6819166"/>
            </a:xfrm>
            <a:custGeom>
              <a:avLst/>
              <a:gdLst/>
              <a:ahLst/>
              <a:cxnLst/>
              <a:rect l="l" t="t" r="r" b="b"/>
              <a:pathLst>
                <a:path w="6015920" h="6819166" extrusionOk="0">
                  <a:moveTo>
                    <a:pt x="0" y="6143989"/>
                  </a:moveTo>
                  <a:lnTo>
                    <a:pt x="134018" y="6248665"/>
                  </a:lnTo>
                  <a:cubicBezTo>
                    <a:pt x="404095" y="6461250"/>
                    <a:pt x="645672" y="6645215"/>
                    <a:pt x="880799" y="6790482"/>
                  </a:cubicBezTo>
                  <a:lnTo>
                    <a:pt x="929680" y="6819166"/>
                  </a:lnTo>
                  <a:lnTo>
                    <a:pt x="0" y="6819166"/>
                  </a:lnTo>
                  <a:close/>
                  <a:moveTo>
                    <a:pt x="1408589" y="0"/>
                  </a:moveTo>
                  <a:lnTo>
                    <a:pt x="1409171" y="294"/>
                  </a:lnTo>
                  <a:cubicBezTo>
                    <a:pt x="3696325" y="294"/>
                    <a:pt x="6015920" y="1849221"/>
                    <a:pt x="6015920" y="4129828"/>
                  </a:cubicBezTo>
                  <a:cubicBezTo>
                    <a:pt x="6015920" y="4985129"/>
                    <a:pt x="5545048" y="5437324"/>
                    <a:pt x="5101088" y="6096419"/>
                  </a:cubicBezTo>
                  <a:cubicBezTo>
                    <a:pt x="4927721" y="6353993"/>
                    <a:pt x="4744312" y="6588925"/>
                    <a:pt x="4546786" y="6797679"/>
                  </a:cubicBezTo>
                  <a:lnTo>
                    <a:pt x="4525032" y="6819166"/>
                  </a:lnTo>
                  <a:lnTo>
                    <a:pt x="3362009" y="6819166"/>
                  </a:lnTo>
                  <a:lnTo>
                    <a:pt x="3559506" y="6694254"/>
                  </a:lnTo>
                  <a:cubicBezTo>
                    <a:pt x="3895644" y="6458563"/>
                    <a:pt x="4202210" y="6126161"/>
                    <a:pt x="4499295" y="5685109"/>
                  </a:cubicBezTo>
                  <a:cubicBezTo>
                    <a:pt x="4589775" y="5550592"/>
                    <a:pt x="4678218" y="5428532"/>
                    <a:pt x="4763752" y="5310428"/>
                  </a:cubicBezTo>
                  <a:cubicBezTo>
                    <a:pt x="5118251" y="4820868"/>
                    <a:pt x="5288592" y="4566198"/>
                    <a:pt x="5288592" y="4129828"/>
                  </a:cubicBezTo>
                  <a:cubicBezTo>
                    <a:pt x="5288592" y="3696828"/>
                    <a:pt x="5181966" y="3269106"/>
                    <a:pt x="4971477" y="2858526"/>
                  </a:cubicBezTo>
                  <a:cubicBezTo>
                    <a:pt x="4765643" y="2456885"/>
                    <a:pt x="4471366" y="2089240"/>
                    <a:pt x="4096938" y="1766138"/>
                  </a:cubicBezTo>
                  <a:cubicBezTo>
                    <a:pt x="3720910" y="1443697"/>
                    <a:pt x="3293474" y="1187604"/>
                    <a:pt x="2832696" y="1008719"/>
                  </a:cubicBezTo>
                  <a:cubicBezTo>
                    <a:pt x="2360806" y="825703"/>
                    <a:pt x="1881933" y="732948"/>
                    <a:pt x="1409171" y="732948"/>
                  </a:cubicBezTo>
                  <a:cubicBezTo>
                    <a:pt x="963609" y="732948"/>
                    <a:pt x="553251" y="819255"/>
                    <a:pt x="189877" y="989377"/>
                  </a:cubicBezTo>
                  <a:lnTo>
                    <a:pt x="0" y="1091881"/>
                  </a:lnTo>
                  <a:lnTo>
                    <a:pt x="0" y="273645"/>
                  </a:lnTo>
                  <a:lnTo>
                    <a:pt x="53152" y="250589"/>
                  </a:lnTo>
                  <a:cubicBezTo>
                    <a:pt x="457881" y="88474"/>
                    <a:pt x="911201" y="0"/>
                    <a:pt x="1408589" y="0"/>
                  </a:cubicBezTo>
                  <a:close/>
                </a:path>
              </a:pathLst>
            </a:custGeom>
            <a:solidFill>
              <a:schemeClr val="lt1">
                <a:alpha val="2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" name="Google Shape;200;p9"/>
            <p:cNvSpPr/>
            <p:nvPr/>
          </p:nvSpPr>
          <p:spPr>
            <a:xfrm>
              <a:off x="0" y="89880"/>
              <a:ext cx="5997097" cy="6768121"/>
            </a:xfrm>
            <a:custGeom>
              <a:avLst/>
              <a:gdLst/>
              <a:ahLst/>
              <a:cxnLst/>
              <a:rect l="l" t="t" r="r" b="b"/>
              <a:pathLst>
                <a:path w="5997097" h="6768121" extrusionOk="0">
                  <a:moveTo>
                    <a:pt x="0" y="5929955"/>
                  </a:moveTo>
                  <a:lnTo>
                    <a:pt x="204947" y="6088753"/>
                  </a:lnTo>
                  <a:cubicBezTo>
                    <a:pt x="536028" y="6347537"/>
                    <a:pt x="834815" y="6574463"/>
                    <a:pt x="1135927" y="6730112"/>
                  </a:cubicBezTo>
                  <a:lnTo>
                    <a:pt x="1219620" y="6768121"/>
                  </a:lnTo>
                  <a:lnTo>
                    <a:pt x="0" y="6768121"/>
                  </a:lnTo>
                  <a:close/>
                  <a:moveTo>
                    <a:pt x="1389767" y="0"/>
                  </a:moveTo>
                  <a:lnTo>
                    <a:pt x="1390348" y="292"/>
                  </a:lnTo>
                  <a:cubicBezTo>
                    <a:pt x="3677502" y="292"/>
                    <a:pt x="5997097" y="1835776"/>
                    <a:pt x="5997097" y="4099802"/>
                  </a:cubicBezTo>
                  <a:cubicBezTo>
                    <a:pt x="5997097" y="4948885"/>
                    <a:pt x="5526225" y="5397792"/>
                    <a:pt x="5082265" y="6052096"/>
                  </a:cubicBezTo>
                  <a:cubicBezTo>
                    <a:pt x="4908898" y="6307797"/>
                    <a:pt x="4725489" y="6541021"/>
                    <a:pt x="4527964" y="6748257"/>
                  </a:cubicBezTo>
                  <a:lnTo>
                    <a:pt x="4507706" y="6768121"/>
                  </a:lnTo>
                  <a:lnTo>
                    <a:pt x="3011909" y="6768121"/>
                  </a:lnTo>
                  <a:lnTo>
                    <a:pt x="3041514" y="6756841"/>
                  </a:lnTo>
                  <a:cubicBezTo>
                    <a:pt x="3144608" y="6713092"/>
                    <a:pt x="3243834" y="6661888"/>
                    <a:pt x="3339587" y="6603120"/>
                  </a:cubicBezTo>
                  <a:cubicBezTo>
                    <a:pt x="3700923" y="6381722"/>
                    <a:pt x="4034475" y="6041040"/>
                    <a:pt x="4359591" y="5561878"/>
                  </a:cubicBezTo>
                  <a:cubicBezTo>
                    <a:pt x="4451526" y="5426449"/>
                    <a:pt x="4540696" y="5304113"/>
                    <a:pt x="4626956" y="5185850"/>
                  </a:cubicBezTo>
                  <a:cubicBezTo>
                    <a:pt x="4972001" y="4713668"/>
                    <a:pt x="5124303" y="4488342"/>
                    <a:pt x="5124303" y="4099802"/>
                  </a:cubicBezTo>
                  <a:cubicBezTo>
                    <a:pt x="5124303" y="3693373"/>
                    <a:pt x="5022478" y="3291306"/>
                    <a:pt x="4823481" y="2904512"/>
                  </a:cubicBezTo>
                  <a:cubicBezTo>
                    <a:pt x="4628994" y="2527756"/>
                    <a:pt x="4338498" y="2167874"/>
                    <a:pt x="3983561" y="1863706"/>
                  </a:cubicBezTo>
                  <a:cubicBezTo>
                    <a:pt x="3620116" y="1554184"/>
                    <a:pt x="3207009" y="1308274"/>
                    <a:pt x="2761651" y="1136378"/>
                  </a:cubicBezTo>
                  <a:cubicBezTo>
                    <a:pt x="2312890" y="964438"/>
                    <a:pt x="1838235" y="873085"/>
                    <a:pt x="1390348" y="873085"/>
                  </a:cubicBezTo>
                  <a:cubicBezTo>
                    <a:pt x="966023" y="873085"/>
                    <a:pt x="576467" y="954255"/>
                    <a:pt x="232295" y="1114121"/>
                  </a:cubicBezTo>
                  <a:lnTo>
                    <a:pt x="0" y="1238681"/>
                  </a:lnTo>
                  <a:lnTo>
                    <a:pt x="0" y="263550"/>
                  </a:lnTo>
                  <a:lnTo>
                    <a:pt x="34329" y="248767"/>
                  </a:lnTo>
                  <a:cubicBezTo>
                    <a:pt x="439058" y="87831"/>
                    <a:pt x="892378" y="0"/>
                    <a:pt x="1389767" y="0"/>
                  </a:cubicBezTo>
                  <a:close/>
                </a:path>
              </a:pathLst>
            </a:custGeom>
            <a:solidFill>
              <a:schemeClr val="lt1">
                <a:alpha val="2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" name="Google Shape;201;p9"/>
            <p:cNvSpPr/>
            <p:nvPr/>
          </p:nvSpPr>
          <p:spPr>
            <a:xfrm>
              <a:off x="0" y="726"/>
              <a:ext cx="6423049" cy="6857275"/>
            </a:xfrm>
            <a:custGeom>
              <a:avLst/>
              <a:gdLst/>
              <a:ahLst/>
              <a:cxnLst/>
              <a:rect l="l" t="t" r="r" b="b"/>
              <a:pathLst>
                <a:path w="6423049" h="6857275" extrusionOk="0">
                  <a:moveTo>
                    <a:pt x="3207935" y="0"/>
                  </a:moveTo>
                  <a:lnTo>
                    <a:pt x="6423049" y="0"/>
                  </a:lnTo>
                  <a:lnTo>
                    <a:pt x="6423049" y="6857275"/>
                  </a:lnTo>
                  <a:lnTo>
                    <a:pt x="5115455" y="6857275"/>
                  </a:lnTo>
                  <a:lnTo>
                    <a:pt x="5327016" y="6576778"/>
                  </a:lnTo>
                  <a:cubicBezTo>
                    <a:pt x="5812196" y="5874153"/>
                    <a:pt x="6096492" y="5021129"/>
                    <a:pt x="6096492" y="4101445"/>
                  </a:cubicBezTo>
                  <a:cubicBezTo>
                    <a:pt x="6096492" y="2224539"/>
                    <a:pt x="4912418" y="625268"/>
                    <a:pt x="3253269" y="15400"/>
                  </a:cubicBezTo>
                  <a:close/>
                  <a:moveTo>
                    <a:pt x="0" y="0"/>
                  </a:moveTo>
                  <a:lnTo>
                    <a:pt x="318887" y="0"/>
                  </a:lnTo>
                  <a:lnTo>
                    <a:pt x="273553" y="15400"/>
                  </a:lnTo>
                  <a:cubicBezTo>
                    <a:pt x="207186" y="39794"/>
                    <a:pt x="141580" y="65772"/>
                    <a:pt x="76780" y="93287"/>
                  </a:cubicBezTo>
                  <a:lnTo>
                    <a:pt x="0" y="12813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" name="Google Shape;202;p9"/>
            <p:cNvSpPr/>
            <p:nvPr/>
          </p:nvSpPr>
          <p:spPr>
            <a:xfrm>
              <a:off x="0" y="726"/>
              <a:ext cx="6158587" cy="6857275"/>
            </a:xfrm>
            <a:custGeom>
              <a:avLst/>
              <a:gdLst/>
              <a:ahLst/>
              <a:cxnLst/>
              <a:rect l="l" t="t" r="r" b="b"/>
              <a:pathLst>
                <a:path w="6158587" h="6857275" extrusionOk="0">
                  <a:moveTo>
                    <a:pt x="233278" y="0"/>
                  </a:moveTo>
                  <a:lnTo>
                    <a:pt x="3441063" y="0"/>
                  </a:lnTo>
                  <a:lnTo>
                    <a:pt x="3535825" y="38136"/>
                  </a:lnTo>
                  <a:cubicBezTo>
                    <a:pt x="5077434" y="703644"/>
                    <a:pt x="6158926" y="2261149"/>
                    <a:pt x="6158587" y="4076179"/>
                  </a:cubicBezTo>
                  <a:cubicBezTo>
                    <a:pt x="6158441" y="4852011"/>
                    <a:pt x="5956378" y="5613884"/>
                    <a:pt x="5573039" y="6283960"/>
                  </a:cubicBezTo>
                  <a:cubicBezTo>
                    <a:pt x="5468266" y="6466229"/>
                    <a:pt x="5351134" y="6639962"/>
                    <a:pt x="5222761" y="6804016"/>
                  </a:cubicBezTo>
                  <a:lnTo>
                    <a:pt x="5179011" y="6857275"/>
                  </a:lnTo>
                  <a:lnTo>
                    <a:pt x="4477061" y="6857275"/>
                  </a:lnTo>
                  <a:lnTo>
                    <a:pt x="4532922" y="6798071"/>
                  </a:lnTo>
                  <a:cubicBezTo>
                    <a:pt x="4575851" y="6750793"/>
                    <a:pt x="4618547" y="6701908"/>
                    <a:pt x="4660563" y="6651672"/>
                  </a:cubicBezTo>
                  <a:cubicBezTo>
                    <a:pt x="4698786" y="6606693"/>
                    <a:pt x="4736294" y="6559232"/>
                    <a:pt x="4772511" y="6513379"/>
                  </a:cubicBezTo>
                  <a:lnTo>
                    <a:pt x="4781959" y="6501404"/>
                  </a:lnTo>
                  <a:lnTo>
                    <a:pt x="4800713" y="6476578"/>
                  </a:lnTo>
                  <a:cubicBezTo>
                    <a:pt x="4833067" y="6434082"/>
                    <a:pt x="4866565" y="6389979"/>
                    <a:pt x="4897916" y="6345878"/>
                  </a:cubicBezTo>
                  <a:cubicBezTo>
                    <a:pt x="4916097" y="6321199"/>
                    <a:pt x="4934277" y="6295788"/>
                    <a:pt x="4953461" y="6268773"/>
                  </a:cubicBezTo>
                  <a:cubicBezTo>
                    <a:pt x="4972643" y="6241756"/>
                    <a:pt x="4994547" y="6211234"/>
                    <a:pt x="5015304" y="6182904"/>
                  </a:cubicBezTo>
                  <a:cubicBezTo>
                    <a:pt x="5059253" y="6123177"/>
                    <a:pt x="5103202" y="6065201"/>
                    <a:pt x="5136557" y="6021245"/>
                  </a:cubicBezTo>
                  <a:cubicBezTo>
                    <a:pt x="5169913" y="5977289"/>
                    <a:pt x="5200977" y="5936836"/>
                    <a:pt x="5232471" y="5895802"/>
                  </a:cubicBezTo>
                  <a:cubicBezTo>
                    <a:pt x="5280429" y="5833299"/>
                    <a:pt x="5330104" y="5768607"/>
                    <a:pt x="5377488" y="5704644"/>
                  </a:cubicBezTo>
                  <a:cubicBezTo>
                    <a:pt x="5414708" y="5654117"/>
                    <a:pt x="5454220" y="5600229"/>
                    <a:pt x="5492012" y="5545320"/>
                  </a:cubicBezTo>
                  <a:cubicBezTo>
                    <a:pt x="5532669" y="5485739"/>
                    <a:pt x="5566453" y="5435067"/>
                    <a:pt x="5598378" y="5383077"/>
                  </a:cubicBezTo>
                  <a:cubicBezTo>
                    <a:pt x="5639177" y="5317217"/>
                    <a:pt x="5668668" y="5266250"/>
                    <a:pt x="5694293" y="5215869"/>
                  </a:cubicBezTo>
                  <a:cubicBezTo>
                    <a:pt x="5705458" y="5195133"/>
                    <a:pt x="5715765" y="5174104"/>
                    <a:pt x="5726646" y="5151759"/>
                  </a:cubicBezTo>
                  <a:lnTo>
                    <a:pt x="5736953" y="5130730"/>
                  </a:lnTo>
                  <a:cubicBezTo>
                    <a:pt x="5740675" y="5122261"/>
                    <a:pt x="5744540" y="5113938"/>
                    <a:pt x="5748406" y="5105613"/>
                  </a:cubicBezTo>
                  <a:cubicBezTo>
                    <a:pt x="5757997" y="5084293"/>
                    <a:pt x="5767159" y="5064140"/>
                    <a:pt x="5775318" y="5043695"/>
                  </a:cubicBezTo>
                  <a:cubicBezTo>
                    <a:pt x="5824718" y="4925802"/>
                    <a:pt x="5862228" y="4803091"/>
                    <a:pt x="5887267" y="4677444"/>
                  </a:cubicBezTo>
                  <a:cubicBezTo>
                    <a:pt x="5911983" y="4550307"/>
                    <a:pt x="5924876" y="4421080"/>
                    <a:pt x="5925776" y="4291476"/>
                  </a:cubicBezTo>
                  <a:cubicBezTo>
                    <a:pt x="5925724" y="4029813"/>
                    <a:pt x="5896133" y="3769041"/>
                    <a:pt x="5837592" y="3514285"/>
                  </a:cubicBezTo>
                  <a:cubicBezTo>
                    <a:pt x="5808496" y="3387220"/>
                    <a:pt x="5772120" y="3261997"/>
                    <a:pt x="5728651" y="3139270"/>
                  </a:cubicBezTo>
                  <a:lnTo>
                    <a:pt x="5728651" y="3138540"/>
                  </a:lnTo>
                  <a:cubicBezTo>
                    <a:pt x="5722351" y="3119409"/>
                    <a:pt x="5715193" y="3100717"/>
                    <a:pt x="5707749" y="3080127"/>
                  </a:cubicBezTo>
                  <a:cubicBezTo>
                    <a:pt x="5703455" y="3068883"/>
                    <a:pt x="5699302" y="3057637"/>
                    <a:pt x="5695151" y="3046393"/>
                  </a:cubicBezTo>
                  <a:cubicBezTo>
                    <a:pt x="5685131" y="3018793"/>
                    <a:pt x="5674107" y="2991778"/>
                    <a:pt x="5662512" y="2963300"/>
                  </a:cubicBezTo>
                  <a:lnTo>
                    <a:pt x="5659648" y="2956436"/>
                  </a:lnTo>
                  <a:lnTo>
                    <a:pt x="5641039" y="2911751"/>
                  </a:lnTo>
                  <a:lnTo>
                    <a:pt x="5621283" y="2867941"/>
                  </a:lnTo>
                  <a:cubicBezTo>
                    <a:pt x="5609687" y="2841362"/>
                    <a:pt x="5595944" y="2810548"/>
                    <a:pt x="5581056" y="2780320"/>
                  </a:cubicBezTo>
                  <a:cubicBezTo>
                    <a:pt x="5530665" y="2672839"/>
                    <a:pt x="5470683" y="2561270"/>
                    <a:pt x="5397674" y="2438163"/>
                  </a:cubicBezTo>
                  <a:cubicBezTo>
                    <a:pt x="5332395" y="2330974"/>
                    <a:pt x="5259814" y="2222909"/>
                    <a:pt x="5182080" y="2116889"/>
                  </a:cubicBezTo>
                  <a:cubicBezTo>
                    <a:pt x="5029667" y="1910602"/>
                    <a:pt x="4860375" y="1717880"/>
                    <a:pt x="4676024" y="1540786"/>
                  </a:cubicBezTo>
                  <a:cubicBezTo>
                    <a:pt x="4590130" y="1458131"/>
                    <a:pt x="4497795" y="1374893"/>
                    <a:pt x="4391860" y="1286395"/>
                  </a:cubicBezTo>
                  <a:cubicBezTo>
                    <a:pt x="4370530" y="1268433"/>
                    <a:pt x="4345334" y="1247404"/>
                    <a:pt x="4318851" y="1226959"/>
                  </a:cubicBezTo>
                  <a:lnTo>
                    <a:pt x="4306254" y="1216883"/>
                  </a:lnTo>
                  <a:cubicBezTo>
                    <a:pt x="4285925" y="1200673"/>
                    <a:pt x="4264880" y="1183880"/>
                    <a:pt x="4244123" y="1168254"/>
                  </a:cubicBezTo>
                  <a:cubicBezTo>
                    <a:pt x="4189438" y="1125467"/>
                    <a:pt x="4134322" y="1085307"/>
                    <a:pt x="4092378" y="1055078"/>
                  </a:cubicBezTo>
                  <a:cubicBezTo>
                    <a:pt x="3887264" y="908357"/>
                    <a:pt x="3672344" y="776461"/>
                    <a:pt x="3449179" y="660348"/>
                  </a:cubicBezTo>
                  <a:cubicBezTo>
                    <a:pt x="3338519" y="602958"/>
                    <a:pt x="3224710" y="549071"/>
                    <a:pt x="3110758" y="500442"/>
                  </a:cubicBezTo>
                  <a:cubicBezTo>
                    <a:pt x="2996806" y="451812"/>
                    <a:pt x="2879991" y="407565"/>
                    <a:pt x="2762316" y="368135"/>
                  </a:cubicBezTo>
                  <a:cubicBezTo>
                    <a:pt x="2649508" y="330312"/>
                    <a:pt x="2529403" y="295119"/>
                    <a:pt x="2404426" y="264452"/>
                  </a:cubicBezTo>
                  <a:cubicBezTo>
                    <a:pt x="2288900" y="236121"/>
                    <a:pt x="2166502" y="211733"/>
                    <a:pt x="2040668" y="191435"/>
                  </a:cubicBezTo>
                  <a:cubicBezTo>
                    <a:pt x="1848910" y="162425"/>
                    <a:pt x="1655321" y="147782"/>
                    <a:pt x="1461459" y="147625"/>
                  </a:cubicBezTo>
                  <a:cubicBezTo>
                    <a:pt x="1408061" y="147625"/>
                    <a:pt x="1354092" y="148794"/>
                    <a:pt x="1300837" y="150983"/>
                  </a:cubicBezTo>
                  <a:cubicBezTo>
                    <a:pt x="1177739" y="155618"/>
                    <a:pt x="1054939" y="166584"/>
                    <a:pt x="932928" y="183842"/>
                  </a:cubicBezTo>
                  <a:cubicBezTo>
                    <a:pt x="810083" y="201379"/>
                    <a:pt x="688259" y="225753"/>
                    <a:pt x="568022" y="256858"/>
                  </a:cubicBezTo>
                  <a:cubicBezTo>
                    <a:pt x="386369" y="303536"/>
                    <a:pt x="209474" y="367270"/>
                    <a:pt x="39597" y="447169"/>
                  </a:cubicBezTo>
                  <a:lnTo>
                    <a:pt x="0" y="467328"/>
                  </a:lnTo>
                  <a:lnTo>
                    <a:pt x="0" y="112255"/>
                  </a:lnTo>
                  <a:lnTo>
                    <a:pt x="79310" y="7039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3" name="Google Shape;20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GSCALE full form and date</a:t>
            </a:r>
            <a:endParaRPr/>
          </a:p>
        </p:txBody>
      </p:sp>
      <p:sp>
        <p:nvSpPr>
          <p:cNvPr id="204" name="Google Shape;20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pic>
        <p:nvPicPr>
          <p:cNvPr id="205" name="Google Shape;205;p9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91744"/>
            <a:ext cx="874732" cy="874732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9"/>
          <p:cNvSpPr txBox="1">
            <a:spLocks noGrp="1"/>
          </p:cNvSpPr>
          <p:nvPr>
            <p:ph type="title"/>
          </p:nvPr>
        </p:nvSpPr>
        <p:spPr>
          <a:xfrm>
            <a:off x="3900566" y="44352"/>
            <a:ext cx="68580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ahoma"/>
              <a:buNone/>
            </a:pPr>
            <a:r>
              <a:rPr lang="en-US" sz="2800" b="1">
                <a:latin typeface="Tahoma"/>
                <a:ea typeface="Tahoma"/>
                <a:cs typeface="Tahoma"/>
                <a:sym typeface="Tahoma"/>
              </a:rPr>
              <a:t>Concept and Definition for (LO-1) </a:t>
            </a:r>
            <a:br>
              <a:rPr lang="en-US" sz="2800" b="1">
                <a:latin typeface="Tahoma"/>
                <a:ea typeface="Tahoma"/>
                <a:cs typeface="Tahoma"/>
                <a:sym typeface="Tahoma"/>
              </a:rPr>
            </a:br>
            <a:br>
              <a:rPr lang="en-US" sz="2800" b="1">
                <a:latin typeface="Tahoma"/>
                <a:ea typeface="Tahoma"/>
                <a:cs typeface="Tahoma"/>
                <a:sym typeface="Tahoma"/>
              </a:rPr>
            </a:br>
            <a:endParaRPr sz="2800" b="1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07" name="Google Shape;207;p9"/>
          <p:cNvSpPr txBox="1"/>
          <p:nvPr/>
        </p:nvSpPr>
        <p:spPr>
          <a:xfrm>
            <a:off x="838200" y="1256190"/>
            <a:ext cx="10795098" cy="4893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Need of Queue: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Queues are required because many real-world and computer-based tasks must be processed </a:t>
            </a:r>
            <a:r>
              <a:rPr lang="en-US" sz="2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the same order they arrive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— </a:t>
            </a:r>
            <a:r>
              <a:rPr lang="en-US" sz="2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First-In-First-Out (FIFO)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They help in: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Orderly Processing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Ensuring fairness by serving requests in arrival order.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Resource Management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Managing shared resources like CPU time, printers, or network bandwidth.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Flow Control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Temporarily holding data when producer speed differs from consumer speed.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Scheduling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Handling tasks in time-sharing systems, job scheduling, or event handling.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Avoiding Data Loss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Providing a buffer in communication systems, avoiding overflow when processing speed is slower than incoming data rate.</a:t>
            </a:r>
            <a:endParaRPr/>
          </a:p>
        </p:txBody>
      </p:sp>
      <p:pic>
        <p:nvPicPr>
          <p:cNvPr id="208" name="Google Shape;208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215802"/>
            <a:ext cx="3795634" cy="7402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0"/>
          <p:cNvSpPr/>
          <p:nvPr/>
        </p:nvSpPr>
        <p:spPr>
          <a:xfrm>
            <a:off x="0" y="1"/>
            <a:ext cx="12191695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4" name="Google Shape;214;p10"/>
          <p:cNvGrpSpPr/>
          <p:nvPr/>
        </p:nvGrpSpPr>
        <p:grpSpPr>
          <a:xfrm>
            <a:off x="0" y="0"/>
            <a:ext cx="6423049" cy="6858001"/>
            <a:chOff x="0" y="0"/>
            <a:chExt cx="6423049" cy="6858001"/>
          </a:xfrm>
        </p:grpSpPr>
        <p:sp>
          <p:nvSpPr>
            <p:cNvPr id="215" name="Google Shape;215;p10"/>
            <p:cNvSpPr/>
            <p:nvPr/>
          </p:nvSpPr>
          <p:spPr>
            <a:xfrm>
              <a:off x="0" y="0"/>
              <a:ext cx="6018714" cy="6858000"/>
            </a:xfrm>
            <a:custGeom>
              <a:avLst/>
              <a:gdLst/>
              <a:ahLst/>
              <a:cxnLst/>
              <a:rect l="l" t="t" r="r" b="b"/>
              <a:pathLst>
                <a:path w="6018714" h="6858000" extrusionOk="0">
                  <a:moveTo>
                    <a:pt x="0" y="6499477"/>
                  </a:moveTo>
                  <a:lnTo>
                    <a:pt x="248639" y="6701197"/>
                  </a:lnTo>
                  <a:cubicBezTo>
                    <a:pt x="296496" y="6739700"/>
                    <a:pt x="344500" y="6777613"/>
                    <a:pt x="392359" y="6814935"/>
                  </a:cubicBezTo>
                  <a:lnTo>
                    <a:pt x="448656" y="6858000"/>
                  </a:lnTo>
                  <a:lnTo>
                    <a:pt x="0" y="6858000"/>
                  </a:lnTo>
                  <a:close/>
                  <a:moveTo>
                    <a:pt x="998246" y="0"/>
                  </a:moveTo>
                  <a:lnTo>
                    <a:pt x="1984114" y="0"/>
                  </a:lnTo>
                  <a:lnTo>
                    <a:pt x="2011390" y="2333"/>
                  </a:lnTo>
                  <a:cubicBezTo>
                    <a:pt x="2791770" y="95667"/>
                    <a:pt x="3537428" y="382707"/>
                    <a:pt x="4182319" y="838030"/>
                  </a:cubicBezTo>
                  <a:cubicBezTo>
                    <a:pt x="4396386" y="988089"/>
                    <a:pt x="4598134" y="1155477"/>
                    <a:pt x="4785565" y="1338564"/>
                  </a:cubicBezTo>
                  <a:cubicBezTo>
                    <a:pt x="5159266" y="1705003"/>
                    <a:pt x="5477110" y="2135318"/>
                    <a:pt x="5695308" y="2616232"/>
                  </a:cubicBezTo>
                  <a:cubicBezTo>
                    <a:pt x="5803975" y="2856910"/>
                    <a:pt x="5885376" y="3109302"/>
                    <a:pt x="5937944" y="3368583"/>
                  </a:cubicBezTo>
                  <a:cubicBezTo>
                    <a:pt x="5990936" y="3626845"/>
                    <a:pt x="6017985" y="3889887"/>
                    <a:pt x="6018677" y="4153681"/>
                  </a:cubicBezTo>
                  <a:cubicBezTo>
                    <a:pt x="6019393" y="4288706"/>
                    <a:pt x="6009862" y="4423598"/>
                    <a:pt x="5990165" y="4557147"/>
                  </a:cubicBezTo>
                  <a:lnTo>
                    <a:pt x="5982312" y="4607451"/>
                  </a:lnTo>
                  <a:lnTo>
                    <a:pt x="5972856" y="4657609"/>
                  </a:lnTo>
                  <a:cubicBezTo>
                    <a:pt x="5966601" y="4691096"/>
                    <a:pt x="5959037" y="4724287"/>
                    <a:pt x="5951328" y="4757628"/>
                  </a:cubicBezTo>
                  <a:cubicBezTo>
                    <a:pt x="5934889" y="4823863"/>
                    <a:pt x="5915834" y="4890100"/>
                    <a:pt x="5893141" y="4953827"/>
                  </a:cubicBezTo>
                  <a:cubicBezTo>
                    <a:pt x="5870448" y="5017556"/>
                    <a:pt x="5845282" y="5080252"/>
                    <a:pt x="5817644" y="5141915"/>
                  </a:cubicBezTo>
                  <a:cubicBezTo>
                    <a:pt x="5790005" y="5203578"/>
                    <a:pt x="5760040" y="5263619"/>
                    <a:pt x="5728909" y="5322626"/>
                  </a:cubicBezTo>
                  <a:cubicBezTo>
                    <a:pt x="5666505" y="5440642"/>
                    <a:pt x="5599591" y="5553937"/>
                    <a:pt x="5532095" y="5663839"/>
                  </a:cubicBezTo>
                  <a:lnTo>
                    <a:pt x="5330043" y="5988236"/>
                  </a:lnTo>
                  <a:cubicBezTo>
                    <a:pt x="5297022" y="6041195"/>
                    <a:pt x="5264148" y="6093565"/>
                    <a:pt x="5232580" y="6146081"/>
                  </a:cubicBezTo>
                  <a:lnTo>
                    <a:pt x="5183269" y="6227660"/>
                  </a:lnTo>
                  <a:cubicBezTo>
                    <a:pt x="5166103" y="6255541"/>
                    <a:pt x="5149375" y="6283717"/>
                    <a:pt x="5131628" y="6311451"/>
                  </a:cubicBezTo>
                  <a:cubicBezTo>
                    <a:pt x="5062676" y="6423417"/>
                    <a:pt x="4988635" y="6533174"/>
                    <a:pt x="4910811" y="6641009"/>
                  </a:cubicBezTo>
                  <a:cubicBezTo>
                    <a:pt x="4871725" y="6695377"/>
                    <a:pt x="4831064" y="6748547"/>
                    <a:pt x="4788885" y="6800448"/>
                  </a:cubicBezTo>
                  <a:lnTo>
                    <a:pt x="4739213" y="6858000"/>
                  </a:lnTo>
                  <a:lnTo>
                    <a:pt x="3950454" y="6858000"/>
                  </a:lnTo>
                  <a:lnTo>
                    <a:pt x="4012997" y="6806378"/>
                  </a:lnTo>
                  <a:cubicBezTo>
                    <a:pt x="4100089" y="6729374"/>
                    <a:pt x="4185375" y="6649419"/>
                    <a:pt x="4268871" y="6566512"/>
                  </a:cubicBezTo>
                  <a:cubicBezTo>
                    <a:pt x="4439315" y="6398398"/>
                    <a:pt x="4599980" y="6220387"/>
                    <a:pt x="4750072" y="6033375"/>
                  </a:cubicBezTo>
                  <a:cubicBezTo>
                    <a:pt x="4769418" y="6009920"/>
                    <a:pt x="4787311" y="5985138"/>
                    <a:pt x="4806075" y="5961092"/>
                  </a:cubicBezTo>
                  <a:lnTo>
                    <a:pt x="4863244" y="5885856"/>
                  </a:lnTo>
                  <a:cubicBezTo>
                    <a:pt x="4902520" y="5833635"/>
                    <a:pt x="4942184" y="5782445"/>
                    <a:pt x="4982235" y="5732288"/>
                  </a:cubicBezTo>
                  <a:cubicBezTo>
                    <a:pt x="5061513" y="5631533"/>
                    <a:pt x="5143556" y="5534760"/>
                    <a:pt x="5221526" y="5438135"/>
                  </a:cubicBezTo>
                  <a:cubicBezTo>
                    <a:pt x="5299495" y="5341509"/>
                    <a:pt x="5374846" y="5245326"/>
                    <a:pt x="5442633" y="5146193"/>
                  </a:cubicBezTo>
                  <a:cubicBezTo>
                    <a:pt x="5476091" y="5096480"/>
                    <a:pt x="5508530" y="5046176"/>
                    <a:pt x="5538350" y="4995133"/>
                  </a:cubicBezTo>
                  <a:cubicBezTo>
                    <a:pt x="5568171" y="4944091"/>
                    <a:pt x="5596245" y="4892164"/>
                    <a:pt x="5621702" y="4839205"/>
                  </a:cubicBezTo>
                  <a:cubicBezTo>
                    <a:pt x="5673203" y="4733405"/>
                    <a:pt x="5713291" y="4622262"/>
                    <a:pt x="5741275" y="4507728"/>
                  </a:cubicBezTo>
                  <a:cubicBezTo>
                    <a:pt x="5767878" y="4391630"/>
                    <a:pt x="5781445" y="4272861"/>
                    <a:pt x="5781714" y="4153681"/>
                  </a:cubicBezTo>
                  <a:cubicBezTo>
                    <a:pt x="5781640" y="3908842"/>
                    <a:pt x="5749352" y="3665096"/>
                    <a:pt x="5685706" y="3428918"/>
                  </a:cubicBezTo>
                  <a:cubicBezTo>
                    <a:pt x="5621295" y="3194067"/>
                    <a:pt x="5532959" y="2966636"/>
                    <a:pt x="5422122" y="2750328"/>
                  </a:cubicBezTo>
                  <a:cubicBezTo>
                    <a:pt x="5312356" y="2533473"/>
                    <a:pt x="5182293" y="2327817"/>
                    <a:pt x="5033730" y="2136204"/>
                  </a:cubicBezTo>
                  <a:cubicBezTo>
                    <a:pt x="4885345" y="1944281"/>
                    <a:pt x="4721094" y="1765530"/>
                    <a:pt x="4542784" y="1601886"/>
                  </a:cubicBezTo>
                  <a:cubicBezTo>
                    <a:pt x="4001273" y="1114380"/>
                    <a:pt x="3361806" y="751985"/>
                    <a:pt x="2668605" y="539746"/>
                  </a:cubicBezTo>
                  <a:cubicBezTo>
                    <a:pt x="2438667" y="470493"/>
                    <a:pt x="2203536" y="420366"/>
                    <a:pt x="1965570" y="389865"/>
                  </a:cubicBezTo>
                  <a:cubicBezTo>
                    <a:pt x="1727936" y="359890"/>
                    <a:pt x="1488166" y="351053"/>
                    <a:pt x="1249006" y="363461"/>
                  </a:cubicBezTo>
                  <a:cubicBezTo>
                    <a:pt x="1010718" y="374400"/>
                    <a:pt x="774017" y="408587"/>
                    <a:pt x="542188" y="465544"/>
                  </a:cubicBezTo>
                  <a:cubicBezTo>
                    <a:pt x="369418" y="508120"/>
                    <a:pt x="200552" y="565242"/>
                    <a:pt x="37349" y="636266"/>
                  </a:cubicBezTo>
                  <a:lnTo>
                    <a:pt x="0" y="653785"/>
                  </a:lnTo>
                  <a:lnTo>
                    <a:pt x="0" y="255198"/>
                  </a:lnTo>
                  <a:lnTo>
                    <a:pt x="167136" y="188295"/>
                  </a:lnTo>
                  <a:cubicBezTo>
                    <a:pt x="260597" y="155379"/>
                    <a:pt x="355437" y="126405"/>
                    <a:pt x="451417" y="101466"/>
                  </a:cubicBezTo>
                  <a:cubicBezTo>
                    <a:pt x="578649" y="68513"/>
                    <a:pt x="707299" y="41799"/>
                    <a:pt x="836914" y="21393"/>
                  </a:cubicBezTo>
                  <a:close/>
                </a:path>
              </a:pathLst>
            </a:custGeom>
            <a:solidFill>
              <a:schemeClr val="lt1">
                <a:alpha val="2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10"/>
            <p:cNvSpPr/>
            <p:nvPr/>
          </p:nvSpPr>
          <p:spPr>
            <a:xfrm>
              <a:off x="0" y="38834"/>
              <a:ext cx="6015920" cy="6819166"/>
            </a:xfrm>
            <a:custGeom>
              <a:avLst/>
              <a:gdLst/>
              <a:ahLst/>
              <a:cxnLst/>
              <a:rect l="l" t="t" r="r" b="b"/>
              <a:pathLst>
                <a:path w="6015920" h="6819166" extrusionOk="0">
                  <a:moveTo>
                    <a:pt x="0" y="6143989"/>
                  </a:moveTo>
                  <a:lnTo>
                    <a:pt x="134018" y="6248665"/>
                  </a:lnTo>
                  <a:cubicBezTo>
                    <a:pt x="404095" y="6461250"/>
                    <a:pt x="645672" y="6645215"/>
                    <a:pt x="880799" y="6790482"/>
                  </a:cubicBezTo>
                  <a:lnTo>
                    <a:pt x="929680" y="6819166"/>
                  </a:lnTo>
                  <a:lnTo>
                    <a:pt x="0" y="6819166"/>
                  </a:lnTo>
                  <a:close/>
                  <a:moveTo>
                    <a:pt x="1408589" y="0"/>
                  </a:moveTo>
                  <a:lnTo>
                    <a:pt x="1409171" y="294"/>
                  </a:lnTo>
                  <a:cubicBezTo>
                    <a:pt x="3696325" y="294"/>
                    <a:pt x="6015920" y="1849221"/>
                    <a:pt x="6015920" y="4129828"/>
                  </a:cubicBezTo>
                  <a:cubicBezTo>
                    <a:pt x="6015920" y="4985129"/>
                    <a:pt x="5545048" y="5437324"/>
                    <a:pt x="5101088" y="6096419"/>
                  </a:cubicBezTo>
                  <a:cubicBezTo>
                    <a:pt x="4927721" y="6353993"/>
                    <a:pt x="4744312" y="6588925"/>
                    <a:pt x="4546786" y="6797679"/>
                  </a:cubicBezTo>
                  <a:lnTo>
                    <a:pt x="4525032" y="6819166"/>
                  </a:lnTo>
                  <a:lnTo>
                    <a:pt x="3362009" y="6819166"/>
                  </a:lnTo>
                  <a:lnTo>
                    <a:pt x="3559506" y="6694254"/>
                  </a:lnTo>
                  <a:cubicBezTo>
                    <a:pt x="3895644" y="6458563"/>
                    <a:pt x="4202210" y="6126161"/>
                    <a:pt x="4499295" y="5685109"/>
                  </a:cubicBezTo>
                  <a:cubicBezTo>
                    <a:pt x="4589775" y="5550592"/>
                    <a:pt x="4678218" y="5428532"/>
                    <a:pt x="4763752" y="5310428"/>
                  </a:cubicBezTo>
                  <a:cubicBezTo>
                    <a:pt x="5118251" y="4820868"/>
                    <a:pt x="5288592" y="4566198"/>
                    <a:pt x="5288592" y="4129828"/>
                  </a:cubicBezTo>
                  <a:cubicBezTo>
                    <a:pt x="5288592" y="3696828"/>
                    <a:pt x="5181966" y="3269106"/>
                    <a:pt x="4971477" y="2858526"/>
                  </a:cubicBezTo>
                  <a:cubicBezTo>
                    <a:pt x="4765643" y="2456885"/>
                    <a:pt x="4471366" y="2089240"/>
                    <a:pt x="4096938" y="1766138"/>
                  </a:cubicBezTo>
                  <a:cubicBezTo>
                    <a:pt x="3720910" y="1443697"/>
                    <a:pt x="3293474" y="1187604"/>
                    <a:pt x="2832696" y="1008719"/>
                  </a:cubicBezTo>
                  <a:cubicBezTo>
                    <a:pt x="2360806" y="825703"/>
                    <a:pt x="1881933" y="732948"/>
                    <a:pt x="1409171" y="732948"/>
                  </a:cubicBezTo>
                  <a:cubicBezTo>
                    <a:pt x="963609" y="732948"/>
                    <a:pt x="553251" y="819255"/>
                    <a:pt x="189877" y="989377"/>
                  </a:cubicBezTo>
                  <a:lnTo>
                    <a:pt x="0" y="1091881"/>
                  </a:lnTo>
                  <a:lnTo>
                    <a:pt x="0" y="273645"/>
                  </a:lnTo>
                  <a:lnTo>
                    <a:pt x="53152" y="250589"/>
                  </a:lnTo>
                  <a:cubicBezTo>
                    <a:pt x="457881" y="88474"/>
                    <a:pt x="911201" y="0"/>
                    <a:pt x="1408589" y="0"/>
                  </a:cubicBezTo>
                  <a:close/>
                </a:path>
              </a:pathLst>
            </a:custGeom>
            <a:solidFill>
              <a:schemeClr val="lt1">
                <a:alpha val="2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" name="Google Shape;217;p10"/>
            <p:cNvSpPr/>
            <p:nvPr/>
          </p:nvSpPr>
          <p:spPr>
            <a:xfrm>
              <a:off x="0" y="89880"/>
              <a:ext cx="5997097" cy="6768121"/>
            </a:xfrm>
            <a:custGeom>
              <a:avLst/>
              <a:gdLst/>
              <a:ahLst/>
              <a:cxnLst/>
              <a:rect l="l" t="t" r="r" b="b"/>
              <a:pathLst>
                <a:path w="5997097" h="6768121" extrusionOk="0">
                  <a:moveTo>
                    <a:pt x="0" y="5929955"/>
                  </a:moveTo>
                  <a:lnTo>
                    <a:pt x="204947" y="6088753"/>
                  </a:lnTo>
                  <a:cubicBezTo>
                    <a:pt x="536028" y="6347537"/>
                    <a:pt x="834815" y="6574463"/>
                    <a:pt x="1135927" y="6730112"/>
                  </a:cubicBezTo>
                  <a:lnTo>
                    <a:pt x="1219620" y="6768121"/>
                  </a:lnTo>
                  <a:lnTo>
                    <a:pt x="0" y="6768121"/>
                  </a:lnTo>
                  <a:close/>
                  <a:moveTo>
                    <a:pt x="1389767" y="0"/>
                  </a:moveTo>
                  <a:lnTo>
                    <a:pt x="1390348" y="292"/>
                  </a:lnTo>
                  <a:cubicBezTo>
                    <a:pt x="3677502" y="292"/>
                    <a:pt x="5997097" y="1835776"/>
                    <a:pt x="5997097" y="4099802"/>
                  </a:cubicBezTo>
                  <a:cubicBezTo>
                    <a:pt x="5997097" y="4948885"/>
                    <a:pt x="5526225" y="5397792"/>
                    <a:pt x="5082265" y="6052096"/>
                  </a:cubicBezTo>
                  <a:cubicBezTo>
                    <a:pt x="4908898" y="6307797"/>
                    <a:pt x="4725489" y="6541021"/>
                    <a:pt x="4527964" y="6748257"/>
                  </a:cubicBezTo>
                  <a:lnTo>
                    <a:pt x="4507706" y="6768121"/>
                  </a:lnTo>
                  <a:lnTo>
                    <a:pt x="3011909" y="6768121"/>
                  </a:lnTo>
                  <a:lnTo>
                    <a:pt x="3041514" y="6756841"/>
                  </a:lnTo>
                  <a:cubicBezTo>
                    <a:pt x="3144608" y="6713092"/>
                    <a:pt x="3243834" y="6661888"/>
                    <a:pt x="3339587" y="6603120"/>
                  </a:cubicBezTo>
                  <a:cubicBezTo>
                    <a:pt x="3700923" y="6381722"/>
                    <a:pt x="4034475" y="6041040"/>
                    <a:pt x="4359591" y="5561878"/>
                  </a:cubicBezTo>
                  <a:cubicBezTo>
                    <a:pt x="4451526" y="5426449"/>
                    <a:pt x="4540696" y="5304113"/>
                    <a:pt x="4626956" y="5185850"/>
                  </a:cubicBezTo>
                  <a:cubicBezTo>
                    <a:pt x="4972001" y="4713668"/>
                    <a:pt x="5124303" y="4488342"/>
                    <a:pt x="5124303" y="4099802"/>
                  </a:cubicBezTo>
                  <a:cubicBezTo>
                    <a:pt x="5124303" y="3693373"/>
                    <a:pt x="5022478" y="3291306"/>
                    <a:pt x="4823481" y="2904512"/>
                  </a:cubicBezTo>
                  <a:cubicBezTo>
                    <a:pt x="4628994" y="2527756"/>
                    <a:pt x="4338498" y="2167874"/>
                    <a:pt x="3983561" y="1863706"/>
                  </a:cubicBezTo>
                  <a:cubicBezTo>
                    <a:pt x="3620116" y="1554184"/>
                    <a:pt x="3207009" y="1308274"/>
                    <a:pt x="2761651" y="1136378"/>
                  </a:cubicBezTo>
                  <a:cubicBezTo>
                    <a:pt x="2312890" y="964438"/>
                    <a:pt x="1838235" y="873085"/>
                    <a:pt x="1390348" y="873085"/>
                  </a:cubicBezTo>
                  <a:cubicBezTo>
                    <a:pt x="966023" y="873085"/>
                    <a:pt x="576467" y="954255"/>
                    <a:pt x="232295" y="1114121"/>
                  </a:cubicBezTo>
                  <a:lnTo>
                    <a:pt x="0" y="1238681"/>
                  </a:lnTo>
                  <a:lnTo>
                    <a:pt x="0" y="263550"/>
                  </a:lnTo>
                  <a:lnTo>
                    <a:pt x="34329" y="248767"/>
                  </a:lnTo>
                  <a:cubicBezTo>
                    <a:pt x="439058" y="87831"/>
                    <a:pt x="892378" y="0"/>
                    <a:pt x="1389767" y="0"/>
                  </a:cubicBezTo>
                  <a:close/>
                </a:path>
              </a:pathLst>
            </a:custGeom>
            <a:solidFill>
              <a:schemeClr val="lt1">
                <a:alpha val="2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" name="Google Shape;218;p10"/>
            <p:cNvSpPr/>
            <p:nvPr/>
          </p:nvSpPr>
          <p:spPr>
            <a:xfrm>
              <a:off x="0" y="726"/>
              <a:ext cx="6423049" cy="6857275"/>
            </a:xfrm>
            <a:custGeom>
              <a:avLst/>
              <a:gdLst/>
              <a:ahLst/>
              <a:cxnLst/>
              <a:rect l="l" t="t" r="r" b="b"/>
              <a:pathLst>
                <a:path w="6423049" h="6857275" extrusionOk="0">
                  <a:moveTo>
                    <a:pt x="3207935" y="0"/>
                  </a:moveTo>
                  <a:lnTo>
                    <a:pt x="6423049" y="0"/>
                  </a:lnTo>
                  <a:lnTo>
                    <a:pt x="6423049" y="6857275"/>
                  </a:lnTo>
                  <a:lnTo>
                    <a:pt x="5115455" y="6857275"/>
                  </a:lnTo>
                  <a:lnTo>
                    <a:pt x="5327016" y="6576778"/>
                  </a:lnTo>
                  <a:cubicBezTo>
                    <a:pt x="5812196" y="5874153"/>
                    <a:pt x="6096492" y="5021129"/>
                    <a:pt x="6096492" y="4101445"/>
                  </a:cubicBezTo>
                  <a:cubicBezTo>
                    <a:pt x="6096492" y="2224539"/>
                    <a:pt x="4912418" y="625268"/>
                    <a:pt x="3253269" y="15400"/>
                  </a:cubicBezTo>
                  <a:close/>
                  <a:moveTo>
                    <a:pt x="0" y="0"/>
                  </a:moveTo>
                  <a:lnTo>
                    <a:pt x="318887" y="0"/>
                  </a:lnTo>
                  <a:lnTo>
                    <a:pt x="273553" y="15400"/>
                  </a:lnTo>
                  <a:cubicBezTo>
                    <a:pt x="207186" y="39794"/>
                    <a:pt x="141580" y="65772"/>
                    <a:pt x="76780" y="93287"/>
                  </a:cubicBezTo>
                  <a:lnTo>
                    <a:pt x="0" y="12813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" name="Google Shape;219;p10"/>
            <p:cNvSpPr/>
            <p:nvPr/>
          </p:nvSpPr>
          <p:spPr>
            <a:xfrm>
              <a:off x="0" y="726"/>
              <a:ext cx="6158587" cy="6857275"/>
            </a:xfrm>
            <a:custGeom>
              <a:avLst/>
              <a:gdLst/>
              <a:ahLst/>
              <a:cxnLst/>
              <a:rect l="l" t="t" r="r" b="b"/>
              <a:pathLst>
                <a:path w="6158587" h="6857275" extrusionOk="0">
                  <a:moveTo>
                    <a:pt x="233278" y="0"/>
                  </a:moveTo>
                  <a:lnTo>
                    <a:pt x="3441063" y="0"/>
                  </a:lnTo>
                  <a:lnTo>
                    <a:pt x="3535825" y="38136"/>
                  </a:lnTo>
                  <a:cubicBezTo>
                    <a:pt x="5077434" y="703644"/>
                    <a:pt x="6158926" y="2261149"/>
                    <a:pt x="6158587" y="4076179"/>
                  </a:cubicBezTo>
                  <a:cubicBezTo>
                    <a:pt x="6158441" y="4852011"/>
                    <a:pt x="5956378" y="5613884"/>
                    <a:pt x="5573039" y="6283960"/>
                  </a:cubicBezTo>
                  <a:cubicBezTo>
                    <a:pt x="5468266" y="6466229"/>
                    <a:pt x="5351134" y="6639962"/>
                    <a:pt x="5222761" y="6804016"/>
                  </a:cubicBezTo>
                  <a:lnTo>
                    <a:pt x="5179011" y="6857275"/>
                  </a:lnTo>
                  <a:lnTo>
                    <a:pt x="4477061" y="6857275"/>
                  </a:lnTo>
                  <a:lnTo>
                    <a:pt x="4532922" y="6798071"/>
                  </a:lnTo>
                  <a:cubicBezTo>
                    <a:pt x="4575851" y="6750793"/>
                    <a:pt x="4618547" y="6701908"/>
                    <a:pt x="4660563" y="6651672"/>
                  </a:cubicBezTo>
                  <a:cubicBezTo>
                    <a:pt x="4698786" y="6606693"/>
                    <a:pt x="4736294" y="6559232"/>
                    <a:pt x="4772511" y="6513379"/>
                  </a:cubicBezTo>
                  <a:lnTo>
                    <a:pt x="4781959" y="6501404"/>
                  </a:lnTo>
                  <a:lnTo>
                    <a:pt x="4800713" y="6476578"/>
                  </a:lnTo>
                  <a:cubicBezTo>
                    <a:pt x="4833067" y="6434082"/>
                    <a:pt x="4866565" y="6389979"/>
                    <a:pt x="4897916" y="6345878"/>
                  </a:cubicBezTo>
                  <a:cubicBezTo>
                    <a:pt x="4916097" y="6321199"/>
                    <a:pt x="4934277" y="6295788"/>
                    <a:pt x="4953461" y="6268773"/>
                  </a:cubicBezTo>
                  <a:cubicBezTo>
                    <a:pt x="4972643" y="6241756"/>
                    <a:pt x="4994547" y="6211234"/>
                    <a:pt x="5015304" y="6182904"/>
                  </a:cubicBezTo>
                  <a:cubicBezTo>
                    <a:pt x="5059253" y="6123177"/>
                    <a:pt x="5103202" y="6065201"/>
                    <a:pt x="5136557" y="6021245"/>
                  </a:cubicBezTo>
                  <a:cubicBezTo>
                    <a:pt x="5169913" y="5977289"/>
                    <a:pt x="5200977" y="5936836"/>
                    <a:pt x="5232471" y="5895802"/>
                  </a:cubicBezTo>
                  <a:cubicBezTo>
                    <a:pt x="5280429" y="5833299"/>
                    <a:pt x="5330104" y="5768607"/>
                    <a:pt x="5377488" y="5704644"/>
                  </a:cubicBezTo>
                  <a:cubicBezTo>
                    <a:pt x="5414708" y="5654117"/>
                    <a:pt x="5454220" y="5600229"/>
                    <a:pt x="5492012" y="5545320"/>
                  </a:cubicBezTo>
                  <a:cubicBezTo>
                    <a:pt x="5532669" y="5485739"/>
                    <a:pt x="5566453" y="5435067"/>
                    <a:pt x="5598378" y="5383077"/>
                  </a:cubicBezTo>
                  <a:cubicBezTo>
                    <a:pt x="5639177" y="5317217"/>
                    <a:pt x="5668668" y="5266250"/>
                    <a:pt x="5694293" y="5215869"/>
                  </a:cubicBezTo>
                  <a:cubicBezTo>
                    <a:pt x="5705458" y="5195133"/>
                    <a:pt x="5715765" y="5174104"/>
                    <a:pt x="5726646" y="5151759"/>
                  </a:cubicBezTo>
                  <a:lnTo>
                    <a:pt x="5736953" y="5130730"/>
                  </a:lnTo>
                  <a:cubicBezTo>
                    <a:pt x="5740675" y="5122261"/>
                    <a:pt x="5744540" y="5113938"/>
                    <a:pt x="5748406" y="5105613"/>
                  </a:cubicBezTo>
                  <a:cubicBezTo>
                    <a:pt x="5757997" y="5084293"/>
                    <a:pt x="5767159" y="5064140"/>
                    <a:pt x="5775318" y="5043695"/>
                  </a:cubicBezTo>
                  <a:cubicBezTo>
                    <a:pt x="5824718" y="4925802"/>
                    <a:pt x="5862228" y="4803091"/>
                    <a:pt x="5887267" y="4677444"/>
                  </a:cubicBezTo>
                  <a:cubicBezTo>
                    <a:pt x="5911983" y="4550307"/>
                    <a:pt x="5924876" y="4421080"/>
                    <a:pt x="5925776" y="4291476"/>
                  </a:cubicBezTo>
                  <a:cubicBezTo>
                    <a:pt x="5925724" y="4029813"/>
                    <a:pt x="5896133" y="3769041"/>
                    <a:pt x="5837592" y="3514285"/>
                  </a:cubicBezTo>
                  <a:cubicBezTo>
                    <a:pt x="5808496" y="3387220"/>
                    <a:pt x="5772120" y="3261997"/>
                    <a:pt x="5728651" y="3139270"/>
                  </a:cubicBezTo>
                  <a:lnTo>
                    <a:pt x="5728651" y="3138540"/>
                  </a:lnTo>
                  <a:cubicBezTo>
                    <a:pt x="5722351" y="3119409"/>
                    <a:pt x="5715193" y="3100717"/>
                    <a:pt x="5707749" y="3080127"/>
                  </a:cubicBezTo>
                  <a:cubicBezTo>
                    <a:pt x="5703455" y="3068883"/>
                    <a:pt x="5699302" y="3057637"/>
                    <a:pt x="5695151" y="3046393"/>
                  </a:cubicBezTo>
                  <a:cubicBezTo>
                    <a:pt x="5685131" y="3018793"/>
                    <a:pt x="5674107" y="2991778"/>
                    <a:pt x="5662512" y="2963300"/>
                  </a:cubicBezTo>
                  <a:lnTo>
                    <a:pt x="5659648" y="2956436"/>
                  </a:lnTo>
                  <a:lnTo>
                    <a:pt x="5641039" y="2911751"/>
                  </a:lnTo>
                  <a:lnTo>
                    <a:pt x="5621283" y="2867941"/>
                  </a:lnTo>
                  <a:cubicBezTo>
                    <a:pt x="5609687" y="2841362"/>
                    <a:pt x="5595944" y="2810548"/>
                    <a:pt x="5581056" y="2780320"/>
                  </a:cubicBezTo>
                  <a:cubicBezTo>
                    <a:pt x="5530665" y="2672839"/>
                    <a:pt x="5470683" y="2561270"/>
                    <a:pt x="5397674" y="2438163"/>
                  </a:cubicBezTo>
                  <a:cubicBezTo>
                    <a:pt x="5332395" y="2330974"/>
                    <a:pt x="5259814" y="2222909"/>
                    <a:pt x="5182080" y="2116889"/>
                  </a:cubicBezTo>
                  <a:cubicBezTo>
                    <a:pt x="5029667" y="1910602"/>
                    <a:pt x="4860375" y="1717880"/>
                    <a:pt x="4676024" y="1540786"/>
                  </a:cubicBezTo>
                  <a:cubicBezTo>
                    <a:pt x="4590130" y="1458131"/>
                    <a:pt x="4497795" y="1374893"/>
                    <a:pt x="4391860" y="1286395"/>
                  </a:cubicBezTo>
                  <a:cubicBezTo>
                    <a:pt x="4370530" y="1268433"/>
                    <a:pt x="4345334" y="1247404"/>
                    <a:pt x="4318851" y="1226959"/>
                  </a:cubicBezTo>
                  <a:lnTo>
                    <a:pt x="4306254" y="1216883"/>
                  </a:lnTo>
                  <a:cubicBezTo>
                    <a:pt x="4285925" y="1200673"/>
                    <a:pt x="4264880" y="1183880"/>
                    <a:pt x="4244123" y="1168254"/>
                  </a:cubicBezTo>
                  <a:cubicBezTo>
                    <a:pt x="4189438" y="1125467"/>
                    <a:pt x="4134322" y="1085307"/>
                    <a:pt x="4092378" y="1055078"/>
                  </a:cubicBezTo>
                  <a:cubicBezTo>
                    <a:pt x="3887264" y="908357"/>
                    <a:pt x="3672344" y="776461"/>
                    <a:pt x="3449179" y="660348"/>
                  </a:cubicBezTo>
                  <a:cubicBezTo>
                    <a:pt x="3338519" y="602958"/>
                    <a:pt x="3224710" y="549071"/>
                    <a:pt x="3110758" y="500442"/>
                  </a:cubicBezTo>
                  <a:cubicBezTo>
                    <a:pt x="2996806" y="451812"/>
                    <a:pt x="2879991" y="407565"/>
                    <a:pt x="2762316" y="368135"/>
                  </a:cubicBezTo>
                  <a:cubicBezTo>
                    <a:pt x="2649508" y="330312"/>
                    <a:pt x="2529403" y="295119"/>
                    <a:pt x="2404426" y="264452"/>
                  </a:cubicBezTo>
                  <a:cubicBezTo>
                    <a:pt x="2288900" y="236121"/>
                    <a:pt x="2166502" y="211733"/>
                    <a:pt x="2040668" y="191435"/>
                  </a:cubicBezTo>
                  <a:cubicBezTo>
                    <a:pt x="1848910" y="162425"/>
                    <a:pt x="1655321" y="147782"/>
                    <a:pt x="1461459" y="147625"/>
                  </a:cubicBezTo>
                  <a:cubicBezTo>
                    <a:pt x="1408061" y="147625"/>
                    <a:pt x="1354092" y="148794"/>
                    <a:pt x="1300837" y="150983"/>
                  </a:cubicBezTo>
                  <a:cubicBezTo>
                    <a:pt x="1177739" y="155618"/>
                    <a:pt x="1054939" y="166584"/>
                    <a:pt x="932928" y="183842"/>
                  </a:cubicBezTo>
                  <a:cubicBezTo>
                    <a:pt x="810083" y="201379"/>
                    <a:pt x="688259" y="225753"/>
                    <a:pt x="568022" y="256858"/>
                  </a:cubicBezTo>
                  <a:cubicBezTo>
                    <a:pt x="386369" y="303536"/>
                    <a:pt x="209474" y="367270"/>
                    <a:pt x="39597" y="447169"/>
                  </a:cubicBezTo>
                  <a:lnTo>
                    <a:pt x="0" y="467328"/>
                  </a:lnTo>
                  <a:lnTo>
                    <a:pt x="0" y="112255"/>
                  </a:lnTo>
                  <a:lnTo>
                    <a:pt x="79310" y="7039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0" name="Google Shape;22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GSCALE full form and date</a:t>
            </a:r>
            <a:endParaRPr/>
          </a:p>
        </p:txBody>
      </p:sp>
      <p:sp>
        <p:nvSpPr>
          <p:cNvPr id="221" name="Google Shape;22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pic>
        <p:nvPicPr>
          <p:cNvPr id="222" name="Google Shape;222;p10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91744"/>
            <a:ext cx="874732" cy="874732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10"/>
          <p:cNvSpPr txBox="1">
            <a:spLocks noGrp="1"/>
          </p:cNvSpPr>
          <p:nvPr>
            <p:ph type="title"/>
          </p:nvPr>
        </p:nvSpPr>
        <p:spPr>
          <a:xfrm>
            <a:off x="3900566" y="44352"/>
            <a:ext cx="68580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ahoma"/>
              <a:buNone/>
            </a:pPr>
            <a:r>
              <a:rPr lang="en-US" sz="2800" b="1">
                <a:latin typeface="Tahoma"/>
                <a:ea typeface="Tahoma"/>
                <a:cs typeface="Tahoma"/>
                <a:sym typeface="Tahoma"/>
              </a:rPr>
              <a:t>Concept and Definition for (LO-1) </a:t>
            </a:r>
            <a:br>
              <a:rPr lang="en-US" sz="2800" b="1">
                <a:latin typeface="Tahoma"/>
                <a:ea typeface="Tahoma"/>
                <a:cs typeface="Tahoma"/>
                <a:sym typeface="Tahoma"/>
              </a:rPr>
            </a:br>
            <a:br>
              <a:rPr lang="en-US" sz="2800" b="1">
                <a:latin typeface="Tahoma"/>
                <a:ea typeface="Tahoma"/>
                <a:cs typeface="Tahoma"/>
                <a:sym typeface="Tahoma"/>
              </a:rPr>
            </a:br>
            <a:r>
              <a:rPr lang="en-US" sz="2800" b="1"/>
              <a:t>Classification / Types of Queue</a:t>
            </a:r>
            <a:endParaRPr sz="2800" b="1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24" name="Google Shape;224;p10"/>
          <p:cNvSpPr txBox="1"/>
          <p:nvPr/>
        </p:nvSpPr>
        <p:spPr>
          <a:xfrm>
            <a:off x="838200" y="1256190"/>
            <a:ext cx="10795098" cy="3539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u="sng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Types of Queues:</a:t>
            </a:r>
            <a:endParaRPr sz="2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There are</a:t>
            </a:r>
            <a:r>
              <a:rPr lang="en-US" sz="28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five different types of queues</a:t>
            </a:r>
            <a:r>
              <a:rPr lang="en-US" sz="2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that are used in different scenarios. They are:</a:t>
            </a:r>
            <a:endParaRPr dirty="0"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Input Restricted Queue (this is a Simple Queue)</a:t>
            </a:r>
            <a:endParaRPr dirty="0"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Output Restricted Queue (this is also a Simple Queue)</a:t>
            </a:r>
            <a:endParaRPr dirty="0"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Circular Queue</a:t>
            </a:r>
            <a:endParaRPr dirty="0"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Double Ended Queue (Deque)</a:t>
            </a:r>
            <a:endParaRPr dirty="0"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Priority Queue</a:t>
            </a:r>
            <a:endParaRPr dirty="0"/>
          </a:p>
        </p:txBody>
      </p:sp>
      <p:pic>
        <p:nvPicPr>
          <p:cNvPr id="225" name="Google Shape;225;p1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215802"/>
            <a:ext cx="3795634" cy="7402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231" name="Google Shape;231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pic>
        <p:nvPicPr>
          <p:cNvPr id="232" name="Google Shape;232;p11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11"/>
          <p:cNvSpPr/>
          <p:nvPr/>
        </p:nvSpPr>
        <p:spPr>
          <a:xfrm>
            <a:off x="10671589" y="1051175"/>
            <a:ext cx="104868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[5-mins]</a:t>
            </a:r>
            <a:endParaRPr/>
          </a:p>
        </p:txBody>
      </p:sp>
      <p:pic>
        <p:nvPicPr>
          <p:cNvPr id="234" name="Google Shape;234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650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11"/>
          <p:cNvSpPr txBox="1"/>
          <p:nvPr/>
        </p:nvSpPr>
        <p:spPr>
          <a:xfrm>
            <a:off x="1262141" y="981924"/>
            <a:ext cx="527685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Classification of Data Structures : </a:t>
            </a:r>
            <a:endParaRPr/>
          </a:p>
        </p:txBody>
      </p:sp>
      <p:pic>
        <p:nvPicPr>
          <p:cNvPr id="236" name="Google Shape;236;p1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085975" y="1466672"/>
            <a:ext cx="8585614" cy="50133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242" name="Google Shape;242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pic>
        <p:nvPicPr>
          <p:cNvPr id="243" name="Google Shape;243;p12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12"/>
          <p:cNvSpPr txBox="1">
            <a:spLocks noGrp="1"/>
          </p:cNvSpPr>
          <p:nvPr>
            <p:ph type="body" idx="1"/>
          </p:nvPr>
        </p:nvSpPr>
        <p:spPr>
          <a:xfrm>
            <a:off x="1014188" y="1006840"/>
            <a:ext cx="7377034" cy="5344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Applications of Queue: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Queue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are used in various fields such as: 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▶ </a:t>
            </a:r>
            <a:r>
              <a:rPr lang="en-US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Breadth-first search algorithm: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▶ </a:t>
            </a:r>
            <a:r>
              <a:rPr lang="en-US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Traffic Management</a:t>
            </a:r>
            <a:r>
              <a:rPr lang="en-US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▶ </a:t>
            </a:r>
            <a:r>
              <a:rPr lang="en-US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Network protocols:</a:t>
            </a:r>
            <a:endParaRPr sz="240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▶ </a:t>
            </a:r>
            <a:r>
              <a:rPr lang="en-US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Resource Allocation: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▶ </a:t>
            </a:r>
            <a:r>
              <a:rPr lang="en-US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Printer queues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▶ </a:t>
            </a:r>
            <a:r>
              <a:rPr lang="en-US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Web servers:</a:t>
            </a:r>
            <a:endParaRPr sz="2400"/>
          </a:p>
        </p:txBody>
      </p:sp>
      <p:sp>
        <p:nvSpPr>
          <p:cNvPr id="245" name="Google Shape;245;p12"/>
          <p:cNvSpPr/>
          <p:nvPr/>
        </p:nvSpPr>
        <p:spPr>
          <a:xfrm>
            <a:off x="10671589" y="1051175"/>
            <a:ext cx="104868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[5-mins]</a:t>
            </a:r>
            <a:endParaRPr/>
          </a:p>
        </p:txBody>
      </p:sp>
      <p:pic>
        <p:nvPicPr>
          <p:cNvPr id="246" name="Google Shape;246;p1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GSCALE full form and date</a:t>
            </a:r>
            <a:endParaRPr/>
          </a:p>
        </p:txBody>
      </p:sp>
      <p:sp>
        <p:nvSpPr>
          <p:cNvPr id="252" name="Google Shape;252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pic>
        <p:nvPicPr>
          <p:cNvPr id="253" name="Google Shape;253;p13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91744"/>
            <a:ext cx="874732" cy="874732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13"/>
          <p:cNvSpPr txBox="1"/>
          <p:nvPr/>
        </p:nvSpPr>
        <p:spPr>
          <a:xfrm>
            <a:off x="495300" y="1024524"/>
            <a:ext cx="11430000" cy="5355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▶ </a:t>
            </a:r>
            <a:r>
              <a:rPr lang="en-US" sz="2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Basic Operations on Queue 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Enqueue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Adds an element to the end (rear) of the queue. If the queue is full, an overflow error occurs.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Dequeue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Removes the element from the front of the queue. If the queue is empty, an underflow error occurs.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Peek/Front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Returns the element at the front without removing it.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Size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Returns the number of elements in the queue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isEmpty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Returns true if the queue is empty, otherwise false.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isFull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Returns true if the queue is full, otherwise false.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5" name="Google Shape;255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215802"/>
            <a:ext cx="3795634" cy="7402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GSCALE full form and date</a:t>
            </a:r>
            <a:endParaRPr/>
          </a:p>
        </p:txBody>
      </p:sp>
      <p:sp>
        <p:nvSpPr>
          <p:cNvPr id="261" name="Google Shape;26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pic>
        <p:nvPicPr>
          <p:cNvPr id="262" name="Google Shape;262;p14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91744"/>
            <a:ext cx="874732" cy="874732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14"/>
          <p:cNvSpPr txBox="1"/>
          <p:nvPr/>
        </p:nvSpPr>
        <p:spPr>
          <a:xfrm>
            <a:off x="495300" y="1024524"/>
            <a:ext cx="11430000" cy="6832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▶ </a:t>
            </a:r>
            <a:r>
              <a:rPr lang="en-US" sz="2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Basic Operations on Queue 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Enqueue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Adds an element to the end (rear) of the queue. If the queue is full, an overflow error occurs.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void insert(int data){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if(!isFull()) {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if(rear == MAX-1) {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rear = -1;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}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intArray[++rear] = data;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itemCount++;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}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}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4" name="Google Shape;264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215802"/>
            <a:ext cx="3795634" cy="7402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GSCALE full form and date</a:t>
            </a:r>
            <a:endParaRPr/>
          </a:p>
        </p:txBody>
      </p:sp>
      <p:sp>
        <p:nvSpPr>
          <p:cNvPr id="270" name="Google Shape;270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pic>
        <p:nvPicPr>
          <p:cNvPr id="271" name="Google Shape;271;p15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91744"/>
            <a:ext cx="874732" cy="874732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15"/>
          <p:cNvSpPr txBox="1"/>
          <p:nvPr/>
        </p:nvSpPr>
        <p:spPr>
          <a:xfrm>
            <a:off x="495300" y="1024524"/>
            <a:ext cx="11430000" cy="6401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▶ </a:t>
            </a:r>
            <a:r>
              <a:rPr lang="en-US" sz="2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Basic Operations on Queue 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Dequeue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Removes the element from the front of the queue. If the queue is empty, an underflow error occurs.</a:t>
            </a:r>
            <a:endParaRPr/>
          </a:p>
          <a:p>
            <a:pPr marL="342900" marR="0" lvl="0" indent="-190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 dequeue() {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if (isEmpty()) {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printf("Queue Underflow!\n");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return -1;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}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return queue[front++];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3" name="Google Shape;273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215802"/>
            <a:ext cx="3795634" cy="7402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GSCALE full form and date</a:t>
            </a:r>
            <a:endParaRPr/>
          </a:p>
        </p:txBody>
      </p:sp>
      <p:sp>
        <p:nvSpPr>
          <p:cNvPr id="279" name="Google Shape;279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pic>
        <p:nvPicPr>
          <p:cNvPr id="280" name="Google Shape;280;p16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91744"/>
            <a:ext cx="874732" cy="874732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16"/>
          <p:cNvSpPr txBox="1"/>
          <p:nvPr/>
        </p:nvSpPr>
        <p:spPr>
          <a:xfrm>
            <a:off x="495300" y="1024524"/>
            <a:ext cx="11430000" cy="60324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▶ </a:t>
            </a:r>
            <a:r>
              <a:rPr lang="en-US" sz="2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Basic Operations on Queue 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Peek/Front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Returns the element at the front without removing it.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 peek() {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if (front == -1 || front &gt; rear) {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printf("Queue is Empty!\n");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return -1;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}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return queue[front];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2" name="Google Shape;282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215802"/>
            <a:ext cx="3795634" cy="7402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GSCALE full form and date</a:t>
            </a:r>
            <a:endParaRPr/>
          </a:p>
        </p:txBody>
      </p:sp>
      <p:sp>
        <p:nvSpPr>
          <p:cNvPr id="296" name="Google Shape;296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pic>
        <p:nvPicPr>
          <p:cNvPr id="297" name="Google Shape;297;p17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91744"/>
            <a:ext cx="874732" cy="874732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17"/>
          <p:cNvSpPr txBox="1"/>
          <p:nvPr/>
        </p:nvSpPr>
        <p:spPr>
          <a:xfrm>
            <a:off x="495300" y="1024524"/>
            <a:ext cx="11430000" cy="5293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▶ </a:t>
            </a:r>
            <a:r>
              <a:rPr lang="en-US" sz="2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Basic Operations on Queue :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isEmpty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Returns true if the queue is empty, otherwise false.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 isFull() {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if (rear == MAX - 1)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return 1;   // true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else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return 0;   // false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9" name="Google Shape;299;p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215802"/>
            <a:ext cx="3795634" cy="7402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GSCALE full form and date</a:t>
            </a:r>
            <a:endParaRPr/>
          </a:p>
        </p:txBody>
      </p:sp>
      <p:sp>
        <p:nvSpPr>
          <p:cNvPr id="305" name="Google Shape;305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  <p:pic>
        <p:nvPicPr>
          <p:cNvPr id="306" name="Google Shape;306;p18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91744"/>
            <a:ext cx="874732" cy="874732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18"/>
          <p:cNvSpPr txBox="1"/>
          <p:nvPr/>
        </p:nvSpPr>
        <p:spPr>
          <a:xfrm>
            <a:off x="495300" y="1024524"/>
            <a:ext cx="11430000" cy="5293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▶ </a:t>
            </a:r>
            <a:r>
              <a:rPr lang="en-US" sz="2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Basic Operations on Queue :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isFull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Returns true if the queue is full, otherwise false.</a:t>
            </a:r>
            <a:endParaRPr/>
          </a:p>
          <a:p>
            <a:pPr marL="342900" marR="0" lvl="0" indent="-190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 isEmpty() {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if (front == -1 || front &gt; rear)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return 1;   // true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else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return 0;   // false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8" name="Google Shape;308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215802"/>
            <a:ext cx="3795634" cy="7402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9"/>
          <p:cNvSpPr/>
          <p:nvPr/>
        </p:nvSpPr>
        <p:spPr>
          <a:xfrm>
            <a:off x="-10886" y="1"/>
            <a:ext cx="12191695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4" name="Google Shape;314;p19"/>
          <p:cNvGrpSpPr/>
          <p:nvPr/>
        </p:nvGrpSpPr>
        <p:grpSpPr>
          <a:xfrm>
            <a:off x="0" y="0"/>
            <a:ext cx="6423049" cy="6858001"/>
            <a:chOff x="0" y="0"/>
            <a:chExt cx="6423049" cy="6858001"/>
          </a:xfrm>
        </p:grpSpPr>
        <p:sp>
          <p:nvSpPr>
            <p:cNvPr id="315" name="Google Shape;315;p19"/>
            <p:cNvSpPr/>
            <p:nvPr/>
          </p:nvSpPr>
          <p:spPr>
            <a:xfrm>
              <a:off x="0" y="0"/>
              <a:ext cx="6018714" cy="6858000"/>
            </a:xfrm>
            <a:custGeom>
              <a:avLst/>
              <a:gdLst/>
              <a:ahLst/>
              <a:cxnLst/>
              <a:rect l="l" t="t" r="r" b="b"/>
              <a:pathLst>
                <a:path w="6018714" h="6858000" extrusionOk="0">
                  <a:moveTo>
                    <a:pt x="0" y="6499477"/>
                  </a:moveTo>
                  <a:lnTo>
                    <a:pt x="248639" y="6701197"/>
                  </a:lnTo>
                  <a:cubicBezTo>
                    <a:pt x="296496" y="6739700"/>
                    <a:pt x="344500" y="6777613"/>
                    <a:pt x="392359" y="6814935"/>
                  </a:cubicBezTo>
                  <a:lnTo>
                    <a:pt x="448656" y="6858000"/>
                  </a:lnTo>
                  <a:lnTo>
                    <a:pt x="0" y="6858000"/>
                  </a:lnTo>
                  <a:close/>
                  <a:moveTo>
                    <a:pt x="998246" y="0"/>
                  </a:moveTo>
                  <a:lnTo>
                    <a:pt x="1984114" y="0"/>
                  </a:lnTo>
                  <a:lnTo>
                    <a:pt x="2011390" y="2333"/>
                  </a:lnTo>
                  <a:cubicBezTo>
                    <a:pt x="2791770" y="95667"/>
                    <a:pt x="3537428" y="382707"/>
                    <a:pt x="4182319" y="838030"/>
                  </a:cubicBezTo>
                  <a:cubicBezTo>
                    <a:pt x="4396386" y="988089"/>
                    <a:pt x="4598134" y="1155477"/>
                    <a:pt x="4785565" y="1338564"/>
                  </a:cubicBezTo>
                  <a:cubicBezTo>
                    <a:pt x="5159266" y="1705003"/>
                    <a:pt x="5477110" y="2135318"/>
                    <a:pt x="5695308" y="2616232"/>
                  </a:cubicBezTo>
                  <a:cubicBezTo>
                    <a:pt x="5803975" y="2856910"/>
                    <a:pt x="5885376" y="3109302"/>
                    <a:pt x="5937944" y="3368583"/>
                  </a:cubicBezTo>
                  <a:cubicBezTo>
                    <a:pt x="5990936" y="3626845"/>
                    <a:pt x="6017985" y="3889887"/>
                    <a:pt x="6018677" y="4153681"/>
                  </a:cubicBezTo>
                  <a:cubicBezTo>
                    <a:pt x="6019393" y="4288706"/>
                    <a:pt x="6009862" y="4423598"/>
                    <a:pt x="5990165" y="4557147"/>
                  </a:cubicBezTo>
                  <a:lnTo>
                    <a:pt x="5982312" y="4607451"/>
                  </a:lnTo>
                  <a:lnTo>
                    <a:pt x="5972856" y="4657609"/>
                  </a:lnTo>
                  <a:cubicBezTo>
                    <a:pt x="5966601" y="4691096"/>
                    <a:pt x="5959037" y="4724287"/>
                    <a:pt x="5951328" y="4757628"/>
                  </a:cubicBezTo>
                  <a:cubicBezTo>
                    <a:pt x="5934889" y="4823863"/>
                    <a:pt x="5915834" y="4890100"/>
                    <a:pt x="5893141" y="4953827"/>
                  </a:cubicBezTo>
                  <a:cubicBezTo>
                    <a:pt x="5870448" y="5017556"/>
                    <a:pt x="5845282" y="5080252"/>
                    <a:pt x="5817644" y="5141915"/>
                  </a:cubicBezTo>
                  <a:cubicBezTo>
                    <a:pt x="5790005" y="5203578"/>
                    <a:pt x="5760040" y="5263619"/>
                    <a:pt x="5728909" y="5322626"/>
                  </a:cubicBezTo>
                  <a:cubicBezTo>
                    <a:pt x="5666505" y="5440642"/>
                    <a:pt x="5599591" y="5553937"/>
                    <a:pt x="5532095" y="5663839"/>
                  </a:cubicBezTo>
                  <a:lnTo>
                    <a:pt x="5330043" y="5988236"/>
                  </a:lnTo>
                  <a:cubicBezTo>
                    <a:pt x="5297022" y="6041195"/>
                    <a:pt x="5264148" y="6093565"/>
                    <a:pt x="5232580" y="6146081"/>
                  </a:cubicBezTo>
                  <a:lnTo>
                    <a:pt x="5183269" y="6227660"/>
                  </a:lnTo>
                  <a:cubicBezTo>
                    <a:pt x="5166103" y="6255541"/>
                    <a:pt x="5149375" y="6283717"/>
                    <a:pt x="5131628" y="6311451"/>
                  </a:cubicBezTo>
                  <a:cubicBezTo>
                    <a:pt x="5062676" y="6423417"/>
                    <a:pt x="4988635" y="6533174"/>
                    <a:pt x="4910811" y="6641009"/>
                  </a:cubicBezTo>
                  <a:cubicBezTo>
                    <a:pt x="4871725" y="6695377"/>
                    <a:pt x="4831064" y="6748547"/>
                    <a:pt x="4788885" y="6800448"/>
                  </a:cubicBezTo>
                  <a:lnTo>
                    <a:pt x="4739213" y="6858000"/>
                  </a:lnTo>
                  <a:lnTo>
                    <a:pt x="3950454" y="6858000"/>
                  </a:lnTo>
                  <a:lnTo>
                    <a:pt x="4012997" y="6806378"/>
                  </a:lnTo>
                  <a:cubicBezTo>
                    <a:pt x="4100089" y="6729374"/>
                    <a:pt x="4185375" y="6649419"/>
                    <a:pt x="4268871" y="6566512"/>
                  </a:cubicBezTo>
                  <a:cubicBezTo>
                    <a:pt x="4439315" y="6398398"/>
                    <a:pt x="4599980" y="6220387"/>
                    <a:pt x="4750072" y="6033375"/>
                  </a:cubicBezTo>
                  <a:cubicBezTo>
                    <a:pt x="4769418" y="6009920"/>
                    <a:pt x="4787311" y="5985138"/>
                    <a:pt x="4806075" y="5961092"/>
                  </a:cubicBezTo>
                  <a:lnTo>
                    <a:pt x="4863244" y="5885856"/>
                  </a:lnTo>
                  <a:cubicBezTo>
                    <a:pt x="4902520" y="5833635"/>
                    <a:pt x="4942184" y="5782445"/>
                    <a:pt x="4982235" y="5732288"/>
                  </a:cubicBezTo>
                  <a:cubicBezTo>
                    <a:pt x="5061513" y="5631533"/>
                    <a:pt x="5143556" y="5534760"/>
                    <a:pt x="5221526" y="5438135"/>
                  </a:cubicBezTo>
                  <a:cubicBezTo>
                    <a:pt x="5299495" y="5341509"/>
                    <a:pt x="5374846" y="5245326"/>
                    <a:pt x="5442633" y="5146193"/>
                  </a:cubicBezTo>
                  <a:cubicBezTo>
                    <a:pt x="5476091" y="5096480"/>
                    <a:pt x="5508530" y="5046176"/>
                    <a:pt x="5538350" y="4995133"/>
                  </a:cubicBezTo>
                  <a:cubicBezTo>
                    <a:pt x="5568171" y="4944091"/>
                    <a:pt x="5596245" y="4892164"/>
                    <a:pt x="5621702" y="4839205"/>
                  </a:cubicBezTo>
                  <a:cubicBezTo>
                    <a:pt x="5673203" y="4733405"/>
                    <a:pt x="5713291" y="4622262"/>
                    <a:pt x="5741275" y="4507728"/>
                  </a:cubicBezTo>
                  <a:cubicBezTo>
                    <a:pt x="5767878" y="4391630"/>
                    <a:pt x="5781445" y="4272861"/>
                    <a:pt x="5781714" y="4153681"/>
                  </a:cubicBezTo>
                  <a:cubicBezTo>
                    <a:pt x="5781640" y="3908842"/>
                    <a:pt x="5749352" y="3665096"/>
                    <a:pt x="5685706" y="3428918"/>
                  </a:cubicBezTo>
                  <a:cubicBezTo>
                    <a:pt x="5621295" y="3194067"/>
                    <a:pt x="5532959" y="2966636"/>
                    <a:pt x="5422122" y="2750328"/>
                  </a:cubicBezTo>
                  <a:cubicBezTo>
                    <a:pt x="5312356" y="2533473"/>
                    <a:pt x="5182293" y="2327817"/>
                    <a:pt x="5033730" y="2136204"/>
                  </a:cubicBezTo>
                  <a:cubicBezTo>
                    <a:pt x="4885345" y="1944281"/>
                    <a:pt x="4721094" y="1765530"/>
                    <a:pt x="4542784" y="1601886"/>
                  </a:cubicBezTo>
                  <a:cubicBezTo>
                    <a:pt x="4001273" y="1114380"/>
                    <a:pt x="3361806" y="751985"/>
                    <a:pt x="2668605" y="539746"/>
                  </a:cubicBezTo>
                  <a:cubicBezTo>
                    <a:pt x="2438667" y="470493"/>
                    <a:pt x="2203536" y="420366"/>
                    <a:pt x="1965570" y="389865"/>
                  </a:cubicBezTo>
                  <a:cubicBezTo>
                    <a:pt x="1727936" y="359890"/>
                    <a:pt x="1488166" y="351053"/>
                    <a:pt x="1249006" y="363461"/>
                  </a:cubicBezTo>
                  <a:cubicBezTo>
                    <a:pt x="1010718" y="374400"/>
                    <a:pt x="774017" y="408587"/>
                    <a:pt x="542188" y="465544"/>
                  </a:cubicBezTo>
                  <a:cubicBezTo>
                    <a:pt x="369418" y="508120"/>
                    <a:pt x="200552" y="565242"/>
                    <a:pt x="37349" y="636266"/>
                  </a:cubicBezTo>
                  <a:lnTo>
                    <a:pt x="0" y="653785"/>
                  </a:lnTo>
                  <a:lnTo>
                    <a:pt x="0" y="255198"/>
                  </a:lnTo>
                  <a:lnTo>
                    <a:pt x="167136" y="188295"/>
                  </a:lnTo>
                  <a:cubicBezTo>
                    <a:pt x="260597" y="155379"/>
                    <a:pt x="355437" y="126405"/>
                    <a:pt x="451417" y="101466"/>
                  </a:cubicBezTo>
                  <a:cubicBezTo>
                    <a:pt x="578649" y="68513"/>
                    <a:pt x="707299" y="41799"/>
                    <a:pt x="836914" y="21393"/>
                  </a:cubicBezTo>
                  <a:close/>
                </a:path>
              </a:pathLst>
            </a:custGeom>
            <a:solidFill>
              <a:schemeClr val="lt1">
                <a:alpha val="2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" name="Google Shape;316;p19"/>
            <p:cNvSpPr/>
            <p:nvPr/>
          </p:nvSpPr>
          <p:spPr>
            <a:xfrm>
              <a:off x="0" y="38834"/>
              <a:ext cx="6015920" cy="6819166"/>
            </a:xfrm>
            <a:custGeom>
              <a:avLst/>
              <a:gdLst/>
              <a:ahLst/>
              <a:cxnLst/>
              <a:rect l="l" t="t" r="r" b="b"/>
              <a:pathLst>
                <a:path w="6015920" h="6819166" extrusionOk="0">
                  <a:moveTo>
                    <a:pt x="0" y="6143989"/>
                  </a:moveTo>
                  <a:lnTo>
                    <a:pt x="134018" y="6248665"/>
                  </a:lnTo>
                  <a:cubicBezTo>
                    <a:pt x="404095" y="6461250"/>
                    <a:pt x="645672" y="6645215"/>
                    <a:pt x="880799" y="6790482"/>
                  </a:cubicBezTo>
                  <a:lnTo>
                    <a:pt x="929680" y="6819166"/>
                  </a:lnTo>
                  <a:lnTo>
                    <a:pt x="0" y="6819166"/>
                  </a:lnTo>
                  <a:close/>
                  <a:moveTo>
                    <a:pt x="1408589" y="0"/>
                  </a:moveTo>
                  <a:lnTo>
                    <a:pt x="1409171" y="294"/>
                  </a:lnTo>
                  <a:cubicBezTo>
                    <a:pt x="3696325" y="294"/>
                    <a:pt x="6015920" y="1849221"/>
                    <a:pt x="6015920" y="4129828"/>
                  </a:cubicBezTo>
                  <a:cubicBezTo>
                    <a:pt x="6015920" y="4985129"/>
                    <a:pt x="5545048" y="5437324"/>
                    <a:pt x="5101088" y="6096419"/>
                  </a:cubicBezTo>
                  <a:cubicBezTo>
                    <a:pt x="4927721" y="6353993"/>
                    <a:pt x="4744312" y="6588925"/>
                    <a:pt x="4546786" y="6797679"/>
                  </a:cubicBezTo>
                  <a:lnTo>
                    <a:pt x="4525032" y="6819166"/>
                  </a:lnTo>
                  <a:lnTo>
                    <a:pt x="3362009" y="6819166"/>
                  </a:lnTo>
                  <a:lnTo>
                    <a:pt x="3559506" y="6694254"/>
                  </a:lnTo>
                  <a:cubicBezTo>
                    <a:pt x="3895644" y="6458563"/>
                    <a:pt x="4202210" y="6126161"/>
                    <a:pt x="4499295" y="5685109"/>
                  </a:cubicBezTo>
                  <a:cubicBezTo>
                    <a:pt x="4589775" y="5550592"/>
                    <a:pt x="4678218" y="5428532"/>
                    <a:pt x="4763752" y="5310428"/>
                  </a:cubicBezTo>
                  <a:cubicBezTo>
                    <a:pt x="5118251" y="4820868"/>
                    <a:pt x="5288592" y="4566198"/>
                    <a:pt x="5288592" y="4129828"/>
                  </a:cubicBezTo>
                  <a:cubicBezTo>
                    <a:pt x="5288592" y="3696828"/>
                    <a:pt x="5181966" y="3269106"/>
                    <a:pt x="4971477" y="2858526"/>
                  </a:cubicBezTo>
                  <a:cubicBezTo>
                    <a:pt x="4765643" y="2456885"/>
                    <a:pt x="4471366" y="2089240"/>
                    <a:pt x="4096938" y="1766138"/>
                  </a:cubicBezTo>
                  <a:cubicBezTo>
                    <a:pt x="3720910" y="1443697"/>
                    <a:pt x="3293474" y="1187604"/>
                    <a:pt x="2832696" y="1008719"/>
                  </a:cubicBezTo>
                  <a:cubicBezTo>
                    <a:pt x="2360806" y="825703"/>
                    <a:pt x="1881933" y="732948"/>
                    <a:pt x="1409171" y="732948"/>
                  </a:cubicBezTo>
                  <a:cubicBezTo>
                    <a:pt x="963609" y="732948"/>
                    <a:pt x="553251" y="819255"/>
                    <a:pt x="189877" y="989377"/>
                  </a:cubicBezTo>
                  <a:lnTo>
                    <a:pt x="0" y="1091881"/>
                  </a:lnTo>
                  <a:lnTo>
                    <a:pt x="0" y="273645"/>
                  </a:lnTo>
                  <a:lnTo>
                    <a:pt x="53152" y="250589"/>
                  </a:lnTo>
                  <a:cubicBezTo>
                    <a:pt x="457881" y="88474"/>
                    <a:pt x="911201" y="0"/>
                    <a:pt x="1408589" y="0"/>
                  </a:cubicBezTo>
                  <a:close/>
                </a:path>
              </a:pathLst>
            </a:custGeom>
            <a:solidFill>
              <a:schemeClr val="lt1">
                <a:alpha val="2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" name="Google Shape;317;p19"/>
            <p:cNvSpPr/>
            <p:nvPr/>
          </p:nvSpPr>
          <p:spPr>
            <a:xfrm>
              <a:off x="0" y="89880"/>
              <a:ext cx="5997097" cy="6768121"/>
            </a:xfrm>
            <a:custGeom>
              <a:avLst/>
              <a:gdLst/>
              <a:ahLst/>
              <a:cxnLst/>
              <a:rect l="l" t="t" r="r" b="b"/>
              <a:pathLst>
                <a:path w="5997097" h="6768121" extrusionOk="0">
                  <a:moveTo>
                    <a:pt x="0" y="5929955"/>
                  </a:moveTo>
                  <a:lnTo>
                    <a:pt x="204947" y="6088753"/>
                  </a:lnTo>
                  <a:cubicBezTo>
                    <a:pt x="536028" y="6347537"/>
                    <a:pt x="834815" y="6574463"/>
                    <a:pt x="1135927" y="6730112"/>
                  </a:cubicBezTo>
                  <a:lnTo>
                    <a:pt x="1219620" y="6768121"/>
                  </a:lnTo>
                  <a:lnTo>
                    <a:pt x="0" y="6768121"/>
                  </a:lnTo>
                  <a:close/>
                  <a:moveTo>
                    <a:pt x="1389767" y="0"/>
                  </a:moveTo>
                  <a:lnTo>
                    <a:pt x="1390348" y="292"/>
                  </a:lnTo>
                  <a:cubicBezTo>
                    <a:pt x="3677502" y="292"/>
                    <a:pt x="5997097" y="1835776"/>
                    <a:pt x="5997097" y="4099802"/>
                  </a:cubicBezTo>
                  <a:cubicBezTo>
                    <a:pt x="5997097" y="4948885"/>
                    <a:pt x="5526225" y="5397792"/>
                    <a:pt x="5082265" y="6052096"/>
                  </a:cubicBezTo>
                  <a:cubicBezTo>
                    <a:pt x="4908898" y="6307797"/>
                    <a:pt x="4725489" y="6541021"/>
                    <a:pt x="4527964" y="6748257"/>
                  </a:cubicBezTo>
                  <a:lnTo>
                    <a:pt x="4507706" y="6768121"/>
                  </a:lnTo>
                  <a:lnTo>
                    <a:pt x="3011909" y="6768121"/>
                  </a:lnTo>
                  <a:lnTo>
                    <a:pt x="3041514" y="6756841"/>
                  </a:lnTo>
                  <a:cubicBezTo>
                    <a:pt x="3144608" y="6713092"/>
                    <a:pt x="3243834" y="6661888"/>
                    <a:pt x="3339587" y="6603120"/>
                  </a:cubicBezTo>
                  <a:cubicBezTo>
                    <a:pt x="3700923" y="6381722"/>
                    <a:pt x="4034475" y="6041040"/>
                    <a:pt x="4359591" y="5561878"/>
                  </a:cubicBezTo>
                  <a:cubicBezTo>
                    <a:pt x="4451526" y="5426449"/>
                    <a:pt x="4540696" y="5304113"/>
                    <a:pt x="4626956" y="5185850"/>
                  </a:cubicBezTo>
                  <a:cubicBezTo>
                    <a:pt x="4972001" y="4713668"/>
                    <a:pt x="5124303" y="4488342"/>
                    <a:pt x="5124303" y="4099802"/>
                  </a:cubicBezTo>
                  <a:cubicBezTo>
                    <a:pt x="5124303" y="3693373"/>
                    <a:pt x="5022478" y="3291306"/>
                    <a:pt x="4823481" y="2904512"/>
                  </a:cubicBezTo>
                  <a:cubicBezTo>
                    <a:pt x="4628994" y="2527756"/>
                    <a:pt x="4338498" y="2167874"/>
                    <a:pt x="3983561" y="1863706"/>
                  </a:cubicBezTo>
                  <a:cubicBezTo>
                    <a:pt x="3620116" y="1554184"/>
                    <a:pt x="3207009" y="1308274"/>
                    <a:pt x="2761651" y="1136378"/>
                  </a:cubicBezTo>
                  <a:cubicBezTo>
                    <a:pt x="2312890" y="964438"/>
                    <a:pt x="1838235" y="873085"/>
                    <a:pt x="1390348" y="873085"/>
                  </a:cubicBezTo>
                  <a:cubicBezTo>
                    <a:pt x="966023" y="873085"/>
                    <a:pt x="576467" y="954255"/>
                    <a:pt x="232295" y="1114121"/>
                  </a:cubicBezTo>
                  <a:lnTo>
                    <a:pt x="0" y="1238681"/>
                  </a:lnTo>
                  <a:lnTo>
                    <a:pt x="0" y="263550"/>
                  </a:lnTo>
                  <a:lnTo>
                    <a:pt x="34329" y="248767"/>
                  </a:lnTo>
                  <a:cubicBezTo>
                    <a:pt x="439058" y="87831"/>
                    <a:pt x="892378" y="0"/>
                    <a:pt x="1389767" y="0"/>
                  </a:cubicBezTo>
                  <a:close/>
                </a:path>
              </a:pathLst>
            </a:custGeom>
            <a:solidFill>
              <a:schemeClr val="lt1">
                <a:alpha val="2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" name="Google Shape;318;p19"/>
            <p:cNvSpPr/>
            <p:nvPr/>
          </p:nvSpPr>
          <p:spPr>
            <a:xfrm>
              <a:off x="0" y="726"/>
              <a:ext cx="6423049" cy="6857275"/>
            </a:xfrm>
            <a:custGeom>
              <a:avLst/>
              <a:gdLst/>
              <a:ahLst/>
              <a:cxnLst/>
              <a:rect l="l" t="t" r="r" b="b"/>
              <a:pathLst>
                <a:path w="6423049" h="6857275" extrusionOk="0">
                  <a:moveTo>
                    <a:pt x="3207935" y="0"/>
                  </a:moveTo>
                  <a:lnTo>
                    <a:pt x="6423049" y="0"/>
                  </a:lnTo>
                  <a:lnTo>
                    <a:pt x="6423049" y="6857275"/>
                  </a:lnTo>
                  <a:lnTo>
                    <a:pt x="5115455" y="6857275"/>
                  </a:lnTo>
                  <a:lnTo>
                    <a:pt x="5327016" y="6576778"/>
                  </a:lnTo>
                  <a:cubicBezTo>
                    <a:pt x="5812196" y="5874153"/>
                    <a:pt x="6096492" y="5021129"/>
                    <a:pt x="6096492" y="4101445"/>
                  </a:cubicBezTo>
                  <a:cubicBezTo>
                    <a:pt x="6096492" y="2224539"/>
                    <a:pt x="4912418" y="625268"/>
                    <a:pt x="3253269" y="15400"/>
                  </a:cubicBezTo>
                  <a:close/>
                  <a:moveTo>
                    <a:pt x="0" y="0"/>
                  </a:moveTo>
                  <a:lnTo>
                    <a:pt x="318887" y="0"/>
                  </a:lnTo>
                  <a:lnTo>
                    <a:pt x="273553" y="15400"/>
                  </a:lnTo>
                  <a:cubicBezTo>
                    <a:pt x="207186" y="39794"/>
                    <a:pt x="141580" y="65772"/>
                    <a:pt x="76780" y="93287"/>
                  </a:cubicBezTo>
                  <a:lnTo>
                    <a:pt x="0" y="12813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" name="Google Shape;319;p19"/>
            <p:cNvSpPr/>
            <p:nvPr/>
          </p:nvSpPr>
          <p:spPr>
            <a:xfrm>
              <a:off x="0" y="726"/>
              <a:ext cx="6158587" cy="6857275"/>
            </a:xfrm>
            <a:custGeom>
              <a:avLst/>
              <a:gdLst/>
              <a:ahLst/>
              <a:cxnLst/>
              <a:rect l="l" t="t" r="r" b="b"/>
              <a:pathLst>
                <a:path w="6158587" h="6857275" extrusionOk="0">
                  <a:moveTo>
                    <a:pt x="233278" y="0"/>
                  </a:moveTo>
                  <a:lnTo>
                    <a:pt x="3441063" y="0"/>
                  </a:lnTo>
                  <a:lnTo>
                    <a:pt x="3535825" y="38136"/>
                  </a:lnTo>
                  <a:cubicBezTo>
                    <a:pt x="5077434" y="703644"/>
                    <a:pt x="6158926" y="2261149"/>
                    <a:pt x="6158587" y="4076179"/>
                  </a:cubicBezTo>
                  <a:cubicBezTo>
                    <a:pt x="6158441" y="4852011"/>
                    <a:pt x="5956378" y="5613884"/>
                    <a:pt x="5573039" y="6283960"/>
                  </a:cubicBezTo>
                  <a:cubicBezTo>
                    <a:pt x="5468266" y="6466229"/>
                    <a:pt x="5351134" y="6639962"/>
                    <a:pt x="5222761" y="6804016"/>
                  </a:cubicBezTo>
                  <a:lnTo>
                    <a:pt x="5179011" y="6857275"/>
                  </a:lnTo>
                  <a:lnTo>
                    <a:pt x="4477061" y="6857275"/>
                  </a:lnTo>
                  <a:lnTo>
                    <a:pt x="4532922" y="6798071"/>
                  </a:lnTo>
                  <a:cubicBezTo>
                    <a:pt x="4575851" y="6750793"/>
                    <a:pt x="4618547" y="6701908"/>
                    <a:pt x="4660563" y="6651672"/>
                  </a:cubicBezTo>
                  <a:cubicBezTo>
                    <a:pt x="4698786" y="6606693"/>
                    <a:pt x="4736294" y="6559232"/>
                    <a:pt x="4772511" y="6513379"/>
                  </a:cubicBezTo>
                  <a:lnTo>
                    <a:pt x="4781959" y="6501404"/>
                  </a:lnTo>
                  <a:lnTo>
                    <a:pt x="4800713" y="6476578"/>
                  </a:lnTo>
                  <a:cubicBezTo>
                    <a:pt x="4833067" y="6434082"/>
                    <a:pt x="4866565" y="6389979"/>
                    <a:pt x="4897916" y="6345878"/>
                  </a:cubicBezTo>
                  <a:cubicBezTo>
                    <a:pt x="4916097" y="6321199"/>
                    <a:pt x="4934277" y="6295788"/>
                    <a:pt x="4953461" y="6268773"/>
                  </a:cubicBezTo>
                  <a:cubicBezTo>
                    <a:pt x="4972643" y="6241756"/>
                    <a:pt x="4994547" y="6211234"/>
                    <a:pt x="5015304" y="6182904"/>
                  </a:cubicBezTo>
                  <a:cubicBezTo>
                    <a:pt x="5059253" y="6123177"/>
                    <a:pt x="5103202" y="6065201"/>
                    <a:pt x="5136557" y="6021245"/>
                  </a:cubicBezTo>
                  <a:cubicBezTo>
                    <a:pt x="5169913" y="5977289"/>
                    <a:pt x="5200977" y="5936836"/>
                    <a:pt x="5232471" y="5895802"/>
                  </a:cubicBezTo>
                  <a:cubicBezTo>
                    <a:pt x="5280429" y="5833299"/>
                    <a:pt x="5330104" y="5768607"/>
                    <a:pt x="5377488" y="5704644"/>
                  </a:cubicBezTo>
                  <a:cubicBezTo>
                    <a:pt x="5414708" y="5654117"/>
                    <a:pt x="5454220" y="5600229"/>
                    <a:pt x="5492012" y="5545320"/>
                  </a:cubicBezTo>
                  <a:cubicBezTo>
                    <a:pt x="5532669" y="5485739"/>
                    <a:pt x="5566453" y="5435067"/>
                    <a:pt x="5598378" y="5383077"/>
                  </a:cubicBezTo>
                  <a:cubicBezTo>
                    <a:pt x="5639177" y="5317217"/>
                    <a:pt x="5668668" y="5266250"/>
                    <a:pt x="5694293" y="5215869"/>
                  </a:cubicBezTo>
                  <a:cubicBezTo>
                    <a:pt x="5705458" y="5195133"/>
                    <a:pt x="5715765" y="5174104"/>
                    <a:pt x="5726646" y="5151759"/>
                  </a:cubicBezTo>
                  <a:lnTo>
                    <a:pt x="5736953" y="5130730"/>
                  </a:lnTo>
                  <a:cubicBezTo>
                    <a:pt x="5740675" y="5122261"/>
                    <a:pt x="5744540" y="5113938"/>
                    <a:pt x="5748406" y="5105613"/>
                  </a:cubicBezTo>
                  <a:cubicBezTo>
                    <a:pt x="5757997" y="5084293"/>
                    <a:pt x="5767159" y="5064140"/>
                    <a:pt x="5775318" y="5043695"/>
                  </a:cubicBezTo>
                  <a:cubicBezTo>
                    <a:pt x="5824718" y="4925802"/>
                    <a:pt x="5862228" y="4803091"/>
                    <a:pt x="5887267" y="4677444"/>
                  </a:cubicBezTo>
                  <a:cubicBezTo>
                    <a:pt x="5911983" y="4550307"/>
                    <a:pt x="5924876" y="4421080"/>
                    <a:pt x="5925776" y="4291476"/>
                  </a:cubicBezTo>
                  <a:cubicBezTo>
                    <a:pt x="5925724" y="4029813"/>
                    <a:pt x="5896133" y="3769041"/>
                    <a:pt x="5837592" y="3514285"/>
                  </a:cubicBezTo>
                  <a:cubicBezTo>
                    <a:pt x="5808496" y="3387220"/>
                    <a:pt x="5772120" y="3261997"/>
                    <a:pt x="5728651" y="3139270"/>
                  </a:cubicBezTo>
                  <a:lnTo>
                    <a:pt x="5728651" y="3138540"/>
                  </a:lnTo>
                  <a:cubicBezTo>
                    <a:pt x="5722351" y="3119409"/>
                    <a:pt x="5715193" y="3100717"/>
                    <a:pt x="5707749" y="3080127"/>
                  </a:cubicBezTo>
                  <a:cubicBezTo>
                    <a:pt x="5703455" y="3068883"/>
                    <a:pt x="5699302" y="3057637"/>
                    <a:pt x="5695151" y="3046393"/>
                  </a:cubicBezTo>
                  <a:cubicBezTo>
                    <a:pt x="5685131" y="3018793"/>
                    <a:pt x="5674107" y="2991778"/>
                    <a:pt x="5662512" y="2963300"/>
                  </a:cubicBezTo>
                  <a:lnTo>
                    <a:pt x="5659648" y="2956436"/>
                  </a:lnTo>
                  <a:lnTo>
                    <a:pt x="5641039" y="2911751"/>
                  </a:lnTo>
                  <a:lnTo>
                    <a:pt x="5621283" y="2867941"/>
                  </a:lnTo>
                  <a:cubicBezTo>
                    <a:pt x="5609687" y="2841362"/>
                    <a:pt x="5595944" y="2810548"/>
                    <a:pt x="5581056" y="2780320"/>
                  </a:cubicBezTo>
                  <a:cubicBezTo>
                    <a:pt x="5530665" y="2672839"/>
                    <a:pt x="5470683" y="2561270"/>
                    <a:pt x="5397674" y="2438163"/>
                  </a:cubicBezTo>
                  <a:cubicBezTo>
                    <a:pt x="5332395" y="2330974"/>
                    <a:pt x="5259814" y="2222909"/>
                    <a:pt x="5182080" y="2116889"/>
                  </a:cubicBezTo>
                  <a:cubicBezTo>
                    <a:pt x="5029667" y="1910602"/>
                    <a:pt x="4860375" y="1717880"/>
                    <a:pt x="4676024" y="1540786"/>
                  </a:cubicBezTo>
                  <a:cubicBezTo>
                    <a:pt x="4590130" y="1458131"/>
                    <a:pt x="4497795" y="1374893"/>
                    <a:pt x="4391860" y="1286395"/>
                  </a:cubicBezTo>
                  <a:cubicBezTo>
                    <a:pt x="4370530" y="1268433"/>
                    <a:pt x="4345334" y="1247404"/>
                    <a:pt x="4318851" y="1226959"/>
                  </a:cubicBezTo>
                  <a:lnTo>
                    <a:pt x="4306254" y="1216883"/>
                  </a:lnTo>
                  <a:cubicBezTo>
                    <a:pt x="4285925" y="1200673"/>
                    <a:pt x="4264880" y="1183880"/>
                    <a:pt x="4244123" y="1168254"/>
                  </a:cubicBezTo>
                  <a:cubicBezTo>
                    <a:pt x="4189438" y="1125467"/>
                    <a:pt x="4134322" y="1085307"/>
                    <a:pt x="4092378" y="1055078"/>
                  </a:cubicBezTo>
                  <a:cubicBezTo>
                    <a:pt x="3887264" y="908357"/>
                    <a:pt x="3672344" y="776461"/>
                    <a:pt x="3449179" y="660348"/>
                  </a:cubicBezTo>
                  <a:cubicBezTo>
                    <a:pt x="3338519" y="602958"/>
                    <a:pt x="3224710" y="549071"/>
                    <a:pt x="3110758" y="500442"/>
                  </a:cubicBezTo>
                  <a:cubicBezTo>
                    <a:pt x="2996806" y="451812"/>
                    <a:pt x="2879991" y="407565"/>
                    <a:pt x="2762316" y="368135"/>
                  </a:cubicBezTo>
                  <a:cubicBezTo>
                    <a:pt x="2649508" y="330312"/>
                    <a:pt x="2529403" y="295119"/>
                    <a:pt x="2404426" y="264452"/>
                  </a:cubicBezTo>
                  <a:cubicBezTo>
                    <a:pt x="2288900" y="236121"/>
                    <a:pt x="2166502" y="211733"/>
                    <a:pt x="2040668" y="191435"/>
                  </a:cubicBezTo>
                  <a:cubicBezTo>
                    <a:pt x="1848910" y="162425"/>
                    <a:pt x="1655321" y="147782"/>
                    <a:pt x="1461459" y="147625"/>
                  </a:cubicBezTo>
                  <a:cubicBezTo>
                    <a:pt x="1408061" y="147625"/>
                    <a:pt x="1354092" y="148794"/>
                    <a:pt x="1300837" y="150983"/>
                  </a:cubicBezTo>
                  <a:cubicBezTo>
                    <a:pt x="1177739" y="155618"/>
                    <a:pt x="1054939" y="166584"/>
                    <a:pt x="932928" y="183842"/>
                  </a:cubicBezTo>
                  <a:cubicBezTo>
                    <a:pt x="810083" y="201379"/>
                    <a:pt x="688259" y="225753"/>
                    <a:pt x="568022" y="256858"/>
                  </a:cubicBezTo>
                  <a:cubicBezTo>
                    <a:pt x="386369" y="303536"/>
                    <a:pt x="209474" y="367270"/>
                    <a:pt x="39597" y="447169"/>
                  </a:cubicBezTo>
                  <a:lnTo>
                    <a:pt x="0" y="467328"/>
                  </a:lnTo>
                  <a:lnTo>
                    <a:pt x="0" y="112255"/>
                  </a:lnTo>
                  <a:lnTo>
                    <a:pt x="79310" y="7039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20" name="Google Shape;320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321" name="Google Shape;321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  <p:pic>
        <p:nvPicPr>
          <p:cNvPr id="322" name="Google Shape;322;p19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19"/>
          <p:cNvSpPr txBox="1"/>
          <p:nvPr/>
        </p:nvSpPr>
        <p:spPr>
          <a:xfrm>
            <a:off x="997008" y="1057424"/>
            <a:ext cx="10198923" cy="4832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▶ Pen paper Activity: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Q. A linear queue of size 4 is empty. Perform the operations: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Enqueue(11), Enqueue(22), Enqueue(33), Dequeue(), Enqueue(44), Dequeue(), Enqueue(55)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Show the final content of the queue and the positions of front and rear.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4" name="Google Shape;324;p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215802"/>
            <a:ext cx="3795634" cy="7402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GSCALE full form and date</a:t>
            </a:r>
            <a:endParaRPr/>
          </a:p>
        </p:txBody>
      </p:sp>
      <p:sp>
        <p:nvSpPr>
          <p:cNvPr id="331" name="Google Shape;331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  <p:pic>
        <p:nvPicPr>
          <p:cNvPr id="332" name="Google Shape;332;p20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91744"/>
            <a:ext cx="874732" cy="874732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20"/>
          <p:cNvSpPr txBox="1"/>
          <p:nvPr/>
        </p:nvSpPr>
        <p:spPr>
          <a:xfrm>
            <a:off x="838200" y="1043574"/>
            <a:ext cx="10610850" cy="464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time and space complexity</a:t>
            </a: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:-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time complexity: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Enqueue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O(1) because in a linear queue with fixed array we don’t shift elements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Dequeue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O(1) Still constant time since no shifting is done.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Display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O(n) Printing all elements in the queue.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Space Complexity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Array Storage: O(n) → Where n is the maximum queue size (fixed at initialization).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Pointers (front, rear): O(1) → Only two integer variables.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So total space complexity: </a:t>
            </a:r>
            <a:r>
              <a:rPr lang="en-US" sz="2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O(n).</a:t>
            </a:r>
            <a:endParaRPr/>
          </a:p>
        </p:txBody>
      </p:sp>
      <p:pic>
        <p:nvPicPr>
          <p:cNvPr id="334" name="Google Shape;334;p2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215802"/>
            <a:ext cx="3795634" cy="7402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340" name="Google Shape;34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  <p:pic>
        <p:nvPicPr>
          <p:cNvPr id="341" name="Google Shape;341;p21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21"/>
          <p:cNvSpPr txBox="1"/>
          <p:nvPr/>
        </p:nvSpPr>
        <p:spPr>
          <a:xfrm>
            <a:off x="3169170" y="899733"/>
            <a:ext cx="60935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Assessment: WooFlash Quiz</a:t>
            </a:r>
            <a:endParaRPr/>
          </a:p>
        </p:txBody>
      </p:sp>
      <p:pic>
        <p:nvPicPr>
          <p:cNvPr id="343" name="Google Shape;343;p2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215802"/>
            <a:ext cx="3795634" cy="7402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71FAA3AC-24D2-EA0D-5CA1-14B83CFFBF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0566" y="2647949"/>
            <a:ext cx="4252834" cy="25880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350" name="Google Shape;350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  <p:pic>
        <p:nvPicPr>
          <p:cNvPr id="351" name="Google Shape;351;p22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22"/>
          <p:cNvSpPr txBox="1">
            <a:spLocks noGrp="1"/>
          </p:cNvSpPr>
          <p:nvPr>
            <p:ph type="body" idx="1"/>
          </p:nvPr>
        </p:nvSpPr>
        <p:spPr>
          <a:xfrm>
            <a:off x="375532" y="1076886"/>
            <a:ext cx="10820400" cy="5323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sz="3200" b="1">
                <a:latin typeface="Tahoma"/>
                <a:ea typeface="Tahoma"/>
                <a:cs typeface="Tahoma"/>
                <a:sym typeface="Tahoma"/>
              </a:rPr>
              <a:t>Ensure attainment of LO’s in alignment to the learning activities: </a:t>
            </a:r>
            <a:endParaRPr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sz="3200" b="1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53" name="Google Shape;353;p22"/>
          <p:cNvSpPr/>
          <p:nvPr/>
        </p:nvSpPr>
        <p:spPr>
          <a:xfrm>
            <a:off x="10671589" y="1065923"/>
            <a:ext cx="104868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[2-mins]</a:t>
            </a:r>
            <a:endParaRPr/>
          </a:p>
        </p:txBody>
      </p:sp>
      <p:grpSp>
        <p:nvGrpSpPr>
          <p:cNvPr id="354" name="Google Shape;354;p22"/>
          <p:cNvGrpSpPr/>
          <p:nvPr/>
        </p:nvGrpSpPr>
        <p:grpSpPr>
          <a:xfrm>
            <a:off x="297092" y="2287442"/>
            <a:ext cx="10927829" cy="3686077"/>
            <a:chOff x="0" y="1663"/>
            <a:chExt cx="10927829" cy="3686077"/>
          </a:xfrm>
        </p:grpSpPr>
        <p:sp>
          <p:nvSpPr>
            <p:cNvPr id="355" name="Google Shape;355;p22"/>
            <p:cNvSpPr/>
            <p:nvPr/>
          </p:nvSpPr>
          <p:spPr>
            <a:xfrm>
              <a:off x="0" y="2226751"/>
              <a:ext cx="10927829" cy="1460989"/>
            </a:xfrm>
            <a:prstGeom prst="rect">
              <a:avLst/>
            </a:prstGeom>
            <a:solidFill>
              <a:srgbClr val="E97131"/>
            </a:solid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22"/>
            <p:cNvSpPr txBox="1"/>
            <p:nvPr/>
          </p:nvSpPr>
          <p:spPr>
            <a:xfrm>
              <a:off x="0" y="2226751"/>
              <a:ext cx="10927829" cy="14609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6025" tIns="256025" rIns="256025" bIns="2560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600"/>
                <a:buFont typeface="Arial"/>
                <a:buNone/>
              </a:pPr>
              <a:r>
                <a:rPr lang="en-US" sz="3600" b="1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Check and detect the conditions for Queue Full (Overflow) Queue Empty (Underflow)</a:t>
              </a:r>
              <a:endParaRPr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" name="Google Shape;357;p22"/>
            <p:cNvSpPr/>
            <p:nvPr/>
          </p:nvSpPr>
          <p:spPr>
            <a:xfrm rot="10800000">
              <a:off x="0" y="1663"/>
              <a:ext cx="10927829" cy="2247002"/>
            </a:xfrm>
            <a:prstGeom prst="upArrowCallout">
              <a:avLst>
                <a:gd name="adj1" fmla="val 25000"/>
                <a:gd name="adj2" fmla="val 25000"/>
                <a:gd name="adj3" fmla="val 25000"/>
                <a:gd name="adj4" fmla="val 64977"/>
              </a:avLst>
            </a:prstGeom>
            <a:solidFill>
              <a:srgbClr val="186923"/>
            </a:solid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22"/>
            <p:cNvSpPr txBox="1"/>
            <p:nvPr/>
          </p:nvSpPr>
          <p:spPr>
            <a:xfrm>
              <a:off x="0" y="1663"/>
              <a:ext cx="10927829" cy="146003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6025" tIns="256025" rIns="256025" bIns="2560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600"/>
                <a:buFont typeface="Arial"/>
                <a:buNone/>
              </a:pPr>
              <a:r>
                <a:rPr lang="en-US" sz="36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Illustrate the logical structure and working principle of a queue</a:t>
              </a:r>
              <a:endParaRPr/>
            </a:p>
          </p:txBody>
        </p:sp>
      </p:grpSp>
      <p:pic>
        <p:nvPicPr>
          <p:cNvPr id="359" name="Google Shape;359;p2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215802"/>
            <a:ext cx="3795634" cy="7402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365" name="Google Shape;365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  <p:pic>
        <p:nvPicPr>
          <p:cNvPr id="366" name="Google Shape;366;p23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23"/>
          <p:cNvSpPr/>
          <p:nvPr/>
        </p:nvSpPr>
        <p:spPr>
          <a:xfrm>
            <a:off x="10722885" y="1022415"/>
            <a:ext cx="94609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[1-min]</a:t>
            </a:r>
            <a:endParaRPr/>
          </a:p>
        </p:txBody>
      </p:sp>
      <p:pic>
        <p:nvPicPr>
          <p:cNvPr id="368" name="Google Shape;368;p2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650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23"/>
          <p:cNvSpPr/>
          <p:nvPr/>
        </p:nvSpPr>
        <p:spPr>
          <a:xfrm>
            <a:off x="852566" y="1697335"/>
            <a:ext cx="9906000" cy="1077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Next Session: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Circular queues and its operation</a:t>
            </a:r>
            <a:endParaRPr sz="3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1219</Words>
  <Application>Microsoft Office PowerPoint</Application>
  <PresentationFormat>Widescreen</PresentationFormat>
  <Paragraphs>211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1" baseType="lpstr">
      <vt:lpstr>Tahoma</vt:lpstr>
      <vt:lpstr>Play</vt:lpstr>
      <vt:lpstr>Times New Roman</vt:lpstr>
      <vt:lpstr>Noto Sans Symbols</vt:lpstr>
      <vt:lpstr>Calibri</vt:lpstr>
      <vt:lpstr>Arial</vt:lpstr>
      <vt:lpstr>Georgia</vt:lpstr>
      <vt:lpstr>Office Theme</vt:lpstr>
      <vt:lpstr>Introduction Queue   Session No.: 28 Course Name: Data Structures Course Code: R1UC308B   Instructor Name: Mr. Akhilesh Tripathi Duration: 50 mins Date of Conduction:</vt:lpstr>
      <vt:lpstr>PowerPoint Presentation</vt:lpstr>
      <vt:lpstr>PowerPoint Presentation</vt:lpstr>
      <vt:lpstr>PowerPoint Presentation</vt:lpstr>
      <vt:lpstr>Learning Outcomes</vt:lpstr>
      <vt:lpstr>PowerPoint Presentation</vt:lpstr>
      <vt:lpstr>PowerPoint Presentation</vt:lpstr>
      <vt:lpstr>Concept and Definition for (LO-28) </vt:lpstr>
      <vt:lpstr>Concept and Definition for (LO-1)   </vt:lpstr>
      <vt:lpstr>Concept and Definition for (LO-1)   Classification / Types of Queue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Deepak Gupta</dc:creator>
  <cp:lastModifiedBy>akhilesh tripathi</cp:lastModifiedBy>
  <cp:revision>5</cp:revision>
  <dcterms:created xsi:type="dcterms:W3CDTF">2024-08-22T06:33:55Z</dcterms:created>
  <dcterms:modified xsi:type="dcterms:W3CDTF">2025-12-04T00:41:59Z</dcterms:modified>
</cp:coreProperties>
</file>