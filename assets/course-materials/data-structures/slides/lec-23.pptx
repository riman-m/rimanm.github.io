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260" r:id="rId9"/>
    <p:sldId id="303" r:id="rId10"/>
    <p:sldId id="305" r:id="rId11"/>
    <p:sldId id="304" r:id="rId12"/>
    <p:sldId id="312" r:id="rId13"/>
    <p:sldId id="288" r:id="rId14"/>
    <p:sldId id="299" r:id="rId15"/>
    <p:sldId id="300" r:id="rId16"/>
    <p:sldId id="301" r:id="rId17"/>
    <p:sldId id="30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23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nupam Kumar Sharma" userId="550e56936179f404" providerId="LiveId" clId="{A3230177-DABA-49D4-AB5C-04BB74AFD6EE}"/>
    <pc:docChg chg="modSld">
      <pc:chgData name="Dr. Anupam Kumar Sharma" userId="550e56936179f404" providerId="LiveId" clId="{A3230177-DABA-49D4-AB5C-04BB74AFD6EE}" dt="2025-02-08T06:24:43.247" v="62" actId="20577"/>
      <pc:docMkLst>
        <pc:docMk/>
      </pc:docMkLst>
      <pc:sldChg chg="modSp mod">
        <pc:chgData name="Dr. Anupam Kumar Sharma" userId="550e56936179f404" providerId="LiveId" clId="{A3230177-DABA-49D4-AB5C-04BB74AFD6EE}" dt="2025-02-08T06:23:49.386" v="0" actId="20577"/>
        <pc:sldMkLst>
          <pc:docMk/>
          <pc:sldMk cId="2766167463" sldId="262"/>
        </pc:sldMkLst>
        <pc:spChg chg="mod">
          <ac:chgData name="Dr. Anupam Kumar Sharma" userId="550e56936179f404" providerId="LiveId" clId="{A3230177-DABA-49D4-AB5C-04BB74AFD6EE}" dt="2025-02-08T06:23:49.386" v="0" actId="20577"/>
          <ac:spMkLst>
            <pc:docMk/>
            <pc:sldMk cId="2766167463" sldId="262"/>
            <ac:spMk id="4" creationId="{C97E1C1E-F10A-E4F4-6797-225812D669BF}"/>
          </ac:spMkLst>
        </pc:spChg>
      </pc:sldChg>
      <pc:sldChg chg="modSp mod">
        <pc:chgData name="Dr. Anupam Kumar Sharma" userId="550e56936179f404" providerId="LiveId" clId="{A3230177-DABA-49D4-AB5C-04BB74AFD6EE}" dt="2025-02-08T06:24:43.247" v="62" actId="20577"/>
        <pc:sldMkLst>
          <pc:docMk/>
          <pc:sldMk cId="1311328748" sldId="284"/>
        </pc:sldMkLst>
        <pc:spChg chg="mod">
          <ac:chgData name="Dr. Anupam Kumar Sharma" userId="550e56936179f404" providerId="LiveId" clId="{A3230177-DABA-49D4-AB5C-04BB74AFD6EE}" dt="2025-02-08T06:24:43.247" v="62" actId="20577"/>
          <ac:spMkLst>
            <pc:docMk/>
            <pc:sldMk cId="1311328748" sldId="284"/>
            <ac:spMk id="10" creationId="{A92BCC8A-DA75-739D-5118-196EB9E2238A}"/>
          </ac:spMkLst>
        </pc:spChg>
      </pc:sldChg>
    </pc:docChg>
  </pc:docChgLst>
  <pc:docChgLst>
    <pc:chgData name="Deepak Gupta" userId="f4ce486c0feb88f7" providerId="LiveId" clId="{677CE2BF-E837-4849-B11C-0944C199F6A4}"/>
    <pc:docChg chg="undo custSel addSld delSld modSld sldOrd">
      <pc:chgData name="Deepak Gupta" userId="f4ce486c0feb88f7" providerId="LiveId" clId="{677CE2BF-E837-4849-B11C-0944C199F6A4}" dt="2024-09-19T16:05:47.471" v="1042" actId="20577"/>
      <pc:docMkLst>
        <pc:docMk/>
      </pc:docMkLst>
      <pc:sldChg chg="addSp delSp modSp mod">
        <pc:chgData name="Deepak Gupta" userId="f4ce486c0feb88f7" providerId="LiveId" clId="{677CE2BF-E837-4849-B11C-0944C199F6A4}" dt="2024-09-19T10:54:48.137" v="896" actId="14100"/>
        <pc:sldMkLst>
          <pc:docMk/>
          <pc:sldMk cId="2827898987" sldId="256"/>
        </pc:sldMkLst>
      </pc:sldChg>
      <pc:sldChg chg="addSp delSp modSp mod">
        <pc:chgData name="Deepak Gupta" userId="f4ce486c0feb88f7" providerId="LiveId" clId="{677CE2BF-E837-4849-B11C-0944C199F6A4}" dt="2024-09-19T13:17:37.213" v="905" actId="20577"/>
        <pc:sldMkLst>
          <pc:docMk/>
          <pc:sldMk cId="2304652768" sldId="257"/>
        </pc:sldMkLst>
      </pc:sldChg>
      <pc:sldChg chg="addSp delSp modSp del mod">
        <pc:chgData name="Deepak Gupta" userId="f4ce486c0feb88f7" providerId="LiveId" clId="{677CE2BF-E837-4849-B11C-0944C199F6A4}" dt="2024-09-19T10:28:20.262" v="603" actId="47"/>
        <pc:sldMkLst>
          <pc:docMk/>
          <pc:sldMk cId="2082919323" sldId="258"/>
        </pc:sldMkLst>
      </pc:sldChg>
      <pc:sldChg chg="addSp delSp modSp mod">
        <pc:chgData name="Deepak Gupta" userId="f4ce486c0feb88f7" providerId="LiveId" clId="{677CE2BF-E837-4849-B11C-0944C199F6A4}" dt="2024-09-19T16:05:37.951" v="1041" actId="20577"/>
        <pc:sldMkLst>
          <pc:docMk/>
          <pc:sldMk cId="2838591685" sldId="259"/>
        </pc:sldMkLst>
      </pc:sldChg>
      <pc:sldChg chg="addSp delSp modSp mod ord">
        <pc:chgData name="Deepak Gupta" userId="f4ce486c0feb88f7" providerId="LiveId" clId="{677CE2BF-E837-4849-B11C-0944C199F6A4}" dt="2024-09-19T13:19:05.241" v="971" actId="20577"/>
        <pc:sldMkLst>
          <pc:docMk/>
          <pc:sldMk cId="3872618460" sldId="260"/>
        </pc:sldMkLst>
      </pc:sldChg>
      <pc:sldChg chg="addSp delSp modSp mod">
        <pc:chgData name="Deepak Gupta" userId="f4ce486c0feb88f7" providerId="LiveId" clId="{677CE2BF-E837-4849-B11C-0944C199F6A4}" dt="2024-09-19T10:49:45.066" v="860" actId="1076"/>
        <pc:sldMkLst>
          <pc:docMk/>
          <pc:sldMk cId="3459659325" sldId="261"/>
        </pc:sldMkLst>
      </pc:sldChg>
      <pc:sldChg chg="addSp delSp modSp mod ord modAnim">
        <pc:chgData name="Deepak Gupta" userId="f4ce486c0feb88f7" providerId="LiveId" clId="{677CE2BF-E837-4849-B11C-0944C199F6A4}" dt="2024-09-19T10:42:32.396" v="827" actId="20577"/>
        <pc:sldMkLst>
          <pc:docMk/>
          <pc:sldMk cId="2766167463" sldId="262"/>
        </pc:sldMkLst>
      </pc:sldChg>
      <pc:sldChg chg="addSp delSp modSp add del mod ord">
        <pc:chgData name="Deepak Gupta" userId="f4ce486c0feb88f7" providerId="LiveId" clId="{677CE2BF-E837-4849-B11C-0944C199F6A4}" dt="2024-09-19T10:49:48.904" v="861" actId="1076"/>
        <pc:sldMkLst>
          <pc:docMk/>
          <pc:sldMk cId="910051450" sldId="263"/>
        </pc:sldMkLst>
      </pc:sldChg>
      <pc:sldChg chg="addSp modSp del">
        <pc:chgData name="Deepak Gupta" userId="f4ce486c0feb88f7" providerId="LiveId" clId="{677CE2BF-E837-4849-B11C-0944C199F6A4}" dt="2024-09-19T09:07:04.651" v="356" actId="47"/>
        <pc:sldMkLst>
          <pc:docMk/>
          <pc:sldMk cId="451014338" sldId="264"/>
        </pc:sldMkLst>
      </pc:sldChg>
      <pc:sldChg chg="addSp delSp modSp del mod modShow">
        <pc:chgData name="Deepak Gupta" userId="f4ce486c0feb88f7" providerId="LiveId" clId="{677CE2BF-E837-4849-B11C-0944C199F6A4}" dt="2024-09-19T10:43:05.663" v="830" actId="47"/>
        <pc:sldMkLst>
          <pc:docMk/>
          <pc:sldMk cId="2876040498" sldId="265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07507446" sldId="266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213006857" sldId="267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424160661" sldId="268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4137767190" sldId="269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2876323008" sldId="270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915059173" sldId="271"/>
        </pc:sldMkLst>
      </pc:sldChg>
      <pc:sldChg chg="del">
        <pc:chgData name="Deepak Gupta" userId="f4ce486c0feb88f7" providerId="LiveId" clId="{677CE2BF-E837-4849-B11C-0944C199F6A4}" dt="2024-09-19T10:43:05.663" v="830" actId="47"/>
        <pc:sldMkLst>
          <pc:docMk/>
          <pc:sldMk cId="1361921725" sldId="272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087418707" sldId="273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556051784" sldId="274"/>
        </pc:sldMkLst>
      </pc:sldChg>
      <pc:sldChg chg="delSp del mod">
        <pc:chgData name="Deepak Gupta" userId="f4ce486c0feb88f7" providerId="LiveId" clId="{677CE2BF-E837-4849-B11C-0944C199F6A4}" dt="2024-09-19T10:43:05.663" v="830" actId="47"/>
        <pc:sldMkLst>
          <pc:docMk/>
          <pc:sldMk cId="1956341652" sldId="275"/>
        </pc:sldMkLst>
      </pc:sldChg>
      <pc:sldChg chg="addSp delSp modSp mod">
        <pc:chgData name="Deepak Gupta" userId="f4ce486c0feb88f7" providerId="LiveId" clId="{677CE2BF-E837-4849-B11C-0944C199F6A4}" dt="2024-09-19T16:02:44.941" v="1020" actId="20577"/>
        <pc:sldMkLst>
          <pc:docMk/>
          <pc:sldMk cId="3038196460" sldId="276"/>
        </pc:sldMkLst>
      </pc:sldChg>
      <pc:sldChg chg="addSp delSp modSp mod ord">
        <pc:chgData name="Deepak Gupta" userId="f4ce486c0feb88f7" providerId="LiveId" clId="{677CE2BF-E837-4849-B11C-0944C199F6A4}" dt="2024-09-19T16:05:12.490" v="1039" actId="122"/>
        <pc:sldMkLst>
          <pc:docMk/>
          <pc:sldMk cId="571638906" sldId="277"/>
        </pc:sldMkLst>
      </pc:sldChg>
      <pc:sldChg chg="delSp del mod modShow">
        <pc:chgData name="Deepak Gupta" userId="f4ce486c0feb88f7" providerId="LiveId" clId="{677CE2BF-E837-4849-B11C-0944C199F6A4}" dt="2024-09-19T10:43:09.124" v="831" actId="47"/>
        <pc:sldMkLst>
          <pc:docMk/>
          <pc:sldMk cId="2898612680" sldId="279"/>
        </pc:sldMkLst>
      </pc:sldChg>
      <pc:sldChg chg="modSp del mod">
        <pc:chgData name="Deepak Gupta" userId="f4ce486c0feb88f7" providerId="LiveId" clId="{677CE2BF-E837-4849-B11C-0944C199F6A4}" dt="2024-09-19T09:07:48.008" v="370" actId="47"/>
        <pc:sldMkLst>
          <pc:docMk/>
          <pc:sldMk cId="2971570162" sldId="280"/>
        </pc:sldMkLst>
      </pc:sldChg>
      <pc:sldChg chg="addSp delSp modSp mod">
        <pc:chgData name="Deepak Gupta" userId="f4ce486c0feb88f7" providerId="LiveId" clId="{677CE2BF-E837-4849-B11C-0944C199F6A4}" dt="2024-09-19T16:04:53.675" v="1036" actId="1076"/>
        <pc:sldMkLst>
          <pc:docMk/>
          <pc:sldMk cId="504224323" sldId="281"/>
        </pc:sldMkLst>
      </pc:sldChg>
      <pc:sldChg chg="addSp delSp modSp mod">
        <pc:chgData name="Deepak Gupta" userId="f4ce486c0feb88f7" providerId="LiveId" clId="{677CE2BF-E837-4849-B11C-0944C199F6A4}" dt="2024-09-19T13:17:44.328" v="912" actId="20577"/>
        <pc:sldMkLst>
          <pc:docMk/>
          <pc:sldMk cId="2767214766" sldId="282"/>
        </pc:sldMkLst>
      </pc:sldChg>
      <pc:sldChg chg="addSp delSp modSp mod">
        <pc:chgData name="Deepak Gupta" userId="f4ce486c0feb88f7" providerId="LiveId" clId="{677CE2BF-E837-4849-B11C-0944C199F6A4}" dt="2024-09-19T09:15:18.724" v="428"/>
        <pc:sldMkLst>
          <pc:docMk/>
          <pc:sldMk cId="2892535565" sldId="283"/>
        </pc:sldMkLst>
      </pc:sldChg>
      <pc:sldChg chg="modSp del mod">
        <pc:chgData name="Deepak Gupta" userId="f4ce486c0feb88f7" providerId="LiveId" clId="{677CE2BF-E837-4849-B11C-0944C199F6A4}" dt="2024-09-19T08:51:09.163" v="57" actId="47"/>
        <pc:sldMkLst>
          <pc:docMk/>
          <pc:sldMk cId="194486472" sldId="284"/>
        </pc:sldMkLst>
      </pc:sldChg>
      <pc:sldChg chg="addSp delSp modSp add mod ord">
        <pc:chgData name="Deepak Gupta" userId="f4ce486c0feb88f7" providerId="LiveId" clId="{677CE2BF-E837-4849-B11C-0944C199F6A4}" dt="2024-09-19T09:16:49.650" v="447"/>
        <pc:sldMkLst>
          <pc:docMk/>
          <pc:sldMk cId="1311328748" sldId="284"/>
        </pc:sldMkLst>
      </pc:sldChg>
      <pc:sldChg chg="addSp delSp modSp new mod setBg">
        <pc:chgData name="Deepak Gupta" userId="f4ce486c0feb88f7" providerId="LiveId" clId="{677CE2BF-E837-4849-B11C-0944C199F6A4}" dt="2024-09-19T16:05:47.471" v="1042" actId="20577"/>
        <pc:sldMkLst>
          <pc:docMk/>
          <pc:sldMk cId="1142559352" sldId="285"/>
        </pc:sldMkLst>
      </pc:sldChg>
      <pc:sldChg chg="addSp delSp modSp add mod setBg delDesignElem">
        <pc:chgData name="Deepak Gupta" userId="f4ce486c0feb88f7" providerId="LiveId" clId="{677CE2BF-E837-4849-B11C-0944C199F6A4}" dt="2024-09-19T10:38:39.066" v="792" actId="20577"/>
        <pc:sldMkLst>
          <pc:docMk/>
          <pc:sldMk cId="2450607305" sldId="286"/>
        </pc:sldMkLst>
      </pc:sldChg>
      <pc:sldChg chg="delSp modSp add del mod setBg delDesignElem">
        <pc:chgData name="Deepak Gupta" userId="f4ce486c0feb88f7" providerId="LiveId" clId="{677CE2BF-E837-4849-B11C-0944C199F6A4}" dt="2024-09-19T09:06:57.341" v="354" actId="47"/>
        <pc:sldMkLst>
          <pc:docMk/>
          <pc:sldMk cId="1874929756" sldId="287"/>
        </pc:sldMkLst>
      </pc:sldChg>
      <pc:sldChg chg="addSp delSp modSp add mod setBg modAnim delDesignElem">
        <pc:chgData name="Deepak Gupta" userId="f4ce486c0feb88f7" providerId="LiveId" clId="{677CE2BF-E837-4849-B11C-0944C199F6A4}" dt="2024-09-19T10:42:45.558" v="829" actId="20577"/>
        <pc:sldMkLst>
          <pc:docMk/>
          <pc:sldMk cId="1420671087" sldId="288"/>
        </pc:sldMkLst>
      </pc:sldChg>
      <pc:sldChg chg="addSp delSp modSp add mod setBg delDesignElem">
        <pc:chgData name="Deepak Gupta" userId="f4ce486c0feb88f7" providerId="LiveId" clId="{677CE2BF-E837-4849-B11C-0944C199F6A4}" dt="2024-09-19T16:03:56.052" v="1030" actId="20577"/>
        <pc:sldMkLst>
          <pc:docMk/>
          <pc:sldMk cId="3874097403" sldId="289"/>
        </pc:sldMkLst>
      </pc:sldChg>
      <pc:sldChg chg="modSp add mod ord">
        <pc:chgData name="Deepak Gupta" userId="f4ce486c0feb88f7" providerId="LiveId" clId="{677CE2BF-E837-4849-B11C-0944C199F6A4}" dt="2024-09-19T16:04:30.742" v="1032" actId="404"/>
        <pc:sldMkLst>
          <pc:docMk/>
          <pc:sldMk cId="398271834" sldId="2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pPr>
            <a:buNone/>
          </a:pPr>
          <a:r>
            <a:rPr lang="en-US" sz="3600" dirty="0"/>
            <a:t>Describe Stack as an Abstract Data Type and its characteristics.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buNone/>
          </a:pPr>
          <a:r>
            <a:rPr lang="en-US" sz="3600" dirty="0"/>
            <a:t>Demonstrate primitive Stack operations such as Push and Pop with examples.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Describe Stack as an Abstract Data Type and its characteristics.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Demonstrate primitive Stack operations such as Push and Pop with examples.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69F988A5-C88A-400D-9852-9EC47893A15C}" type="presOf" srcId="{A3B4F848-7886-4B10-8E34-39E0B844A474}" destId="{9F756ADD-FC73-43E2-8907-B49F92DEF8EA}" srcOrd="0" destOrd="0" presId="urn:microsoft.com/office/officeart/2005/8/layout/process4"/>
    <dgm:cxn modelId="{A14FC7AC-96A7-4051-B6F7-4E1DD1125A2E}" type="presOf" srcId="{DFBD6BAB-0140-48B9-9073-E08FDCB01885}" destId="{0E541A4F-E68B-477F-BCA6-83AC868DBBCC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BE6D69F1-F909-4992-A5BF-73AE23D01340}" type="presOf" srcId="{B7ED251F-A7A3-4D25-B004-4241BE03EDC3}" destId="{BCA40D55-9F97-4CA4-8859-68C842EAE88F}" srcOrd="0" destOrd="0" presId="urn:microsoft.com/office/officeart/2005/8/layout/process4"/>
    <dgm:cxn modelId="{7950397E-3C1E-4B8E-8DAC-E93F64248EFA}" type="presParOf" srcId="{BCA40D55-9F97-4CA4-8859-68C842EAE88F}" destId="{3450E454-19DE-4E8A-ADE0-3AFF41C6C69B}" srcOrd="0" destOrd="0" presId="urn:microsoft.com/office/officeart/2005/8/layout/process4"/>
    <dgm:cxn modelId="{90E9A7F7-DF4E-4F6A-9760-1233922CD137}" type="presParOf" srcId="{3450E454-19DE-4E8A-ADE0-3AFF41C6C69B}" destId="{9F756ADD-FC73-43E2-8907-B49F92DEF8EA}" srcOrd="0" destOrd="0" presId="urn:microsoft.com/office/officeart/2005/8/layout/process4"/>
    <dgm:cxn modelId="{1EAE5E73-D912-4D41-9298-ED8D50B26A70}" type="presParOf" srcId="{BCA40D55-9F97-4CA4-8859-68C842EAE88F}" destId="{33B2812D-626E-40CB-8956-89B965634A15}" srcOrd="1" destOrd="0" presId="urn:microsoft.com/office/officeart/2005/8/layout/process4"/>
    <dgm:cxn modelId="{5C2BB63B-2B36-4FAD-8B8B-527EC9BC664E}" type="presParOf" srcId="{BCA40D55-9F97-4CA4-8859-68C842EAE88F}" destId="{14438BF2-0C50-4C1B-A99E-B1909E184016}" srcOrd="2" destOrd="0" presId="urn:microsoft.com/office/officeart/2005/8/layout/process4"/>
    <dgm:cxn modelId="{7B96C8D1-A7F8-4346-BB85-B3A5C0B9452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Demonstrate primitive Stack operations such as Push and Pop with examples.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Describe Stack as an Abstract Data Type and its characteristics.</a:t>
          </a:r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Demonstrate primitive Stack operations such as Push and Pop with examples.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Describe Stack as an Abstract Data Type and its characteristics.</a:t>
          </a:r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478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IN" sz="3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Stack Data Structure</a:t>
            </a:r>
            <a:br>
              <a:rPr lang="en-IN" sz="54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23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Structures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Kumar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1354784"/>
            <a:ext cx="1081055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Basic knowledge of </a:t>
            </a:r>
            <a:r>
              <a:rPr lang="en-US" sz="2800" b="1" dirty="0"/>
              <a:t>C programming</a:t>
            </a:r>
            <a:r>
              <a:rPr lang="en-US" sz="2800" dirty="0"/>
              <a:t> (variables, loops, functions).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Understanding of </a:t>
            </a:r>
            <a:r>
              <a:rPr lang="en-US" sz="2800" b="1" dirty="0"/>
              <a:t>arrays and linked lists</a:t>
            </a:r>
            <a:r>
              <a:rPr lang="en-US" sz="2800" dirty="0"/>
              <a:t> as linear data structures.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Familiarity with </a:t>
            </a:r>
            <a:r>
              <a:rPr lang="en-US" sz="2800" b="1" dirty="0"/>
              <a:t>memory concepts</a:t>
            </a:r>
            <a:r>
              <a:rPr lang="en-US" sz="2800" dirty="0"/>
              <a:t> (static vs dynamic, pointers/references).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Basic idea of </a:t>
            </a:r>
            <a:r>
              <a:rPr lang="en-US" sz="2800" b="1" dirty="0"/>
              <a:t>mathematical expressions</a:t>
            </a:r>
            <a:r>
              <a:rPr lang="en-US" sz="2800" dirty="0"/>
              <a:t> (infix, prefix, postfix, operator precedence).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90402"/>
            <a:ext cx="3795634" cy="7402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38B274A-6243-AC81-071D-310DDF176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886" y="2009774"/>
            <a:ext cx="5943600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1081942" cy="2239684"/>
            <a:chOff x="0" y="1991651"/>
            <a:chExt cx="5280785" cy="223968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41446" y="199976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r>
                <a:rPr lang="en-US" sz="3600" dirty="0"/>
                <a:t>When you open multiple apps on your phone and press the back button, why do they close in the reverse order you opened them?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8156519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800" dirty="0"/>
              <a:t>Introduction to Stack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sz="2800" dirty="0"/>
              <a:t>Abstract Data Type (ADT)</a:t>
            </a:r>
            <a:endParaRPr lang="en-US" sz="2800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800" dirty="0"/>
              <a:t>Primitive Stack Operations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41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15F0BA4-6591-B48C-8EDD-9EEE5C0663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12" name="Rectangle 11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Rectangle 12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104932" y="3581578"/>
            <a:ext cx="11615341" cy="2246314"/>
            <a:chOff x="0" y="1991651"/>
            <a:chExt cx="10116400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10116400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Where do you see Last In, First Out (LIFO) behavior in daily life?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 and Definition for (LO-1) 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38200" y="1065690"/>
            <a:ext cx="1079509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Introduction to Stack</a:t>
            </a:r>
            <a:r>
              <a:rPr lang="en-US" sz="2800" dirty="0"/>
              <a:t>	</a:t>
            </a:r>
          </a:p>
          <a:p>
            <a:pPr lvl="0" algn="just"/>
            <a:r>
              <a:rPr lang="en-US" sz="2800" dirty="0"/>
              <a:t>▶ A Stack is a linear data structure that follows a particular order in which the operations are performed. </a:t>
            </a:r>
          </a:p>
          <a:p>
            <a:pPr lvl="0" algn="just"/>
            <a:r>
              <a:rPr lang="en-US" sz="2800" dirty="0"/>
              <a:t>▶ The order may be LIFO(Last In First Out) or FILO(First In Last Out). ▶ LIFO implies that the element that is inserted last, comes out first and FILO implies that the element that is inserted first, comes out last.</a:t>
            </a:r>
          </a:p>
          <a:p>
            <a:pPr lvl="0" algn="just"/>
            <a:r>
              <a:rPr lang="en-US" sz="2800" dirty="0"/>
              <a:t> ▶ A variable name Top is used to keep the position of the topmost element in the stack. </a:t>
            </a:r>
          </a:p>
          <a:p>
            <a:pPr lvl="0" algn="just"/>
            <a:r>
              <a:rPr lang="en-US" sz="2800" dirty="0"/>
              <a:t>▶ we can access the elements only on the top of the stack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54" y="867662"/>
            <a:ext cx="9825312" cy="452557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Representation of Stack data Structure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1038225" y="1369915"/>
            <a:ext cx="108394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endParaRPr lang="en-IN" sz="2800" dirty="0"/>
          </a:p>
          <a:p>
            <a:pPr lvl="0"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5D04378-2D3D-97CB-B35F-ED60AB71E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8796" y="1467453"/>
            <a:ext cx="7614408" cy="488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8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46D90-B594-3293-3780-B253DB76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E30E43-9CA7-74B7-9851-108AEEC28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CCEFEE-B924-DF81-7EF6-57BF937EB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4BEFD7F-D6A8-8C7A-8957-B9B98F7D9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BFC6FA9-73A7-CE35-D3AB-3C267391A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51AC4AB-CDAF-6208-87C4-E2107E8A7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35D18EA7-5E5E-3BF1-5C8A-0A65D5CAE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006AFF32-5B7D-DE8B-F748-A711F3F9E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E2779-74E1-ABF4-6580-41C5719D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C5DC6-FC47-1256-5CC5-F1EC3A0C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40FEB37-D067-34FA-4951-65C4601F6B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8219F41-9E3C-5455-F084-F293A1AB3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254" y="917358"/>
            <a:ext cx="9825312" cy="452557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Abstract Data Type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C7BFBA-3B8B-A737-921D-2A6A82E90853}"/>
              </a:ext>
            </a:extLst>
          </p:cNvPr>
          <p:cNvSpPr txBox="1"/>
          <p:nvPr/>
        </p:nvSpPr>
        <p:spPr>
          <a:xfrm>
            <a:off x="753980" y="1733690"/>
            <a:ext cx="111973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/>
              <a:t>Abstract Data Type (ADT)</a:t>
            </a:r>
            <a:r>
              <a:rPr lang="en-US" sz="2800" dirty="0"/>
              <a:t> defines a data structure (like Stack) in terms of the </a:t>
            </a:r>
            <a:r>
              <a:rPr lang="en-US" sz="2800" b="1" dirty="0"/>
              <a:t>values it can hold</a:t>
            </a:r>
            <a:r>
              <a:rPr lang="en-US" sz="2800" dirty="0"/>
              <a:t> and the </a:t>
            </a:r>
            <a:r>
              <a:rPr lang="en-US" sz="2800" b="1" dirty="0"/>
              <a:t>operations</a:t>
            </a:r>
            <a:r>
              <a:rPr lang="en-US" sz="2800" dirty="0"/>
              <a:t> that can be performed (Push, Pop, Peek).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Specifies what operations are performed, not how they are implemented.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Gives an implementation-independent view (array or linked list can be used).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/>
              <a:t>Shows only essential features, hiding internal details (abstraction).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C3F309-3215-80DF-7EC3-22A99988F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30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0A10B5A-315F-4751-BA35-34556B5D2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A5DAC55-04A1-4AB4-A2C6-C859A915C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7370387-C8AA-4FC4-B636-C83BA7921D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3C2B3B-4414-484B-8914-7CB1873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B69BCB-EE83-44E6-8C11-3344C73D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E9BA58-2C07-4CA1-99C2-7738FBA37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20ECE07-CE90-FEA2-59C0-9F6B1480E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8118"/>
            <a:ext cx="8201025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Primitive Stack operations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372BEC-C0BE-8B8E-FFFF-97C0F922807B}"/>
              </a:ext>
            </a:extLst>
          </p:cNvPr>
          <p:cNvSpPr txBox="1"/>
          <p:nvPr/>
        </p:nvSpPr>
        <p:spPr>
          <a:xfrm>
            <a:off x="823333" y="1662306"/>
            <a:ext cx="107950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endParaRPr lang="en-US" sz="2800" dirty="0"/>
          </a:p>
          <a:p>
            <a:pPr lvl="0"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32" y="176894"/>
            <a:ext cx="3795634" cy="740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01993B9-3387-AE4A-1299-E7C6E5AE5FB5}"/>
              </a:ext>
            </a:extLst>
          </p:cNvPr>
          <p:cNvSpPr txBox="1"/>
          <p:nvPr/>
        </p:nvSpPr>
        <p:spPr>
          <a:xfrm>
            <a:off x="942975" y="2003680"/>
            <a:ext cx="946835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Push: </a:t>
            </a:r>
            <a:r>
              <a:rPr lang="en-US" sz="2800" dirty="0"/>
              <a:t>Adds an element to the top of the stack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Pop: </a:t>
            </a:r>
            <a:r>
              <a:rPr lang="en-US" sz="2800" dirty="0"/>
              <a:t>Removes the top element from the stack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Peek: </a:t>
            </a:r>
            <a:r>
              <a:rPr lang="en-US" sz="2800" dirty="0"/>
              <a:t>Returns the top element without removing it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err="1"/>
              <a:t>IsEmpty</a:t>
            </a:r>
            <a:r>
              <a:rPr lang="en-US" sz="2800" b="1" dirty="0"/>
              <a:t>: </a:t>
            </a:r>
            <a:r>
              <a:rPr lang="en-US" sz="2800" dirty="0"/>
              <a:t>Checks if the stack is empty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err="1"/>
              <a:t>IsFull</a:t>
            </a:r>
            <a:r>
              <a:rPr lang="en-US" sz="2800" b="1" dirty="0"/>
              <a:t>: </a:t>
            </a:r>
            <a:r>
              <a:rPr lang="en-US" sz="2800" dirty="0"/>
              <a:t>Checks if the stack is full (in case of fixed-size arrays)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9671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A0665-2602-5234-6334-ABAD7DFB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656B69-74A9-84B3-6C43-8E1A257E2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F06122-2CE9-3FED-5FE5-4B036ACB8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7CF0B87-219C-1AF1-800D-5ED9ADC3E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487A112-6EDC-BCF7-BFB7-2B4EF38440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38DBC47-E9E2-0E6A-D6A1-EF1DF02C9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AED67A-7CBB-0C6E-038B-56ED74D02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956D4705-21AA-6EF1-A3A3-9549CB227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ACF55-C1A8-8463-9180-4CF17C3BF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74850-E1E8-0667-AEFF-6DA982D4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A5D968C-6451-24A8-8686-2C4746886D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486DFC3-0DC2-8DEA-B040-455CFC23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78118"/>
            <a:ext cx="8201025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Primitive Stack operations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575A61-A438-4135-E5F4-E456EE8E938F}"/>
              </a:ext>
            </a:extLst>
          </p:cNvPr>
          <p:cNvSpPr txBox="1"/>
          <p:nvPr/>
        </p:nvSpPr>
        <p:spPr>
          <a:xfrm>
            <a:off x="823333" y="1662306"/>
            <a:ext cx="107950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endParaRPr lang="en-US" sz="2800" dirty="0"/>
          </a:p>
          <a:p>
            <a:pPr lvl="0" algn="just"/>
            <a:endParaRPr lang="en-US" sz="2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78903AB-E81C-928B-5769-3D41BFBEA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32" y="176894"/>
            <a:ext cx="3795634" cy="7402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9C360C-8195-D1EB-B754-EFB1DBC63884}"/>
              </a:ext>
            </a:extLst>
          </p:cNvPr>
          <p:cNvSpPr txBox="1"/>
          <p:nvPr/>
        </p:nvSpPr>
        <p:spPr>
          <a:xfrm>
            <a:off x="942975" y="2003680"/>
            <a:ext cx="94683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Push: </a:t>
            </a:r>
            <a:r>
              <a:rPr lang="en-US" sz="2800" dirty="0"/>
              <a:t>Adds an element to the top of the stack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Pop:</a:t>
            </a:r>
            <a:r>
              <a:rPr lang="en-US" sz="2800" dirty="0"/>
              <a:t> Removes the top element from the stack</a:t>
            </a:r>
            <a:endParaRPr lang="en-IN" sz="28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7E91781-F061-5FEC-64C0-EA3622E777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97642" y="3276600"/>
            <a:ext cx="1050758" cy="1050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4" name="Picture 6" descr="Stack Data Structure and Implementation in Python, Java and C/C++">
            <a:extLst>
              <a:ext uri="{FF2B5EF4-FFF2-40B4-BE49-F238E27FC236}">
                <a16:creationId xmlns:a16="http://schemas.microsoft.com/office/drawing/2014/main" id="{4869E8C6-7375-753F-6CA1-5ABEA1CA9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980" y="2591919"/>
            <a:ext cx="6238875" cy="3694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530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169170" y="899733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931793-3835-CA6E-5E55-05BC70C0B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743" y="1577879"/>
            <a:ext cx="9231085" cy="438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B6D466-25B8-9450-2C61-00F147137972}"/>
              </a:ext>
            </a:extLst>
          </p:cNvPr>
          <p:cNvSpPr txBox="1"/>
          <p:nvPr/>
        </p:nvSpPr>
        <p:spPr>
          <a:xfrm>
            <a:off x="904874" y="1600670"/>
            <a:ext cx="10062457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/>
              <a:t>Stack is a linear data structure that works on the LIFO (Last In First Out) principle.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/>
              <a:t>It can be represented as an Abstract Data Type (ADT), focusing on operations rather than implementation details.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dirty="0"/>
              <a:t>The two primitive operations are:</a:t>
            </a:r>
          </a:p>
          <a:p>
            <a:pPr marL="914400" lvl="1" indent="-457200" algn="just">
              <a:buFont typeface="Wingdings" panose="05000000000000000000" pitchFamily="2" charset="2"/>
              <a:buChar char="v"/>
            </a:pPr>
            <a:r>
              <a:rPr lang="en-US" sz="2800" dirty="0"/>
              <a:t>Push → Insert an element on the top of the stack.</a:t>
            </a:r>
          </a:p>
          <a:p>
            <a:pPr marL="914400" lvl="1" indent="-457200" algn="just">
              <a:buFont typeface="Wingdings" panose="05000000000000000000" pitchFamily="2" charset="2"/>
              <a:buChar char="v"/>
            </a:pPr>
            <a:r>
              <a:rPr lang="en-US" sz="2800" dirty="0"/>
              <a:t>Pop → Remove the top element from the stack.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err="1"/>
              <a:t>Galgotias</a:t>
            </a:r>
            <a:r>
              <a:rPr lang="en-IN" dirty="0"/>
              <a:t>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076886"/>
            <a:ext cx="10820400" cy="5323913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Ensure attainment of LO’s in alignment to the learning activities: </a:t>
            </a:r>
          </a:p>
          <a:p>
            <a:pPr marL="0" indent="0" algn="just">
              <a:buNone/>
            </a:pPr>
            <a:endParaRPr lang="en-US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7861912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080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[1-min]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2566" y="1697335"/>
            <a:ext cx="9906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Next Session: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Array and Linked List Implementation of Stack</a:t>
            </a:r>
          </a:p>
        </p:txBody>
      </p:sp>
    </p:spTree>
    <p:extLst>
      <p:ext uri="{BB962C8B-B14F-4D97-AF65-F5344CB8AC3E}">
        <p14:creationId xmlns:p14="http://schemas.microsoft.com/office/powerpoint/2010/main" val="2031808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3" y="1071593"/>
            <a:ext cx="8554812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4BEA37-0FCD-D51D-3692-1DE0C3639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1692955"/>
            <a:ext cx="9896475" cy="441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2854</TotalTime>
  <Words>682</Words>
  <Application>Microsoft Office PowerPoint</Application>
  <PresentationFormat>Widescreen</PresentationFormat>
  <Paragraphs>100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Georgia</vt:lpstr>
      <vt:lpstr>Tahoma</vt:lpstr>
      <vt:lpstr>Times New Roman</vt:lpstr>
      <vt:lpstr>Wingdings</vt:lpstr>
      <vt:lpstr>Office Theme</vt:lpstr>
      <vt:lpstr>Stack Data Structure   Session No.: 23 Course Name: Data Structures Course Code: R1UC308B   Instructor Name: Akhilesh Kumar Tripathi Duration: 50 mins Date of Conduction of Class: 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Concept and Definition for (LO-1) </vt:lpstr>
      <vt:lpstr>Representation of Stack data Structure :</vt:lpstr>
      <vt:lpstr>Abstract Data Type</vt:lpstr>
      <vt:lpstr>Primitive Stack operations</vt:lpstr>
      <vt:lpstr>Primitive Stack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111</cp:revision>
  <dcterms:created xsi:type="dcterms:W3CDTF">2024-08-22T06:33:55Z</dcterms:created>
  <dcterms:modified xsi:type="dcterms:W3CDTF">2025-11-19T07:41:52Z</dcterms:modified>
</cp:coreProperties>
</file>