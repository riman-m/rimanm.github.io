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295" r:id="rId10"/>
    <p:sldId id="309" r:id="rId11"/>
    <p:sldId id="310" r:id="rId12"/>
    <p:sldId id="298" r:id="rId13"/>
    <p:sldId id="303" r:id="rId14"/>
    <p:sldId id="311" r:id="rId15"/>
    <p:sldId id="312" r:id="rId16"/>
    <p:sldId id="288" r:id="rId17"/>
    <p:sldId id="299" r:id="rId18"/>
    <p:sldId id="308" r:id="rId19"/>
    <p:sldId id="301" r:id="rId20"/>
    <p:sldId id="30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200" dirty="0"/>
            <a:t>Implement Circular  linked list.</a:t>
          </a:r>
          <a:endParaRPr lang="en-IN" sz="3200" dirty="0"/>
        </a:p>
        <a:p>
          <a:endParaRPr lang="en-US" sz="1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endParaRPr lang="en-US" sz="3600" dirty="0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200" dirty="0"/>
            <a:t>Implement Circular linked list.</a:t>
          </a:r>
          <a:endParaRPr lang="en-IN" sz="3200" dirty="0"/>
        </a:p>
        <a:p>
          <a:endParaRPr lang="en-US" sz="1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endParaRPr lang="en-US" sz="3600" dirty="0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Implement Circular  linked list.</a:t>
          </a:r>
          <a:endParaRPr lang="en-IN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Implement Circular linked list.</a:t>
          </a:r>
          <a:endParaRPr lang="en-IN" sz="3200" kern="1200" dirty="0"/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980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17-09-2025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Circular Linked list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20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Structures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Kumar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       2025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Students must have knowledge of Circular Link-list.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A84355-9E61-3002-CBEB-28DAF4B1B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71" y="1508686"/>
            <a:ext cx="11154327" cy="476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7" y="126845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518480" y="3429000"/>
            <a:ext cx="10994966" cy="22315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0" tIns="0" rIns="0" bIns="0" numCol="1" spcCol="1270" anchor="t" anchorCtr="0">
            <a:noAutofit/>
          </a:bodyPr>
          <a:lstStyle/>
          <a:p>
            <a:pPr algn="ctr"/>
            <a:r>
              <a:rPr lang="en-US" sz="3600" dirty="0"/>
              <a:t>Can you think of a </a:t>
            </a:r>
            <a:r>
              <a:rPr lang="en-US" sz="3600" b="1" dirty="0"/>
              <a:t>real-world system</a:t>
            </a:r>
            <a:r>
              <a:rPr lang="en-US" sz="3600" dirty="0"/>
              <a:t> where circular connections (like a loop) are useful?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014999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Introduction of Circular Link-list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Traverse operation on Circular Link-list.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Insert operation on Circular Link-list.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Delete operation performed on Circular Link-list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436914" y="3677129"/>
            <a:ext cx="9557657" cy="2246314"/>
            <a:chOff x="-510118" y="1991651"/>
            <a:chExt cx="7150188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-510118" y="2006399"/>
              <a:ext cx="7150188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4000" dirty="0"/>
                <a:t>What is the difference between Singly link list and Circular link list</a:t>
              </a:r>
            </a:p>
            <a:p>
              <a:pPr algn="ctr"/>
              <a:endPara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53123"/>
            <a:ext cx="6858000" cy="637883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</a:br>
            <a:r>
              <a:rPr lang="en-US" sz="28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Introduction  of Circular linked list</a:t>
            </a:r>
            <a:br>
              <a:rPr lang="en-US" sz="2800" dirty="0"/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F9E092D9-5850-D2E5-5B37-B3EA441577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5520"/>
          <a:stretch/>
        </p:blipFill>
        <p:spPr>
          <a:xfrm>
            <a:off x="6158587" y="1537450"/>
            <a:ext cx="6033413" cy="43479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38144B-3B22-5102-95CC-829AE8CB0416}"/>
              </a:ext>
            </a:extLst>
          </p:cNvPr>
          <p:cNvSpPr txBox="1"/>
          <p:nvPr/>
        </p:nvSpPr>
        <p:spPr>
          <a:xfrm>
            <a:off x="466922" y="2493489"/>
            <a:ext cx="6096000" cy="880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this variation, </a:t>
            </a:r>
            <a:r>
              <a:rPr lang="en-US" sz="18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last node of the list points back to the first node</a:t>
            </a:r>
            <a:r>
              <a:rPr lang="en-US" sz="18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creating a circular structure.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CC1D14-2B74-B28E-8DB8-05742B36C0D2}"/>
              </a:ext>
            </a:extLst>
          </p:cNvPr>
          <p:cNvSpPr txBox="1"/>
          <p:nvPr/>
        </p:nvSpPr>
        <p:spPr>
          <a:xfrm>
            <a:off x="4278086" y="431222"/>
            <a:ext cx="5072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312F2B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Structure of a node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BF8D7-4704-752E-7FC3-07C1DA27C74F}"/>
              </a:ext>
            </a:extLst>
          </p:cNvPr>
          <p:cNvSpPr txBox="1"/>
          <p:nvPr/>
        </p:nvSpPr>
        <p:spPr>
          <a:xfrm>
            <a:off x="1382486" y="1028343"/>
            <a:ext cx="77615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stdlib.h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// Structure of a Node</a:t>
            </a:r>
          </a:p>
          <a:p>
            <a:r>
              <a:rPr lang="en-IN" dirty="0"/>
              <a:t>struct Node {</a:t>
            </a:r>
          </a:p>
          <a:p>
            <a:r>
              <a:rPr lang="en-IN" dirty="0"/>
              <a:t>    int data;</a:t>
            </a:r>
          </a:p>
          <a:p>
            <a:r>
              <a:rPr lang="en-IN" dirty="0"/>
              <a:t>    struct Node* next;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// Function to create a new node</a:t>
            </a:r>
          </a:p>
          <a:p>
            <a:r>
              <a:rPr lang="en-IN" dirty="0"/>
              <a:t>struct Node* </a:t>
            </a:r>
            <a:r>
              <a:rPr lang="en-IN" dirty="0" err="1"/>
              <a:t>createNode</a:t>
            </a:r>
            <a:r>
              <a:rPr lang="en-IN" dirty="0"/>
              <a:t>(int data) {</a:t>
            </a:r>
          </a:p>
          <a:p>
            <a:r>
              <a:rPr lang="en-IN" dirty="0"/>
              <a:t>    struct Node* </a:t>
            </a:r>
            <a:r>
              <a:rPr lang="en-IN" dirty="0" err="1"/>
              <a:t>newNode</a:t>
            </a:r>
            <a:r>
              <a:rPr lang="en-IN" dirty="0"/>
              <a:t> = (struct Node*)malloc(</a:t>
            </a:r>
            <a:r>
              <a:rPr lang="en-IN" dirty="0" err="1"/>
              <a:t>sizeof</a:t>
            </a:r>
            <a:r>
              <a:rPr lang="en-IN" dirty="0"/>
              <a:t>(struct Node));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-&gt;data = data;</a:t>
            </a:r>
          </a:p>
          <a:p>
            <a:r>
              <a:rPr lang="en-IN" dirty="0"/>
              <a:t>    </a:t>
            </a:r>
            <a:r>
              <a:rPr lang="en-IN" dirty="0" err="1"/>
              <a:t>newNode</a:t>
            </a:r>
            <a:r>
              <a:rPr lang="en-IN" dirty="0"/>
              <a:t>-&gt;next = NULL;</a:t>
            </a:r>
          </a:p>
          <a:p>
            <a:r>
              <a:rPr lang="en-IN" dirty="0"/>
              <a:t>    return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8638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46AB-FC7F-C9AD-47D2-8B96F1FB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9430FE-EC33-1AB5-8F95-25BC90F6D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56E814-5EBA-EE63-6729-EC4F408B6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A40E3E6-4B37-3135-967E-5E28CC8E8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21C76AD-4473-58E1-2760-B3D658C66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213FFB3-38E3-BB1E-1DC5-4C80CAEDD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9232F7-3A04-BC51-13E8-6F952F297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89780CAF-E326-804D-7913-742C8713E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927D8-0DFB-28D2-BA69-4B4DD00F7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6C311-475F-C83B-39E8-A6EBCBB2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3B5AE0C-1120-CBE8-1E98-4F66A3594A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11EB9FD-C24B-1232-7F3C-B9CE0627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590914"/>
            <a:ext cx="6858000" cy="526608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at Beginning</a:t>
            </a:r>
            <a:br>
              <a:rPr lang="en-US" b="1" dirty="0"/>
            </a:b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FFD4C3-5640-5F29-09C8-CF4063438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75353"/>
            <a:ext cx="3795634" cy="7402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2BC626-958A-ACDD-BDEE-1B6E7F58E44F}"/>
              </a:ext>
            </a:extLst>
          </p:cNvPr>
          <p:cNvSpPr txBox="1"/>
          <p:nvPr/>
        </p:nvSpPr>
        <p:spPr>
          <a:xfrm>
            <a:off x="936170" y="1371600"/>
            <a:ext cx="96665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// Insert at Beginning</a:t>
            </a:r>
          </a:p>
          <a:p>
            <a:r>
              <a:rPr lang="en-IN" sz="2800" dirty="0"/>
              <a:t>struct Node* </a:t>
            </a:r>
            <a:r>
              <a:rPr lang="en-IN" sz="2800" dirty="0" err="1"/>
              <a:t>insertAtBegin</a:t>
            </a:r>
            <a:r>
              <a:rPr lang="en-IN" sz="2800" dirty="0"/>
              <a:t>(struct Node* last, int data) {</a:t>
            </a:r>
          </a:p>
          <a:p>
            <a:r>
              <a:rPr lang="en-IN" sz="2800" dirty="0"/>
              <a:t>    struct Node* </a:t>
            </a:r>
            <a:r>
              <a:rPr lang="en-IN" sz="2800" dirty="0" err="1"/>
              <a:t>newNode</a:t>
            </a:r>
            <a:r>
              <a:rPr lang="en-IN" sz="2800" dirty="0"/>
              <a:t> = </a:t>
            </a:r>
            <a:r>
              <a:rPr lang="en-IN" sz="2800" dirty="0" err="1"/>
              <a:t>createNode</a:t>
            </a:r>
            <a:r>
              <a:rPr lang="en-IN" sz="2800" dirty="0"/>
              <a:t>(data);</a:t>
            </a:r>
          </a:p>
          <a:p>
            <a:r>
              <a:rPr lang="en-IN" sz="2800" dirty="0"/>
              <a:t>    if (last == NULL) {</a:t>
            </a:r>
          </a:p>
          <a:p>
            <a:r>
              <a:rPr lang="en-IN" sz="2800" dirty="0"/>
              <a:t>        last = </a:t>
            </a:r>
            <a:r>
              <a:rPr lang="en-IN" sz="2800" dirty="0" err="1"/>
              <a:t>newNode</a:t>
            </a:r>
            <a:r>
              <a:rPr lang="en-IN" sz="2800" dirty="0"/>
              <a:t>;</a:t>
            </a:r>
          </a:p>
          <a:p>
            <a:r>
              <a:rPr lang="en-IN" sz="2800" dirty="0"/>
              <a:t>        last-&gt;next = last;</a:t>
            </a:r>
          </a:p>
          <a:p>
            <a:r>
              <a:rPr lang="en-IN" sz="2800" dirty="0"/>
              <a:t>    } else {</a:t>
            </a:r>
          </a:p>
          <a:p>
            <a:r>
              <a:rPr lang="en-IN" sz="2800" dirty="0"/>
              <a:t>        </a:t>
            </a:r>
            <a:r>
              <a:rPr lang="en-IN" sz="2800" dirty="0" err="1"/>
              <a:t>newNode</a:t>
            </a:r>
            <a:r>
              <a:rPr lang="en-IN" sz="2800" dirty="0"/>
              <a:t>-&gt;next = last-&gt;next;</a:t>
            </a:r>
          </a:p>
          <a:p>
            <a:r>
              <a:rPr lang="en-IN" sz="2800" dirty="0"/>
              <a:t>        last-&gt;next = </a:t>
            </a:r>
            <a:r>
              <a:rPr lang="en-IN" sz="2800" dirty="0" err="1"/>
              <a:t>newNode</a:t>
            </a:r>
            <a:r>
              <a:rPr lang="en-IN" sz="2800" dirty="0"/>
              <a:t>;</a:t>
            </a:r>
          </a:p>
          <a:p>
            <a:r>
              <a:rPr lang="en-IN" sz="2800" dirty="0"/>
              <a:t>    }</a:t>
            </a:r>
          </a:p>
          <a:p>
            <a:r>
              <a:rPr lang="en-IN" sz="2800" dirty="0"/>
              <a:t>    return last;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795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2A34-A288-265F-EE93-430E6656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728BE0-A5DB-9A8A-2BA7-3896D32EA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11A316-86DB-321C-F03F-0F5A568E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D5FBBF-ABB3-BBAA-1E2C-1E560A418C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9FF9E7-A42D-856C-4F18-F4E0C4C6E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50D772-6DAB-93BB-4DCB-F2328EEDE0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9C3E09-90B4-6618-0DA3-99418B5B7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320B6E60-4981-2344-4B59-67D49E91F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9FA9B-D15F-52EE-7B3A-167E7A7E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7DA11-861C-C198-7954-A8BEB743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59C33FE-917C-20CE-868C-942BE7AD0C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012527E-9B92-8F73-4185-91C9D20E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911687"/>
          </a:xfrm>
        </p:spPr>
        <p:txBody>
          <a:bodyPr>
            <a:normAutofit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r>
              <a:rPr lang="en-US" sz="2800" b="1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  <a:t>Insert at End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615613-9419-D029-4C87-AEAC8EE60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74FA57-A8FF-8FB5-A892-645F18B82101}"/>
              </a:ext>
            </a:extLst>
          </p:cNvPr>
          <p:cNvSpPr txBox="1"/>
          <p:nvPr/>
        </p:nvSpPr>
        <p:spPr>
          <a:xfrm>
            <a:off x="1687287" y="1671035"/>
            <a:ext cx="80989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Insert at End</a:t>
            </a:r>
          </a:p>
          <a:p>
            <a:r>
              <a:rPr lang="en-IN" dirty="0"/>
              <a:t>struct Node* </a:t>
            </a:r>
            <a:r>
              <a:rPr lang="en-IN" dirty="0" err="1"/>
              <a:t>insertAtEnd</a:t>
            </a:r>
            <a:r>
              <a:rPr lang="en-IN" dirty="0"/>
              <a:t>(struct Node* last, int data) {</a:t>
            </a:r>
          </a:p>
          <a:p>
            <a:r>
              <a:rPr lang="en-IN" dirty="0"/>
              <a:t>    struct Node* </a:t>
            </a:r>
            <a:r>
              <a:rPr lang="en-IN" dirty="0" err="1"/>
              <a:t>newNode</a:t>
            </a:r>
            <a:r>
              <a:rPr lang="en-IN" dirty="0"/>
              <a:t> = </a:t>
            </a:r>
            <a:r>
              <a:rPr lang="en-IN" dirty="0" err="1"/>
              <a:t>createNode</a:t>
            </a:r>
            <a:r>
              <a:rPr lang="en-IN" dirty="0"/>
              <a:t>(data);</a:t>
            </a:r>
          </a:p>
          <a:p>
            <a:r>
              <a:rPr lang="en-IN" dirty="0"/>
              <a:t>    if (last == NULL) {</a:t>
            </a:r>
          </a:p>
          <a:p>
            <a:r>
              <a:rPr lang="en-IN" dirty="0"/>
              <a:t>        last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     last-&gt;next = last;</a:t>
            </a:r>
          </a:p>
          <a:p>
            <a:r>
              <a:rPr lang="en-IN" dirty="0"/>
              <a:t>    } else {</a:t>
            </a:r>
          </a:p>
          <a:p>
            <a:r>
              <a:rPr lang="en-IN" dirty="0"/>
              <a:t>        </a:t>
            </a:r>
            <a:r>
              <a:rPr lang="en-IN" dirty="0" err="1"/>
              <a:t>newNode</a:t>
            </a:r>
            <a:r>
              <a:rPr lang="en-IN" dirty="0"/>
              <a:t>-&gt;next = last-&gt;next;</a:t>
            </a:r>
          </a:p>
          <a:p>
            <a:r>
              <a:rPr lang="en-IN" dirty="0"/>
              <a:t>        last-&gt;next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     last = </a:t>
            </a:r>
            <a:r>
              <a:rPr lang="en-IN" dirty="0" err="1"/>
              <a:t>newNode</a:t>
            </a:r>
            <a:r>
              <a:rPr lang="en-IN" dirty="0"/>
              <a:t>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last;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661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7122-5237-96FA-E5EA-C89A45A7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F7F2-CAC8-D70D-6289-DEEA31EE3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CF1F-B2E6-F735-7199-3E1E228D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510230-8DD5-4BA5-AB2D-CA30FC08F9D7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CB20B91-9F94-50B7-4E6E-B9875040DC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016334-3BD4-5197-F3E1-BE0F297D1EB6}"/>
              </a:ext>
            </a:extLst>
          </p:cNvPr>
          <p:cNvSpPr txBox="1"/>
          <p:nvPr/>
        </p:nvSpPr>
        <p:spPr>
          <a:xfrm>
            <a:off x="5480957" y="327812"/>
            <a:ext cx="35541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Beginning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90434-322E-E598-20B3-ECDBF9F260E4}"/>
              </a:ext>
            </a:extLst>
          </p:cNvPr>
          <p:cNvSpPr txBox="1"/>
          <p:nvPr/>
        </p:nvSpPr>
        <p:spPr>
          <a:xfrm>
            <a:off x="2324100" y="1582340"/>
            <a:ext cx="7543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Delete from Beginning</a:t>
            </a:r>
          </a:p>
          <a:p>
            <a:r>
              <a:rPr lang="en-US" dirty="0"/>
              <a:t>struct Node* </a:t>
            </a:r>
            <a:r>
              <a:rPr lang="en-US" dirty="0" err="1"/>
              <a:t>deleteFirstNode</a:t>
            </a:r>
            <a:r>
              <a:rPr lang="en-US" dirty="0"/>
              <a:t>(struct Node* last) {</a:t>
            </a:r>
          </a:p>
          <a:p>
            <a:r>
              <a:rPr lang="en-US" dirty="0"/>
              <a:t>    if (last == NULL) return NULL;</a:t>
            </a:r>
          </a:p>
          <a:p>
            <a:r>
              <a:rPr lang="en-US" dirty="0"/>
              <a:t>    struct Node* head = last-&gt;next;</a:t>
            </a:r>
          </a:p>
          <a:p>
            <a:r>
              <a:rPr lang="en-US" dirty="0"/>
              <a:t>    if (head == last) {</a:t>
            </a:r>
          </a:p>
          <a:p>
            <a:r>
              <a:rPr lang="en-US" dirty="0"/>
              <a:t>        free(last);</a:t>
            </a:r>
          </a:p>
          <a:p>
            <a:r>
              <a:rPr lang="en-US" dirty="0"/>
              <a:t>        last = NULL;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last-&gt;next = head-&gt;next;</a:t>
            </a:r>
          </a:p>
          <a:p>
            <a:r>
              <a:rPr lang="en-US" dirty="0"/>
              <a:t>        free(head);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last;</a:t>
            </a:r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096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3"/>
            <a:ext cx="6858000" cy="55436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End</a:t>
            </a:r>
            <a:br>
              <a:rPr lang="en-IN" sz="2800" dirty="0"/>
            </a:br>
            <a:br>
              <a:rPr lang="en-US" sz="2800" dirty="0">
                <a:solidFill>
                  <a:srgbClr val="312F2B"/>
                </a:solidFill>
                <a:ea typeface="Gelasio" pitchFamily="34" charset="-122"/>
                <a:cs typeface="Gelasio" pitchFamily="34" charset="-120"/>
              </a:rPr>
            </a:b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679CA29-2B49-9D6B-4808-35E3E50AA4BC}"/>
              </a:ext>
            </a:extLst>
          </p:cNvPr>
          <p:cNvSpPr txBox="1"/>
          <p:nvPr/>
        </p:nvSpPr>
        <p:spPr>
          <a:xfrm>
            <a:off x="2105478" y="1229364"/>
            <a:ext cx="752837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Delete from End</a:t>
            </a:r>
          </a:p>
          <a:p>
            <a:r>
              <a:rPr lang="en-IN" dirty="0"/>
              <a:t>struct Node* </a:t>
            </a:r>
            <a:r>
              <a:rPr lang="en-IN" dirty="0" err="1"/>
              <a:t>deleteLastNode</a:t>
            </a:r>
            <a:r>
              <a:rPr lang="en-IN" dirty="0"/>
              <a:t>(struct Node* last) {</a:t>
            </a:r>
          </a:p>
          <a:p>
            <a:r>
              <a:rPr lang="en-IN" dirty="0"/>
              <a:t>    if (last == NULL) return NULL;</a:t>
            </a:r>
          </a:p>
          <a:p>
            <a:r>
              <a:rPr lang="en-IN" dirty="0"/>
              <a:t>    struct Node* head = last-&gt;next;</a:t>
            </a:r>
          </a:p>
          <a:p>
            <a:r>
              <a:rPr lang="en-IN" dirty="0"/>
              <a:t>    if (head == last) {</a:t>
            </a:r>
          </a:p>
          <a:p>
            <a:r>
              <a:rPr lang="en-IN" dirty="0"/>
              <a:t>        free(last);</a:t>
            </a:r>
          </a:p>
          <a:p>
            <a:r>
              <a:rPr lang="en-IN" dirty="0"/>
              <a:t>        last = NULL;</a:t>
            </a:r>
          </a:p>
          <a:p>
            <a:r>
              <a:rPr lang="en-IN" dirty="0"/>
              <a:t>    } else {</a:t>
            </a:r>
          </a:p>
          <a:p>
            <a:r>
              <a:rPr lang="en-IN" dirty="0"/>
              <a:t>        struct Node* </a:t>
            </a:r>
            <a:r>
              <a:rPr lang="en-IN" dirty="0" err="1"/>
              <a:t>curr</a:t>
            </a:r>
            <a:r>
              <a:rPr lang="en-IN" dirty="0"/>
              <a:t> = head;</a:t>
            </a:r>
          </a:p>
          <a:p>
            <a:r>
              <a:rPr lang="en-IN" dirty="0"/>
              <a:t>        while (</a:t>
            </a:r>
            <a:r>
              <a:rPr lang="en-IN" dirty="0" err="1"/>
              <a:t>curr</a:t>
            </a:r>
            <a:r>
              <a:rPr lang="en-IN" dirty="0"/>
              <a:t>-&gt;next != last) {</a:t>
            </a:r>
          </a:p>
          <a:p>
            <a:r>
              <a:rPr lang="en-IN" dirty="0"/>
              <a:t>            </a:t>
            </a:r>
            <a:r>
              <a:rPr lang="en-IN" dirty="0" err="1"/>
              <a:t>curr</a:t>
            </a:r>
            <a:r>
              <a:rPr lang="en-IN" dirty="0"/>
              <a:t> = </a:t>
            </a:r>
            <a:r>
              <a:rPr lang="en-IN" dirty="0" err="1"/>
              <a:t>curr</a:t>
            </a:r>
            <a:r>
              <a:rPr lang="en-IN" dirty="0"/>
              <a:t>-&gt;next;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</a:t>
            </a:r>
            <a:r>
              <a:rPr lang="en-IN" dirty="0" err="1"/>
              <a:t>curr</a:t>
            </a:r>
            <a:r>
              <a:rPr lang="en-IN" dirty="0"/>
              <a:t>-&gt;next = head;</a:t>
            </a:r>
          </a:p>
          <a:p>
            <a:r>
              <a:rPr lang="en-IN" dirty="0"/>
              <a:t>        free(last);</a:t>
            </a:r>
          </a:p>
          <a:p>
            <a:r>
              <a:rPr lang="en-IN" dirty="0"/>
              <a:t>        last = </a:t>
            </a:r>
            <a:r>
              <a:rPr lang="en-IN" dirty="0" err="1"/>
              <a:t>curr</a:t>
            </a:r>
            <a:r>
              <a:rPr lang="en-IN" dirty="0"/>
              <a:t>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last;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074D-3915-5A14-279C-8518C0CB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9B60DC-D11C-8A12-0235-D8C1FB86D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76ADC6-0FFC-0481-DA55-10B46AE06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E5496D-3CA5-D41D-A6A2-9BCCE9509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F9F3AD0-2BD8-5F72-BD0B-24F46C83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DE4696-2CE4-8919-9438-656AE09C9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402380-A451-BFE5-D4DF-313DEC9CD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05085E0B-528C-30FE-04CC-5A8A36E88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0C6A1-B81D-A7EF-DA97-70683B04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FE754-98EC-9E61-3CB3-DC1EEF33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0733B14-2A2B-A960-56D6-C060F228FE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D6442A-8A80-6031-EE80-198445B7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15686"/>
            <a:ext cx="6858000" cy="468905"/>
          </a:xfrm>
        </p:spPr>
        <p:txBody>
          <a:bodyPr>
            <a:noAutofit/>
          </a:bodyPr>
          <a:lstStyle/>
          <a:p>
            <a:pPr algn="ctr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Circular Linked List</a:t>
            </a:r>
            <a:endParaRPr lang="en-US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359DB-BB00-3792-9C02-C4AEB0A9E635}"/>
              </a:ext>
            </a:extLst>
          </p:cNvPr>
          <p:cNvSpPr txBox="1"/>
          <p:nvPr/>
        </p:nvSpPr>
        <p:spPr>
          <a:xfrm>
            <a:off x="1480458" y="1617118"/>
            <a:ext cx="83100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Display the Circular Linked List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display(struct Node* last) {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(last == NULL) {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("List is empty\n");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struct Node* temp = last-&gt;next;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do {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 temp-&gt;data);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temp = temp-&gt;next;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while (temp != last-&gt;next);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("\n");</a:t>
            </a:r>
          </a:p>
          <a:p>
            <a:pPr lvl="0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lvl="0"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CA5B0C-8244-0C2E-505A-41FFC086E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3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559F-DCCE-71B4-5D6A-EFE7AE6F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7C2895-8638-AE0A-14C8-827C108CB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F623C9-8865-6347-DFD5-6012C5965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4E288E2-6DF7-6BCD-3DED-3AF4C6BEE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05DCE6-7804-E56C-57EC-9996F9991B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C1A9B0-4387-DDFA-4917-BF88729C9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65CF9134-5739-78B1-5D2D-0FD053374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A70F544C-AFF2-D4FE-56E2-C87D7A1F8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7ED24-4E9B-7F8A-50BA-1FC50215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15A81-ED37-0AF7-ED76-05EE67F6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F93C83C-6BAC-DC9A-4757-59D7B0E938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BA11A5D-B9FE-C9A6-9C24-0CB9975F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315686"/>
            <a:ext cx="6858000" cy="468905"/>
          </a:xfrm>
        </p:spPr>
        <p:txBody>
          <a:bodyPr>
            <a:noAutofit/>
          </a:bodyPr>
          <a:lstStyle/>
          <a:p>
            <a:pPr algn="ctr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code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B5B0A6-149E-B636-E7DF-921D92F16695}"/>
              </a:ext>
            </a:extLst>
          </p:cNvPr>
          <p:cNvSpPr txBox="1"/>
          <p:nvPr/>
        </p:nvSpPr>
        <p:spPr>
          <a:xfrm>
            <a:off x="1360713" y="1079982"/>
            <a:ext cx="804454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Driver code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struct Node* last = NULL;</a:t>
            </a:r>
          </a:p>
          <a:p>
            <a:pPr lvl="0"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Insert at end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last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insertAtEnd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(last, 10);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last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insertAtEnd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(last, 20);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last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insertAtEnd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(last, 30);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("List after inserting at end: ");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display(last);</a:t>
            </a:r>
          </a:p>
          <a:p>
            <a:pPr lvl="0"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Insert at beginning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last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insertAtBegin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(last, 5);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("List after inserting at beginning: ");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display(last);</a:t>
            </a:r>
          </a:p>
          <a:p>
            <a:pPr lvl="0"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Delete from beginning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last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deleteFirstNode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(last);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("List after deleting first node: ");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display(last);</a:t>
            </a:r>
          </a:p>
          <a:p>
            <a:pPr lvl="0"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Delete from end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last =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deleteLastNode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(last);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("List after deleting last node: ");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display(last);</a:t>
            </a:r>
          </a:p>
          <a:p>
            <a:pPr lvl="0"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lvl="0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6FB0BC-BA37-01ED-3E56-B885C161D1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276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69DEB8-4372-CDAA-DEFB-BD963835C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686" y="1719067"/>
            <a:ext cx="8196943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032D0A-93FD-FD86-9356-05D2FD637B1A}"/>
              </a:ext>
            </a:extLst>
          </p:cNvPr>
          <p:cNvSpPr txBox="1"/>
          <p:nvPr/>
        </p:nvSpPr>
        <p:spPr>
          <a:xfrm>
            <a:off x="1513115" y="2073297"/>
            <a:ext cx="78377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has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next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last node points to the first, forming a circle.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at Beginning/End: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 last-&gt;next and update last if inserting at 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from Beginning/End: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the target node and update pointers to maintain circularity.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 from last-&gt;next (head) and traverse until back at head.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queue-like operations, round-robin tasks, and scenarios needing circular traversal.</a:t>
            </a:r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73FD0-9E9D-09AF-1AC2-DC23786E5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BF91D34-FAA6-F3F6-7DE5-F8827F4C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6647041" cy="113605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  <a:b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435894-8CBE-9F8D-3BDD-5AF45C29C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4C27-2D57-C150-8E8A-C098AEE3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8BE0D9A-064A-C4E2-E26D-0EB530F449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D18A1A0-4298-7956-A717-7D09BFC0AF57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E26E4524-EFE9-A9CF-2A15-8FC009550D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4447989"/>
              </p:ext>
            </p:extLst>
          </p:nvPr>
        </p:nvGraphicFramePr>
        <p:xfrm>
          <a:off x="318863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CE579EA-EEB8-2C85-0AE4-F23062EF2F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 </a:t>
            </a:r>
            <a:r>
              <a:rPr lang="en-IN" sz="3200" b="1" dirty="0"/>
              <a:t>Polynomial Representation 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3252</TotalTime>
  <Words>1096</Words>
  <Application>Microsoft Office PowerPoint</Application>
  <PresentationFormat>Widescreen</PresentationFormat>
  <Paragraphs>202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Gelasio</vt:lpstr>
      <vt:lpstr>Georgia</vt:lpstr>
      <vt:lpstr>Lato</vt:lpstr>
      <vt:lpstr>Tahoma</vt:lpstr>
      <vt:lpstr>Times New Roman</vt:lpstr>
      <vt:lpstr>Office Theme</vt:lpstr>
      <vt:lpstr>Circular Linked list    Session No.: 20 Course Name: Data Structures Course Code: R1UC308B   Instructor Name: Akhilesh Kumar Tripathi Duration: 50 mins Date of Conduction of Class:        2025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 Introduction  of Circular linked list </vt:lpstr>
      <vt:lpstr>PowerPoint Presentation</vt:lpstr>
      <vt:lpstr>  Insert at Beginning  </vt:lpstr>
      <vt:lpstr> Insert at End</vt:lpstr>
      <vt:lpstr>PowerPoint Presentation</vt:lpstr>
      <vt:lpstr>  Delete from End  </vt:lpstr>
      <vt:lpstr>Display the Circular Linked List</vt:lpstr>
      <vt:lpstr>              Driver code </vt:lpstr>
      <vt:lpstr>PowerPoint Presentation</vt:lpstr>
      <vt:lpstr>PowerPoint Presentation</vt:lpstr>
      <vt:lpstr>Ensure attainment of LO’s in alignment to the learning activities:  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188</cp:revision>
  <dcterms:created xsi:type="dcterms:W3CDTF">2024-08-22T06:33:55Z</dcterms:created>
  <dcterms:modified xsi:type="dcterms:W3CDTF">2025-09-17T07:26:26Z</dcterms:modified>
</cp:coreProperties>
</file>