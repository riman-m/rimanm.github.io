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Play" panose="020B0604020202020204" charset="0"/>
      <p:regular r:id="rId28"/>
      <p:bold r:id="rId29"/>
    </p:embeddedFont>
    <p:embeddedFont>
      <p:font typeface="Tahoma" panose="020B0604030504040204" pitchFamily="3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VexULffPtoZMveTfE+O3nF2Wn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 blue and purple dot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lang="en-IN" sz="36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Tree Traversal Algorithms: </a:t>
            </a:r>
            <a:br>
              <a:rPr lang="en-IN" sz="36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36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In-order, Pre-order, and Post order</a:t>
            </a:r>
            <a:br>
              <a:rPr lang="en-IN" sz="54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Session No.: 34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Name: Data Structures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IN" sz="1800" b="1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R1UC308B </a:t>
            </a:r>
            <a:r>
              <a:rPr lang="en-IN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IN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Instructor Name: Akhilesh Tripathi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Date of Conduction of Class:</a:t>
            </a:r>
            <a:endParaRPr sz="48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96" name="Google Shape;96;p1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3174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04" name="Google Shape;104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22739" y="1354784"/>
            <a:ext cx="1081055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Pre-Requisite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What is a binary tree?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What do we mean by 'visiting' a node?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 flipH="1">
            <a:off x="10659361" y="1080898"/>
            <a:ext cx="10731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114" name="Google Shape;114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3169170" y="899733"/>
            <a:ext cx="60935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 Session Assessment</a:t>
            </a:r>
            <a:endParaRPr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/>
          <p:nvPr/>
        </p:nvSpPr>
        <p:spPr>
          <a:xfrm>
            <a:off x="10677200" y="1095420"/>
            <a:ext cx="1037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 mins]</a:t>
            </a:r>
            <a:endParaRPr/>
          </a:p>
        </p:txBody>
      </p:sp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0889B32A-D26B-4459-DA43-FDA573B8C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448" y="1990651"/>
            <a:ext cx="10751103" cy="3593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25" name="Google Shape;125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598517" y="4956020"/>
            <a:ext cx="10994966" cy="1400330"/>
          </a:xfrm>
          <a:prstGeom prst="rec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“Look at the company chart. The CEO is at the top, then come the managers, and then their teams. There are different possible ways to visit everyone in order.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figure out how many distinct visiting orders there are, and describe them?</a:t>
            </a:r>
            <a:endParaRPr/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911442"/>
            <a:ext cx="7818120" cy="3812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34" name="Google Shape;1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35" name="Google Shape;13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[10-mins]</a:t>
            </a:r>
            <a:endParaRPr/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200966" y="1144380"/>
            <a:ext cx="11582627" cy="1202580"/>
          </a:xfrm>
          <a:prstGeom prst="rec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“Look at the company chart. The CEO is at the top, then come the managers, and then their teams. There are different possible ways to visit everyone in order.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figure out how many distinct visiting orders there are, and describe them?</a:t>
            </a:r>
            <a:endParaRPr/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965" y="2373312"/>
            <a:ext cx="11582627" cy="398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IN" sz="3600">
                <a:latin typeface="Tahoma"/>
                <a:ea typeface="Tahoma"/>
                <a:cs typeface="Tahoma"/>
                <a:sym typeface="Tahoma"/>
              </a:rPr>
              <a:t>Learning Outcomes</a:t>
            </a:r>
            <a:endParaRPr/>
          </a:p>
        </p:txBody>
      </p:sp>
      <p:sp>
        <p:nvSpPr>
          <p:cNvPr id="145" name="Google Shape;14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46" name="Google Shape;14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47" name="Google Shape;147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>
            <a:spLocks noGrp="1"/>
          </p:cNvSpPr>
          <p:nvPr>
            <p:ph type="body" idx="1"/>
          </p:nvPr>
        </p:nvSpPr>
        <p:spPr>
          <a:xfrm>
            <a:off x="375532" y="1435255"/>
            <a:ext cx="10820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 u="sng">
                <a:latin typeface="Tahoma"/>
                <a:ea typeface="Tahoma"/>
                <a:cs typeface="Tahoma"/>
                <a:sym typeface="Tahoma"/>
              </a:rPr>
              <a:t>By the end of this session, You will be able to:</a:t>
            </a:r>
            <a:endParaRPr/>
          </a:p>
        </p:txBody>
      </p:sp>
      <p:grpSp>
        <p:nvGrpSpPr>
          <p:cNvPr id="149" name="Google Shape;149;p6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150" name="Google Shape;150;p6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675" tIns="170675" rIns="170675" bIns="170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Find out the traversal order in  </a:t>
              </a:r>
              <a:r>
                <a:rPr lang="en-IN" sz="2400">
                  <a:solidFill>
                    <a:schemeClr val="lt1"/>
                  </a:solidFill>
                </a:rPr>
                <a:t>the given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IN" sz="2400">
                  <a:solidFill>
                    <a:schemeClr val="lt1"/>
                  </a:solidFill>
                </a:rPr>
                <a:t>tree diagram.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6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675" tIns="170675" rIns="170675" bIns="170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Explain </a:t>
              </a:r>
              <a:r>
                <a:rPr lang="en-IN" sz="2400">
                  <a:solidFill>
                    <a:schemeClr val="lt1"/>
                  </a:solidFill>
                </a:rPr>
                <a:t>the basic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steps of </a:t>
              </a:r>
              <a:r>
                <a:rPr lang="en-IN" sz="2400">
                  <a:solidFill>
                    <a:schemeClr val="lt1"/>
                  </a:solidFill>
                </a:rPr>
                <a:t>in-order,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IN" sz="2400">
                  <a:solidFill>
                    <a:schemeClr val="lt1"/>
                  </a:solidFill>
                </a:rPr>
                <a:t>pre-order,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lang="en-IN" sz="2400">
                  <a:solidFill>
                    <a:schemeClr val="lt1"/>
                  </a:solidFill>
                </a:rPr>
                <a:t>post-order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traversal.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4" name="Google Shape;15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60" name="Google Shape;16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61" name="Google Shape;16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/>
        </p:nvSpPr>
        <p:spPr>
          <a:xfrm>
            <a:off x="727756" y="1219889"/>
            <a:ext cx="10468176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Outline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Opening Question and Activity-1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Concepts and Definitions :Tree Traversal Algorithms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of Tree Traversal Algorithms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of Tree Traversal Algorithms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Activity-2 : Problem Solving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Reinforce learning through an interactive Wooflash/Wooclap tools.</a:t>
            </a:r>
            <a:endParaRPr/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8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70" name="Google Shape;170;p8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176" name="Google Shape;176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 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5934" y="1435808"/>
            <a:ext cx="8615680" cy="372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 txBox="1"/>
          <p:nvPr/>
        </p:nvSpPr>
        <p:spPr>
          <a:xfrm>
            <a:off x="10622280" y="1066476"/>
            <a:ext cx="1188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[15-mins]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9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87" name="Google Shape;187;p9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194" name="Google Shape;194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6" name="Google Shape;19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061" y="1308092"/>
            <a:ext cx="8580120" cy="324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009" y="4548902"/>
            <a:ext cx="7302669" cy="1001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10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05" name="Google Shape;205;p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211" name="Google Shape;211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3" name="Google Shape;21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3434" y="1369915"/>
            <a:ext cx="815848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11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21" name="Google Shape;221;p11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227" name="Google Shape;227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9" name="Google Shape;22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9680" y="1319989"/>
            <a:ext cx="8442960" cy="4218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12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37" name="Google Shape;237;p12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243" name="Google Shape;243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2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5" name="Google Shape;24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1302" y="1246870"/>
            <a:ext cx="8348941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1302" y="2610541"/>
            <a:ext cx="5758415" cy="221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"/>
          <p:cNvSpPr txBox="1">
            <a:spLocks noGrp="1"/>
          </p:cNvSpPr>
          <p:nvPr>
            <p:ph type="title"/>
          </p:nvPr>
        </p:nvSpPr>
        <p:spPr>
          <a:xfrm>
            <a:off x="838200" y="977603"/>
            <a:ext cx="10515600" cy="71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IN" sz="3600"/>
              <a:t>Real-World Applications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54" name="Google Shape;25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pic>
        <p:nvPicPr>
          <p:cNvPr id="255" name="Google Shape;2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39" y="185738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3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Deleting/freeing nodes in memory safely (used in garbage collection).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Evaluating expression trees (postfix notation).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bottom-up algorithms (e.g., calculating height, subtree values).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39" y="185738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4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1139845"/>
            <a:ext cx="9173606" cy="496323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4"/>
          <p:cNvSpPr txBox="1"/>
          <p:nvPr/>
        </p:nvSpPr>
        <p:spPr>
          <a:xfrm>
            <a:off x="4266763" y="6048573"/>
            <a:ext cx="72847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First Visit: Pre, Second Visit:In, Third Visit: Post, Level Visit</a:t>
            </a:r>
            <a:endParaRPr sz="1400" b="1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73" name="Google Shape;2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74" name="Google Shape;274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5"/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[10-mins]</a:t>
            </a:r>
            <a:endParaRPr/>
          </a:p>
        </p:txBody>
      </p:sp>
      <p:pic>
        <p:nvPicPr>
          <p:cNvPr id="276" name="Google Shape;27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5"/>
          <p:cNvSpPr txBox="1"/>
          <p:nvPr/>
        </p:nvSpPr>
        <p:spPr>
          <a:xfrm>
            <a:off x="3761668" y="760220"/>
            <a:ext cx="66801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Activity-2</a:t>
            </a:r>
            <a:endParaRPr/>
          </a:p>
        </p:txBody>
      </p:sp>
      <p:pic>
        <p:nvPicPr>
          <p:cNvPr id="278" name="Google Shape;278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2749" y="1626362"/>
            <a:ext cx="7334460" cy="40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84120" y="2029354"/>
            <a:ext cx="5450840" cy="3253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85" name="Google Shape;28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286" name="Google Shape;286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6"/>
          <p:cNvSpPr txBox="1"/>
          <p:nvPr/>
        </p:nvSpPr>
        <p:spPr>
          <a:xfrm>
            <a:off x="3761668" y="760220"/>
            <a:ext cx="66801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Activity-2 _Solution</a:t>
            </a:r>
            <a:endParaRPr/>
          </a:p>
        </p:txBody>
      </p:sp>
      <p:pic>
        <p:nvPicPr>
          <p:cNvPr id="289" name="Google Shape;28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86560" y="1701727"/>
            <a:ext cx="7965440" cy="3876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95" name="Google Shape;29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pic>
        <p:nvPicPr>
          <p:cNvPr id="296" name="Google Shape;296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7"/>
          <p:cNvSpPr txBox="1"/>
          <p:nvPr/>
        </p:nvSpPr>
        <p:spPr>
          <a:xfrm>
            <a:off x="3169170" y="899733"/>
            <a:ext cx="60935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 Session Assessment</a:t>
            </a:r>
            <a:endParaRPr/>
          </a:p>
        </p:txBody>
      </p:sp>
      <p:pic>
        <p:nvPicPr>
          <p:cNvPr id="298" name="Google Shape;29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/>
          <p:cNvSpPr/>
          <p:nvPr/>
        </p:nvSpPr>
        <p:spPr>
          <a:xfrm>
            <a:off x="10677200" y="1095420"/>
            <a:ext cx="1037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 mins]</a:t>
            </a:r>
            <a:endParaRPr/>
          </a:p>
        </p:txBody>
      </p:sp>
      <p:pic>
        <p:nvPicPr>
          <p:cNvPr id="3" name="Picture 2" descr="A screenshot of a qr code&#10;&#10;AI-generated content may be incorrect.">
            <a:extLst>
              <a:ext uri="{FF2B5EF4-FFF2-40B4-BE49-F238E27FC236}">
                <a16:creationId xmlns:a16="http://schemas.microsoft.com/office/drawing/2014/main" id="{B2DE6EAD-441C-18AE-BFFD-EE9A95233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286" y="1720761"/>
            <a:ext cx="7783893" cy="42375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307" name="Google Shape;307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8"/>
          <p:cNvSpPr txBox="1"/>
          <p:nvPr/>
        </p:nvSpPr>
        <p:spPr>
          <a:xfrm>
            <a:off x="822739" y="821384"/>
            <a:ext cx="103731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09" name="Google Shape;309;p18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[3-mins]</a:t>
            </a:r>
            <a:endParaRPr/>
          </a:p>
        </p:txBody>
      </p:sp>
      <p:pic>
        <p:nvPicPr>
          <p:cNvPr id="310" name="Google Shape;31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0560" y="1415444"/>
            <a:ext cx="5562600" cy="3003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0136" y="3230879"/>
            <a:ext cx="5400138" cy="312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IN" sz="3600">
                <a:latin typeface="Tahoma"/>
                <a:ea typeface="Tahoma"/>
                <a:cs typeface="Tahoma"/>
                <a:sym typeface="Tahoma"/>
              </a:rPr>
              <a:t>Learning Outcomes</a:t>
            </a:r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pic>
        <p:nvPicPr>
          <p:cNvPr id="320" name="Google Shape;320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9"/>
          <p:cNvSpPr txBox="1">
            <a:spLocks noGrp="1"/>
          </p:cNvSpPr>
          <p:nvPr>
            <p:ph type="body" idx="1"/>
          </p:nvPr>
        </p:nvSpPr>
        <p:spPr>
          <a:xfrm>
            <a:off x="375532" y="1435255"/>
            <a:ext cx="10820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 u="sng">
                <a:latin typeface="Tahoma"/>
                <a:ea typeface="Tahoma"/>
                <a:cs typeface="Tahoma"/>
                <a:sym typeface="Tahoma"/>
              </a:rPr>
              <a:t>By the end of this session, You will be able to:</a:t>
            </a:r>
            <a:endParaRPr/>
          </a:p>
        </p:txBody>
      </p:sp>
      <p:grpSp>
        <p:nvGrpSpPr>
          <p:cNvPr id="322" name="Google Shape;322;p19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323" name="Google Shape;323;p19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9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675" tIns="170675" rIns="170675" bIns="170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Find out the traversal order in  </a:t>
              </a:r>
              <a:r>
                <a:rPr lang="en-IN" sz="2400">
                  <a:solidFill>
                    <a:schemeClr val="lt1"/>
                  </a:solidFill>
                </a:rPr>
                <a:t>the given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IN" sz="2400">
                  <a:solidFill>
                    <a:schemeClr val="lt1"/>
                  </a:solidFill>
                </a:rPr>
                <a:t>tree diagram.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9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0675" tIns="170675" rIns="170675" bIns="170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Explain </a:t>
              </a:r>
              <a:r>
                <a:rPr lang="en-IN" sz="2400">
                  <a:solidFill>
                    <a:schemeClr val="lt1"/>
                  </a:solidFill>
                </a:rPr>
                <a:t>the basic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steps of </a:t>
              </a:r>
              <a:r>
                <a:rPr lang="en-IN" sz="2400">
                  <a:solidFill>
                    <a:schemeClr val="lt1"/>
                  </a:solidFill>
                </a:rPr>
                <a:t>in-order,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IN" sz="2400">
                  <a:solidFill>
                    <a:schemeClr val="lt1"/>
                  </a:solidFill>
                </a:rPr>
                <a:t>pre-order,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lang="en-IN" sz="2400">
                  <a:solidFill>
                    <a:schemeClr val="lt1"/>
                  </a:solidFill>
                </a:rPr>
                <a:t>post-order</a:t>
              </a:r>
              <a:r>
                <a:rPr lang="en-IN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traversal.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7" name="Google Shape;32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pic>
        <p:nvPicPr>
          <p:cNvPr id="334" name="Google Shape;334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0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[1-min]</a:t>
            </a:r>
            <a:endParaRPr/>
          </a:p>
        </p:txBody>
      </p:sp>
      <p:pic>
        <p:nvPicPr>
          <p:cNvPr id="336" name="Google Shape;33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0"/>
          <p:cNvSpPr/>
          <p:nvPr/>
        </p:nvSpPr>
        <p:spPr>
          <a:xfrm>
            <a:off x="852566" y="1697335"/>
            <a:ext cx="99060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Session: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Constructing Binary Tree from given Tree Traversal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43" name="Google Shape;34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pic>
        <p:nvPicPr>
          <p:cNvPr id="344" name="Google Shape;344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1"/>
          <p:cNvSpPr txBox="1"/>
          <p:nvPr/>
        </p:nvSpPr>
        <p:spPr>
          <a:xfrm>
            <a:off x="674913" y="1071593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IN"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/>
          </a:p>
        </p:txBody>
      </p:sp>
      <p:pic>
        <p:nvPicPr>
          <p:cNvPr id="347" name="Google Shape;347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6313" y="1992505"/>
            <a:ext cx="10539373" cy="2872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470</Words>
  <Application>Microsoft Office PowerPoint</Application>
  <PresentationFormat>Widescreen</PresentationFormat>
  <Paragraphs>94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Georgia</vt:lpstr>
      <vt:lpstr>Calibri</vt:lpstr>
      <vt:lpstr>Arial</vt:lpstr>
      <vt:lpstr>Play</vt:lpstr>
      <vt:lpstr>Tahoma</vt:lpstr>
      <vt:lpstr>Times New Roman</vt:lpstr>
      <vt:lpstr>Office Theme</vt:lpstr>
      <vt:lpstr>Tree Traversal Algorithms:  In-order, Pre-order, and Post order   Session No.: 34 Course Name: Data Structures Course Code: R1UC308B   Instructor Name: Akhilesh Tripathi Duration: 50 mins Date of Conduction of Class:</vt:lpstr>
      <vt:lpstr>PowerPoint Presentation</vt:lpstr>
      <vt:lpstr>PowerPoint Presentation</vt:lpstr>
      <vt:lpstr>PowerPoint Presentation</vt:lpstr>
      <vt:lpstr>PowerPoint Presentation</vt:lpstr>
      <vt:lpstr>Learning Outcomes</vt:lpstr>
      <vt:lpstr>PowerPoint Presentation</vt:lpstr>
      <vt:lpstr>Concept and Definition  </vt:lpstr>
      <vt:lpstr>Concept and Definition</vt:lpstr>
      <vt:lpstr>Concept and Definition</vt:lpstr>
      <vt:lpstr>Concept and Definition</vt:lpstr>
      <vt:lpstr>Concept and Definition</vt:lpstr>
      <vt:lpstr>Real-World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akhilesh tripathi</cp:lastModifiedBy>
  <cp:revision>3</cp:revision>
  <dcterms:created xsi:type="dcterms:W3CDTF">2024-08-22T06:33:55Z</dcterms:created>
  <dcterms:modified xsi:type="dcterms:W3CDTF">2025-12-22T05:20:43Z</dcterms:modified>
</cp:coreProperties>
</file>