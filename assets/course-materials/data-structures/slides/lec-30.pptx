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82" r:id="rId3"/>
    <p:sldId id="297" r:id="rId4"/>
    <p:sldId id="292" r:id="rId5"/>
    <p:sldId id="293" r:id="rId6"/>
    <p:sldId id="290" r:id="rId7"/>
    <p:sldId id="294" r:id="rId8"/>
    <p:sldId id="260" r:id="rId9"/>
    <p:sldId id="303" r:id="rId10"/>
    <p:sldId id="304" r:id="rId11"/>
    <p:sldId id="309" r:id="rId12"/>
    <p:sldId id="310" r:id="rId13"/>
    <p:sldId id="307" r:id="rId14"/>
    <p:sldId id="305" r:id="rId15"/>
    <p:sldId id="308" r:id="rId16"/>
    <p:sldId id="306" r:id="rId17"/>
    <p:sldId id="295" r:id="rId18"/>
    <p:sldId id="298" r:id="rId19"/>
    <p:sldId id="262" r:id="rId20"/>
    <p:sldId id="288" r:id="rId21"/>
    <p:sldId id="299" r:id="rId22"/>
    <p:sldId id="300" r:id="rId23"/>
    <p:sldId id="301" r:id="rId24"/>
    <p:sldId id="30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nupam Kumar Sharma" userId="550e56936179f404" providerId="LiveId" clId="{A3230177-DABA-49D4-AB5C-04BB74AFD6EE}"/>
    <pc:docChg chg="modSld">
      <pc:chgData name="Dr. Anupam Kumar Sharma" userId="550e56936179f404" providerId="LiveId" clId="{A3230177-DABA-49D4-AB5C-04BB74AFD6EE}" dt="2025-02-08T06:24:43.247" v="62" actId="20577"/>
      <pc:docMkLst>
        <pc:docMk/>
      </pc:docMkLst>
      <pc:sldChg chg="modSp mod">
        <pc:chgData name="Dr. Anupam Kumar Sharma" userId="550e56936179f404" providerId="LiveId" clId="{A3230177-DABA-49D4-AB5C-04BB74AFD6EE}" dt="2025-02-08T06:23:49.386" v="0" actId="20577"/>
        <pc:sldMkLst>
          <pc:docMk/>
          <pc:sldMk cId="2766167463" sldId="262"/>
        </pc:sldMkLst>
        <pc:spChg chg="mod">
          <ac:chgData name="Dr. Anupam Kumar Sharma" userId="550e56936179f404" providerId="LiveId" clId="{A3230177-DABA-49D4-AB5C-04BB74AFD6EE}" dt="2025-02-08T06:23:49.386" v="0" actId="20577"/>
          <ac:spMkLst>
            <pc:docMk/>
            <pc:sldMk cId="2766167463" sldId="262"/>
            <ac:spMk id="4" creationId="{C97E1C1E-F10A-E4F4-6797-225812D669BF}"/>
          </ac:spMkLst>
        </pc:spChg>
      </pc:sldChg>
      <pc:sldChg chg="modSp mod">
        <pc:chgData name="Dr. Anupam Kumar Sharma" userId="550e56936179f404" providerId="LiveId" clId="{A3230177-DABA-49D4-AB5C-04BB74AFD6EE}" dt="2025-02-08T06:24:43.247" v="62" actId="20577"/>
        <pc:sldMkLst>
          <pc:docMk/>
          <pc:sldMk cId="1311328748" sldId="284"/>
        </pc:sldMkLst>
        <pc:spChg chg="mod">
          <ac:chgData name="Dr. Anupam Kumar Sharma" userId="550e56936179f404" providerId="LiveId" clId="{A3230177-DABA-49D4-AB5C-04BB74AFD6EE}" dt="2025-02-08T06:24:43.247" v="62" actId="20577"/>
          <ac:spMkLst>
            <pc:docMk/>
            <pc:sldMk cId="1311328748" sldId="284"/>
            <ac:spMk id="10" creationId="{A92BCC8A-DA75-739D-5118-196EB9E2238A}"/>
          </ac:spMkLst>
        </pc:spChg>
      </pc:sldChg>
    </pc:docChg>
  </pc:docChgLst>
  <pc:docChgLst>
    <pc:chgData name="Deepak Gupta" userId="f4ce486c0feb88f7" providerId="LiveId" clId="{677CE2BF-E837-4849-B11C-0944C199F6A4}"/>
    <pc:docChg chg="undo custSel addSld delSld modSld sldOrd">
      <pc:chgData name="Deepak Gupta" userId="f4ce486c0feb88f7" providerId="LiveId" clId="{677CE2BF-E837-4849-B11C-0944C199F6A4}" dt="2024-09-19T16:05:47.471" v="1042" actId="20577"/>
      <pc:docMkLst>
        <pc:docMk/>
      </pc:docMkLst>
      <pc:sldChg chg="addSp delSp modSp mod">
        <pc:chgData name="Deepak Gupta" userId="f4ce486c0feb88f7" providerId="LiveId" clId="{677CE2BF-E837-4849-B11C-0944C199F6A4}" dt="2024-09-19T10:54:48.137" v="896" actId="14100"/>
        <pc:sldMkLst>
          <pc:docMk/>
          <pc:sldMk cId="2827898987" sldId="256"/>
        </pc:sldMkLst>
      </pc:sldChg>
      <pc:sldChg chg="addSp delSp modSp mod">
        <pc:chgData name="Deepak Gupta" userId="f4ce486c0feb88f7" providerId="LiveId" clId="{677CE2BF-E837-4849-B11C-0944C199F6A4}" dt="2024-09-19T13:17:37.213" v="905" actId="20577"/>
        <pc:sldMkLst>
          <pc:docMk/>
          <pc:sldMk cId="2304652768" sldId="257"/>
        </pc:sldMkLst>
      </pc:sldChg>
      <pc:sldChg chg="addSp delSp modSp del mod">
        <pc:chgData name="Deepak Gupta" userId="f4ce486c0feb88f7" providerId="LiveId" clId="{677CE2BF-E837-4849-B11C-0944C199F6A4}" dt="2024-09-19T10:28:20.262" v="603" actId="47"/>
        <pc:sldMkLst>
          <pc:docMk/>
          <pc:sldMk cId="2082919323" sldId="258"/>
        </pc:sldMkLst>
      </pc:sldChg>
      <pc:sldChg chg="addSp delSp modSp mod">
        <pc:chgData name="Deepak Gupta" userId="f4ce486c0feb88f7" providerId="LiveId" clId="{677CE2BF-E837-4849-B11C-0944C199F6A4}" dt="2024-09-19T16:05:37.951" v="1041" actId="20577"/>
        <pc:sldMkLst>
          <pc:docMk/>
          <pc:sldMk cId="2838591685" sldId="259"/>
        </pc:sldMkLst>
      </pc:sldChg>
      <pc:sldChg chg="addSp delSp modSp mod ord">
        <pc:chgData name="Deepak Gupta" userId="f4ce486c0feb88f7" providerId="LiveId" clId="{677CE2BF-E837-4849-B11C-0944C199F6A4}" dt="2024-09-19T13:19:05.241" v="971" actId="20577"/>
        <pc:sldMkLst>
          <pc:docMk/>
          <pc:sldMk cId="3872618460" sldId="260"/>
        </pc:sldMkLst>
      </pc:sldChg>
      <pc:sldChg chg="addSp delSp modSp mod">
        <pc:chgData name="Deepak Gupta" userId="f4ce486c0feb88f7" providerId="LiveId" clId="{677CE2BF-E837-4849-B11C-0944C199F6A4}" dt="2024-09-19T10:49:45.066" v="860" actId="1076"/>
        <pc:sldMkLst>
          <pc:docMk/>
          <pc:sldMk cId="3459659325" sldId="261"/>
        </pc:sldMkLst>
      </pc:sldChg>
      <pc:sldChg chg="addSp delSp modSp mod ord modAnim">
        <pc:chgData name="Deepak Gupta" userId="f4ce486c0feb88f7" providerId="LiveId" clId="{677CE2BF-E837-4849-B11C-0944C199F6A4}" dt="2024-09-19T10:42:32.396" v="827" actId="20577"/>
        <pc:sldMkLst>
          <pc:docMk/>
          <pc:sldMk cId="2766167463" sldId="262"/>
        </pc:sldMkLst>
      </pc:sldChg>
      <pc:sldChg chg="addSp delSp modSp add del mod ord">
        <pc:chgData name="Deepak Gupta" userId="f4ce486c0feb88f7" providerId="LiveId" clId="{677CE2BF-E837-4849-B11C-0944C199F6A4}" dt="2024-09-19T10:49:48.904" v="861" actId="1076"/>
        <pc:sldMkLst>
          <pc:docMk/>
          <pc:sldMk cId="910051450" sldId="263"/>
        </pc:sldMkLst>
      </pc:sldChg>
      <pc:sldChg chg="addSp modSp del">
        <pc:chgData name="Deepak Gupta" userId="f4ce486c0feb88f7" providerId="LiveId" clId="{677CE2BF-E837-4849-B11C-0944C199F6A4}" dt="2024-09-19T09:07:04.651" v="356" actId="47"/>
        <pc:sldMkLst>
          <pc:docMk/>
          <pc:sldMk cId="451014338" sldId="264"/>
        </pc:sldMkLst>
      </pc:sldChg>
      <pc:sldChg chg="addSp delSp modSp del mod modShow">
        <pc:chgData name="Deepak Gupta" userId="f4ce486c0feb88f7" providerId="LiveId" clId="{677CE2BF-E837-4849-B11C-0944C199F6A4}" dt="2024-09-19T10:43:05.663" v="830" actId="47"/>
        <pc:sldMkLst>
          <pc:docMk/>
          <pc:sldMk cId="2876040498" sldId="265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07507446" sldId="266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213006857" sldId="267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424160661" sldId="268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37767190" sldId="269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2876323008" sldId="270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915059173" sldId="271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361921725" sldId="272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087418707" sldId="273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556051784" sldId="274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956341652" sldId="275"/>
        </pc:sldMkLst>
      </pc:sldChg>
      <pc:sldChg chg="addSp delSp modSp mod">
        <pc:chgData name="Deepak Gupta" userId="f4ce486c0feb88f7" providerId="LiveId" clId="{677CE2BF-E837-4849-B11C-0944C199F6A4}" dt="2024-09-19T16:02:44.941" v="1020" actId="20577"/>
        <pc:sldMkLst>
          <pc:docMk/>
          <pc:sldMk cId="3038196460" sldId="276"/>
        </pc:sldMkLst>
      </pc:sldChg>
      <pc:sldChg chg="addSp delSp modSp mod ord">
        <pc:chgData name="Deepak Gupta" userId="f4ce486c0feb88f7" providerId="LiveId" clId="{677CE2BF-E837-4849-B11C-0944C199F6A4}" dt="2024-09-19T16:05:12.490" v="1039" actId="122"/>
        <pc:sldMkLst>
          <pc:docMk/>
          <pc:sldMk cId="571638906" sldId="277"/>
        </pc:sldMkLst>
      </pc:sldChg>
      <pc:sldChg chg="delSp del mod modShow">
        <pc:chgData name="Deepak Gupta" userId="f4ce486c0feb88f7" providerId="LiveId" clId="{677CE2BF-E837-4849-B11C-0944C199F6A4}" dt="2024-09-19T10:43:09.124" v="831" actId="47"/>
        <pc:sldMkLst>
          <pc:docMk/>
          <pc:sldMk cId="2898612680" sldId="279"/>
        </pc:sldMkLst>
      </pc:sldChg>
      <pc:sldChg chg="modSp del mod">
        <pc:chgData name="Deepak Gupta" userId="f4ce486c0feb88f7" providerId="LiveId" clId="{677CE2BF-E837-4849-B11C-0944C199F6A4}" dt="2024-09-19T09:07:48.008" v="370" actId="47"/>
        <pc:sldMkLst>
          <pc:docMk/>
          <pc:sldMk cId="2971570162" sldId="280"/>
        </pc:sldMkLst>
      </pc:sldChg>
      <pc:sldChg chg="addSp delSp modSp mod">
        <pc:chgData name="Deepak Gupta" userId="f4ce486c0feb88f7" providerId="LiveId" clId="{677CE2BF-E837-4849-B11C-0944C199F6A4}" dt="2024-09-19T16:04:53.675" v="1036" actId="1076"/>
        <pc:sldMkLst>
          <pc:docMk/>
          <pc:sldMk cId="504224323" sldId="281"/>
        </pc:sldMkLst>
      </pc:sldChg>
      <pc:sldChg chg="addSp delSp modSp mod">
        <pc:chgData name="Deepak Gupta" userId="f4ce486c0feb88f7" providerId="LiveId" clId="{677CE2BF-E837-4849-B11C-0944C199F6A4}" dt="2024-09-19T13:17:44.328" v="912" actId="20577"/>
        <pc:sldMkLst>
          <pc:docMk/>
          <pc:sldMk cId="2767214766" sldId="282"/>
        </pc:sldMkLst>
      </pc:sldChg>
      <pc:sldChg chg="addSp delSp modSp mod">
        <pc:chgData name="Deepak Gupta" userId="f4ce486c0feb88f7" providerId="LiveId" clId="{677CE2BF-E837-4849-B11C-0944C199F6A4}" dt="2024-09-19T09:15:18.724" v="428"/>
        <pc:sldMkLst>
          <pc:docMk/>
          <pc:sldMk cId="2892535565" sldId="283"/>
        </pc:sldMkLst>
      </pc:sldChg>
      <pc:sldChg chg="modSp del mod">
        <pc:chgData name="Deepak Gupta" userId="f4ce486c0feb88f7" providerId="LiveId" clId="{677CE2BF-E837-4849-B11C-0944C199F6A4}" dt="2024-09-19T08:51:09.163" v="57" actId="47"/>
        <pc:sldMkLst>
          <pc:docMk/>
          <pc:sldMk cId="194486472" sldId="284"/>
        </pc:sldMkLst>
      </pc:sldChg>
      <pc:sldChg chg="addSp delSp modSp add mod ord">
        <pc:chgData name="Deepak Gupta" userId="f4ce486c0feb88f7" providerId="LiveId" clId="{677CE2BF-E837-4849-B11C-0944C199F6A4}" dt="2024-09-19T09:16:49.650" v="447"/>
        <pc:sldMkLst>
          <pc:docMk/>
          <pc:sldMk cId="1311328748" sldId="284"/>
        </pc:sldMkLst>
      </pc:sldChg>
      <pc:sldChg chg="addSp delSp modSp new mod setBg">
        <pc:chgData name="Deepak Gupta" userId="f4ce486c0feb88f7" providerId="LiveId" clId="{677CE2BF-E837-4849-B11C-0944C199F6A4}" dt="2024-09-19T16:05:47.471" v="1042" actId="20577"/>
        <pc:sldMkLst>
          <pc:docMk/>
          <pc:sldMk cId="1142559352" sldId="285"/>
        </pc:sldMkLst>
      </pc:sldChg>
      <pc:sldChg chg="addSp delSp modSp add mod setBg delDesignElem">
        <pc:chgData name="Deepak Gupta" userId="f4ce486c0feb88f7" providerId="LiveId" clId="{677CE2BF-E837-4849-B11C-0944C199F6A4}" dt="2024-09-19T10:38:39.066" v="792" actId="20577"/>
        <pc:sldMkLst>
          <pc:docMk/>
          <pc:sldMk cId="2450607305" sldId="286"/>
        </pc:sldMkLst>
      </pc:sldChg>
      <pc:sldChg chg="delSp modSp add del mod setBg delDesignElem">
        <pc:chgData name="Deepak Gupta" userId="f4ce486c0feb88f7" providerId="LiveId" clId="{677CE2BF-E837-4849-B11C-0944C199F6A4}" dt="2024-09-19T09:06:57.341" v="354" actId="47"/>
        <pc:sldMkLst>
          <pc:docMk/>
          <pc:sldMk cId="1874929756" sldId="287"/>
        </pc:sldMkLst>
      </pc:sldChg>
      <pc:sldChg chg="addSp delSp modSp add mod setBg modAnim delDesignElem">
        <pc:chgData name="Deepak Gupta" userId="f4ce486c0feb88f7" providerId="LiveId" clId="{677CE2BF-E837-4849-B11C-0944C199F6A4}" dt="2024-09-19T10:42:45.558" v="829" actId="20577"/>
        <pc:sldMkLst>
          <pc:docMk/>
          <pc:sldMk cId="1420671087" sldId="288"/>
        </pc:sldMkLst>
      </pc:sldChg>
      <pc:sldChg chg="addSp delSp modSp add mod setBg delDesignElem">
        <pc:chgData name="Deepak Gupta" userId="f4ce486c0feb88f7" providerId="LiveId" clId="{677CE2BF-E837-4849-B11C-0944C199F6A4}" dt="2024-09-19T16:03:56.052" v="1030" actId="20577"/>
        <pc:sldMkLst>
          <pc:docMk/>
          <pc:sldMk cId="3874097403" sldId="289"/>
        </pc:sldMkLst>
      </pc:sldChg>
      <pc:sldChg chg="modSp add mod ord">
        <pc:chgData name="Deepak Gupta" userId="f4ce486c0feb88f7" providerId="LiveId" clId="{677CE2BF-E837-4849-B11C-0944C199F6A4}" dt="2024-09-19T16:04:30.742" v="1032" actId="404"/>
        <pc:sldMkLst>
          <pc:docMk/>
          <pc:sldMk cId="398271834" sldId="29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600" dirty="0"/>
            <a:t>Differentiate between array and linked implementation of queues</a:t>
          </a:r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r>
            <a:rPr lang="en-IN" sz="3600" dirty="0"/>
            <a:t>Implement queue using array</a:t>
          </a:r>
        </a:p>
        <a:p>
          <a:r>
            <a:rPr lang="en-US" sz="3600" dirty="0"/>
            <a:t>and linked list</a:t>
          </a:r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600" dirty="0"/>
            <a:t>Explain the need of Circular Queue</a:t>
          </a:r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dirty="0"/>
            <a:t>Illustrate the logical structure and working principle of a Circular queue</a:t>
          </a:r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69F988A5-C88A-400D-9852-9EC47893A15C}" type="presOf" srcId="{A3B4F848-7886-4B10-8E34-39E0B844A474}" destId="{9F756ADD-FC73-43E2-8907-B49F92DEF8EA}" srcOrd="0" destOrd="0" presId="urn:microsoft.com/office/officeart/2005/8/layout/process4"/>
    <dgm:cxn modelId="{A14FC7AC-96A7-4051-B6F7-4E1DD1125A2E}" type="presOf" srcId="{DFBD6BAB-0140-48B9-9073-E08FDCB01885}" destId="{0E541A4F-E68B-477F-BCA6-83AC868DBBCC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BE6D69F1-F909-4992-A5BF-73AE23D01340}" type="presOf" srcId="{B7ED251F-A7A3-4D25-B004-4241BE03EDC3}" destId="{BCA40D55-9F97-4CA4-8859-68C842EAE88F}" srcOrd="0" destOrd="0" presId="urn:microsoft.com/office/officeart/2005/8/layout/process4"/>
    <dgm:cxn modelId="{7950397E-3C1E-4B8E-8DAC-E93F64248EFA}" type="presParOf" srcId="{BCA40D55-9F97-4CA4-8859-68C842EAE88F}" destId="{3450E454-19DE-4E8A-ADE0-3AFF41C6C69B}" srcOrd="0" destOrd="0" presId="urn:microsoft.com/office/officeart/2005/8/layout/process4"/>
    <dgm:cxn modelId="{90E9A7F7-DF4E-4F6A-9760-1233922CD137}" type="presParOf" srcId="{3450E454-19DE-4E8A-ADE0-3AFF41C6C69B}" destId="{9F756ADD-FC73-43E2-8907-B49F92DEF8EA}" srcOrd="0" destOrd="0" presId="urn:microsoft.com/office/officeart/2005/8/layout/process4"/>
    <dgm:cxn modelId="{1EAE5E73-D912-4D41-9298-ED8D50B26A70}" type="presParOf" srcId="{BCA40D55-9F97-4CA4-8859-68C842EAE88F}" destId="{33B2812D-626E-40CB-8956-89B965634A15}" srcOrd="1" destOrd="0" presId="urn:microsoft.com/office/officeart/2005/8/layout/process4"/>
    <dgm:cxn modelId="{5C2BB63B-2B36-4FAD-8B8B-527EC9BC664E}" type="presParOf" srcId="{BCA40D55-9F97-4CA4-8859-68C842EAE88F}" destId="{14438BF2-0C50-4C1B-A99E-B1909E184016}" srcOrd="2" destOrd="0" presId="urn:microsoft.com/office/officeart/2005/8/layout/process4"/>
    <dgm:cxn modelId="{7B96C8D1-A7F8-4346-BB85-B3A5C0B9452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Implement queue using array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and linked list</a:t>
          </a:r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Differentiate between array and linked implementation of queues</a:t>
          </a:r>
        </a:p>
      </dsp:txBody>
      <dsp:txXfrm rot="10800000">
        <a:off x="0" y="1663"/>
        <a:ext cx="10927829" cy="1460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sz="3600" kern="1200" dirty="0"/>
            <a:t>Illustrate the logical structure and working principle of a Circular queue</a:t>
          </a:r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Explain the need of Circular Queue</a:t>
          </a:r>
        </a:p>
      </dsp:txBody>
      <dsp:txXfrm rot="10800000">
        <a:off x="0" y="1663"/>
        <a:ext cx="10927829" cy="146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/>
          <a:stretch/>
        </p:blipFill>
        <p:spPr>
          <a:xfrm>
            <a:off x="3523488" y="14298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Implementation of queue using array and link-list"</a:t>
            </a:r>
            <a:br>
              <a:rPr lang="en-IN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30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Data </a:t>
            </a:r>
            <a:r>
              <a:rPr lang="en-IN" sz="1800" b="1" dirty="0" err="1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Strucutres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R1UC308B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Akhilesh Tripathi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 :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3174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1354784"/>
            <a:ext cx="1081055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Review</a:t>
            </a:r>
          </a:p>
          <a:p>
            <a:pPr algn="ctr"/>
            <a:endParaRPr lang="en-US" sz="2800" dirty="0"/>
          </a:p>
          <a:p>
            <a:r>
              <a:rPr lang="en-US" sz="2800" b="1" dirty="0"/>
              <a:t>Pre-Requisite : </a:t>
            </a:r>
          </a:p>
          <a:p>
            <a:endParaRPr lang="en-US" sz="2800" b="1" dirty="0"/>
          </a:p>
          <a:p>
            <a:r>
              <a:rPr lang="en-US" sz="2800" b="1" dirty="0"/>
              <a:t>Students must have knowledge of C/C++ programming language.</a:t>
            </a:r>
          </a:p>
          <a:p>
            <a:r>
              <a:rPr lang="en-US" sz="2800" b="1" dirty="0"/>
              <a:t>Queue: Queue operation</a:t>
            </a:r>
          </a:p>
          <a:p>
            <a:r>
              <a:rPr lang="en-US" sz="2800" b="1" dirty="0"/>
              <a:t>Circular Queue and its operation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Pre-Class Assessment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90402"/>
            <a:ext cx="3795634" cy="740238"/>
          </a:xfrm>
          <a:prstGeom prst="rect">
            <a:avLst/>
          </a:prstGeom>
        </p:spPr>
      </p:pic>
      <p:pic>
        <p:nvPicPr>
          <p:cNvPr id="6" name="Picture 5" descr="A screenshot of a web page&#10;&#10;AI-generated content may be incorrect.">
            <a:extLst>
              <a:ext uri="{FF2B5EF4-FFF2-40B4-BE49-F238E27FC236}">
                <a16:creationId xmlns:a16="http://schemas.microsoft.com/office/drawing/2014/main" id="{5E29ABCF-8C1A-867B-C273-7B219CB50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05" y="2073205"/>
            <a:ext cx="10484389" cy="355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8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4762213" y="10514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638332" y="3566830"/>
            <a:ext cx="10994966" cy="2246314"/>
            <a:chOff x="0" y="1991651"/>
            <a:chExt cx="5239339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endParaRPr lang="en-US" sz="3600" dirty="0"/>
            </a:p>
            <a:p>
              <a:pPr algn="ctr"/>
              <a:r>
                <a:rPr lang="en-US" sz="3600" dirty="0"/>
                <a:t>Difference between linear queue and Circular Queue?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236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0450688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727756" y="1219889"/>
            <a:ext cx="104681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Session Outline</a:t>
            </a:r>
          </a:p>
          <a:p>
            <a:pPr algn="ctr"/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Introduction to Queue Implementations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Array Implementation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Linked List Implementation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Operations: Enqueue &amp; Dequeue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Pseudocode for both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Complexity Analysis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800" dirty="0"/>
              <a:t>  Provide hands-on activities and reinforce learning through an   interactive </a:t>
            </a:r>
            <a:r>
              <a:rPr lang="en-US" sz="2800" dirty="0" err="1"/>
              <a:t>WooClap</a:t>
            </a:r>
            <a:r>
              <a:rPr lang="en-US" sz="2800" dirty="0"/>
              <a:t> and </a:t>
            </a:r>
            <a:r>
              <a:rPr lang="en-US" sz="2800" dirty="0" err="1"/>
              <a:t>WooFlash</a:t>
            </a:r>
            <a:r>
              <a:rPr lang="en-US" sz="2800" dirty="0"/>
              <a:t> tools.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2002748" y="12800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Rectangle 12" descr="Puzzle Pieces"/>
          <p:cNvSpPr/>
          <p:nvPr/>
        </p:nvSpPr>
        <p:spPr>
          <a:xfrm>
            <a:off x="7663508" y="1256657"/>
            <a:ext cx="2793098" cy="2135471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104932" y="3581578"/>
            <a:ext cx="6015649" cy="2246314"/>
            <a:chOff x="0" y="1991651"/>
            <a:chExt cx="5239339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r>
                <a:rPr lang="en-US" sz="3600" dirty="0"/>
                <a:t>“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you were designing a ticket booking system or a printer queue, would you use an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array-based queue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or a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linked-list-based queue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? Why?”</a:t>
              </a:r>
              <a:endPara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415549" y="3581578"/>
            <a:ext cx="5217750" cy="2231566"/>
            <a:chOff x="5758250" y="2062546"/>
            <a:chExt cx="4320000" cy="1753990"/>
          </a:xfrm>
        </p:grpSpPr>
        <p:sp>
          <p:nvSpPr>
            <p:cNvPr id="18" name="Rectangle 17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 defTabSz="1333500">
                <a:spcBef>
                  <a:spcPct val="0"/>
                </a:spcBef>
                <a:spcAft>
                  <a:spcPct val="35000"/>
                </a:spcAft>
              </a:pPr>
              <a:endParaRPr lang="en-US" sz="3200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761668" y="760220"/>
            <a:ext cx="6680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Activity-1 (Think – Pair – Share)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22475" y="3771900"/>
            <a:ext cx="50038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Data Structures: Implementation of  Queue</a:t>
            </a:r>
          </a:p>
        </p:txBody>
      </p:sp>
    </p:spTree>
    <p:extLst>
      <p:ext uri="{BB962C8B-B14F-4D97-AF65-F5344CB8AC3E}">
        <p14:creationId xmlns:p14="http://schemas.microsoft.com/office/powerpoint/2010/main" val="246199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(LO-28)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065690"/>
            <a:ext cx="1079509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800" dirty="0"/>
              <a:t>Queue using Array</a:t>
            </a:r>
            <a:r>
              <a:rPr lang="en-US" sz="2800" dirty="0"/>
              <a:t>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800" dirty="0"/>
              <a:t>Implemented using a fixed-size array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Requires Front and Rear pointers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Enqueue adds at Rear, Dequeue removes from Front</a:t>
            </a:r>
          </a:p>
          <a:p>
            <a:endParaRPr lang="en-US" sz="2800" dirty="0"/>
          </a:p>
          <a:p>
            <a:r>
              <a:rPr lang="en-US" sz="2800" dirty="0"/>
              <a:t>- May waste space if not circular</a:t>
            </a:r>
          </a:p>
          <a:p>
            <a:pPr lvl="0"/>
            <a:r>
              <a:rPr lang="en-US" sz="2800" dirty="0"/>
              <a:t>	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18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256190"/>
            <a:ext cx="1079509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Basic Operations</a:t>
            </a:r>
            <a:r>
              <a:rPr lang="en-US" sz="2400" b="1" dirty="0"/>
              <a:t>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Enqueue(x):</a:t>
            </a:r>
          </a:p>
          <a:p>
            <a:r>
              <a:rPr lang="en-US" sz="2400" dirty="0"/>
              <a:t>- Array: if Rear == size-1 then Overflow</a:t>
            </a:r>
          </a:p>
          <a:p>
            <a:r>
              <a:rPr lang="en-US" sz="2400" dirty="0"/>
              <a:t>- Linked: create new node, attach to Rear</a:t>
            </a:r>
          </a:p>
          <a:p>
            <a:endParaRPr lang="en-US" sz="2400" dirty="0"/>
          </a:p>
          <a:p>
            <a:r>
              <a:rPr lang="en-US" sz="2400" dirty="0"/>
              <a:t>Dequeue():</a:t>
            </a:r>
          </a:p>
          <a:p>
            <a:r>
              <a:rPr lang="en-US" sz="2400" dirty="0"/>
              <a:t>- Array: if Front &gt; Rear then Underflow</a:t>
            </a:r>
          </a:p>
          <a:p>
            <a:r>
              <a:rPr lang="en-US" sz="2400" dirty="0"/>
              <a:t>- Linked: delete Front node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84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256190"/>
            <a:ext cx="10795098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IN" sz="2800" dirty="0"/>
              <a:t>Pseudocode: Queue using Array</a:t>
            </a: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fontAlgn="base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Enqueue(Q, x):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(Rear == size-1) return Overflow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 = Rear + 1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Q[Rear] = x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Dequeue(Q):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(Front &gt; Rear) return Underflow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Q[Front]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= Front + 1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x</a:t>
            </a:r>
          </a:p>
          <a:p>
            <a:pPr lvl="1"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14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B0E14-1DAB-1707-EF3A-521A63E67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38247F-EAE1-66A1-2C3D-5FD7E0189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3B57DD2-8747-1599-67E1-26BC3BCD4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97143F8-E2D7-2B7F-C454-4313433098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5822F92-B8BB-80A5-0329-DA9E93C8B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6438DDC-AF2A-5104-A5CA-81A17D97E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022EEE75-0996-51F0-9CF0-A2F1A6F4D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AED60073-5376-771F-25FA-D3A27D1A5E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AA58C-49E9-2E38-9823-AE050B52A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FA3FA-B7E7-EE70-EB9E-9509CE2A5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A2A7848-9D38-7B91-2B9B-C3D337C50A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96ED298-844B-C371-1589-971C002B0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333AAB-7468-115A-CF3E-86D80572389B}"/>
              </a:ext>
            </a:extLst>
          </p:cNvPr>
          <p:cNvSpPr txBox="1"/>
          <p:nvPr/>
        </p:nvSpPr>
        <p:spPr>
          <a:xfrm>
            <a:off x="838200" y="1256190"/>
            <a:ext cx="10795098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IN" sz="2800" dirty="0"/>
              <a:t>Pseudocode: Queue using Array</a:t>
            </a: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peek():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 "Queue Empty"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Q[front]                             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front == -1: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TRUE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FALSE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F8D5C0E-C75F-4FC3-E9FF-321DFACDC0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97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D6D61-9914-FCB2-689A-73D99B07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D66D2F-2924-5A7B-9C20-43FDCB0EF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6AD290-BA2E-1A30-EABB-6883C8219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F6D0FEA-F9A6-A9F4-A5A5-9D21843DF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EF89EB5-EC1D-CE8B-FB20-A7BA19E0C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91D409A-AA52-6CFA-543E-D0C561915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101EE50-ACB7-D302-6EBF-7A72AD42A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0237A876-57FF-1C08-66F0-32CEE17FCF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FCEA4-80BE-C30C-2F70-FD618434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D29A2-0FFB-3B77-F018-A36CF86B1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9B47CA1-FCDA-6886-604F-665DB5E08C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9D94F4E-5DB5-C07E-FB9F-53A73062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3D3BC0-7998-96C0-3729-F9BF4C0109FC}"/>
              </a:ext>
            </a:extLst>
          </p:cNvPr>
          <p:cNvSpPr txBox="1"/>
          <p:nvPr/>
        </p:nvSpPr>
        <p:spPr>
          <a:xfrm>
            <a:off x="838200" y="1256190"/>
            <a:ext cx="1079509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IN" sz="2800" dirty="0"/>
              <a:t>Pseudocode: Queue using Array</a:t>
            </a: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rear == size - 1: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TRUE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FALSE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EF8FD63-76BD-420A-8A07-C2A765C359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657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663AD-10CF-3D5E-CB08-0D7C0C45C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030B56-5696-51AB-349E-0B8D881FA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C7C283-A0F7-C144-DC8A-8C8E41C13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D9B4485-8BF7-81DA-CD21-E4029DCBA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886A010-2DE1-1160-2C67-A01464213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F38BFDE-B233-4369-2825-66460F61E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CEB1FAEA-F274-9998-D51E-14E5725BE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B5EE1C9E-853E-1076-736E-CFB063D0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252EB-01E8-82DB-9733-2A315181C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99351-522B-6C72-8415-21963DDEA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0640800B-CD12-C9AB-4A6C-F0C388FB9D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FD29BC7-4DD7-012C-D4F3-1EF3D3D8F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F38F48-42B0-FE83-501D-B6489E0783C0}"/>
              </a:ext>
            </a:extLst>
          </p:cNvPr>
          <p:cNvSpPr txBox="1"/>
          <p:nvPr/>
        </p:nvSpPr>
        <p:spPr>
          <a:xfrm>
            <a:off x="838200" y="1256190"/>
            <a:ext cx="1079509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IN" sz="2800" dirty="0"/>
              <a:t>Pseudocode: Queue using </a:t>
            </a:r>
            <a:r>
              <a:rPr lang="en-US" sz="2800" dirty="0"/>
              <a:t>linked list </a:t>
            </a: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fontAlgn="base"/>
            <a:r>
              <a:rPr lang="en-US" sz="2800" dirty="0"/>
              <a:t>*.To implement a queue with a linked list, we maintain:</a:t>
            </a:r>
          </a:p>
          <a:p>
            <a:pPr fontAlgn="base"/>
            <a:endParaRPr lang="en-US" sz="2800" dirty="0"/>
          </a:p>
          <a:p>
            <a:pPr fontAlgn="base"/>
            <a:r>
              <a:rPr lang="en-US" sz="2800" dirty="0"/>
              <a:t>A Node structure/class that contains:</a:t>
            </a:r>
          </a:p>
          <a:p>
            <a:pPr fontAlgn="base"/>
            <a:r>
              <a:rPr lang="en-US" sz="2800" dirty="0"/>
              <a:t>      data → to store the element.</a:t>
            </a:r>
          </a:p>
          <a:p>
            <a:pPr fontAlgn="base"/>
            <a:r>
              <a:rPr lang="en-US" sz="2800" dirty="0"/>
              <a:t>      next → pointer/reference to the next node in the queue.</a:t>
            </a:r>
          </a:p>
          <a:p>
            <a:pPr fontAlgn="base"/>
            <a:endParaRPr lang="en-US" sz="2800" dirty="0"/>
          </a:p>
          <a:p>
            <a:pPr fontAlgn="base"/>
            <a:r>
              <a:rPr lang="en-US" sz="2800" dirty="0"/>
              <a:t>Two pointers/references:</a:t>
            </a:r>
          </a:p>
          <a:p>
            <a:pPr fontAlgn="base"/>
            <a:r>
              <a:rPr lang="en-US" sz="2800" dirty="0"/>
              <a:t>        front → points to the first node (head of the queue).</a:t>
            </a:r>
          </a:p>
          <a:p>
            <a:pPr fontAlgn="base"/>
            <a:r>
              <a:rPr lang="en-US" sz="2800" dirty="0"/>
              <a:t>        rear → points to the last node (tail of the queue).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F25A54-2C89-2A7A-D9BF-C8137AA29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230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6AF76-DC50-D2C9-2126-217EF7525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4A3560B-1603-7B6E-232B-E443DF6D6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F4FB42-77B2-EFF4-3C12-6CD70EF79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E6906E2-8EC6-3A1F-9A7D-6524AA0A59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48C48E6-8D0F-B105-2AF3-EA3F7FC3B5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E8C6245-0CA1-C109-F0A5-CBD535CF4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B4D39643-B8A4-27F2-724C-C6F358B0F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93E95D-FF9F-912F-D0AA-D86FCF7E50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AEBC8-CA29-5A9F-9A4D-D8232B950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BE1A2-2196-678F-C99E-DD25AA89B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47E60EB-3A8E-808D-907B-11586147B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2CB123C-8824-26DA-4FF1-A0FA17CE4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8B4324-AAC5-DBC5-BC6C-686D5C30C9AD}"/>
              </a:ext>
            </a:extLst>
          </p:cNvPr>
          <p:cNvSpPr txBox="1"/>
          <p:nvPr/>
        </p:nvSpPr>
        <p:spPr>
          <a:xfrm>
            <a:off x="838200" y="1256190"/>
            <a:ext cx="10795098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800" dirty="0"/>
              <a:t>Pseudocode: Queue using Linked List</a:t>
            </a: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fontAlgn="base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Enqueue(Q, x):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createNode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(Rear == NULL) Front = Rear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Rear.next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Rear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Dequeue(Q):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(Front == NULL) return Underflow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Front.data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Front.next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(Front == NULL) Rear = NULL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0C00556-7D55-1F4B-3639-3D37021A2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430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A26F0-6B4F-E258-DE15-0AB28460E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3DA323-F35E-84BB-F25D-E98A195F0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996C09-AE83-56F6-9113-BCDD15E3D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EC7AE62-667D-A11F-F379-975436ED7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D0B211A-35FA-5283-E611-814C1CCE2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6690509-1C15-466B-C24C-0139A1960E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856651C2-FB99-6515-74D0-68DE401F30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2E9DCB8B-5E56-960A-336E-51132060A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9F7E2-C6CF-E579-4FD9-B33C8F793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25CE7-861D-56CC-1305-1C596F5A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6C50397-D6CC-8645-6802-72B104F6FF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53C2286-7E36-8B5F-5251-310B9A91E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E3B7BC-F022-15A5-9628-9CF7648DC979}"/>
              </a:ext>
            </a:extLst>
          </p:cNvPr>
          <p:cNvSpPr txBox="1"/>
          <p:nvPr/>
        </p:nvSpPr>
        <p:spPr>
          <a:xfrm>
            <a:off x="838200" y="1256190"/>
            <a:ext cx="10795098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800" dirty="0"/>
              <a:t>Pseudocode: Queue using Linked List</a:t>
            </a: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fontAlgn="base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peek():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front == NULL: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 "Queue Empty"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front.data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front == NULL: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TRUE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FALSE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F8DD298-761A-2C81-05AC-A842FFB330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037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EC293-54BD-C3E4-51F5-0AE91AE67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804B34D-808A-A80C-D514-F9B694F94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852F71D-C0A6-C6BC-ED45-7F156D24A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712872A-733A-A890-14D9-58761B8A5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03678C0-FFEB-94B8-0DEB-DB9551F62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9F75F1-EB47-03D6-60AF-61177CF2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5473D800-A4DC-6D7C-0C69-8D97CB8A0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04378A28-DF21-25E4-F27C-9BED66CA7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99C43-D583-5724-5A2A-BEFDD303C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5C6A2-FDF6-2B60-73BC-A75D7473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525FC867-988D-95F2-B428-4037A99146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2DF77E7-28EF-84B0-DFCE-3DC812093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3104FD-0FEB-691A-FFB4-06A831636093}"/>
              </a:ext>
            </a:extLst>
          </p:cNvPr>
          <p:cNvSpPr txBox="1"/>
          <p:nvPr/>
        </p:nvSpPr>
        <p:spPr>
          <a:xfrm>
            <a:off x="838200" y="1256190"/>
            <a:ext cx="1079509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IN" sz="2800" dirty="0"/>
              <a:t>Time and Space Complexity</a:t>
            </a: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fontAlgn="base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/>
              <a:t>Array Implementation:</a:t>
            </a:r>
          </a:p>
          <a:p>
            <a:r>
              <a:rPr lang="pt-BR" sz="2400" dirty="0"/>
              <a:t>- Enqueue: O(1)</a:t>
            </a:r>
          </a:p>
          <a:p>
            <a:r>
              <a:rPr lang="pt-BR" sz="2400" dirty="0"/>
              <a:t>- Dequeue: O(1)</a:t>
            </a:r>
          </a:p>
          <a:p>
            <a:r>
              <a:rPr lang="pt-BR" sz="2400" dirty="0"/>
              <a:t>- Space: O(n)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/>
              <a:t>Linked List Implementation:</a:t>
            </a:r>
          </a:p>
          <a:p>
            <a:r>
              <a:rPr lang="pt-BR" sz="2400" dirty="0"/>
              <a:t>- Enqueue: O(1)</a:t>
            </a:r>
          </a:p>
          <a:p>
            <a:r>
              <a:rPr lang="pt-BR" sz="2400" dirty="0"/>
              <a:t>- Dequeue: O(1)</a:t>
            </a:r>
          </a:p>
          <a:p>
            <a:r>
              <a:rPr lang="pt-BR" sz="2400" dirty="0"/>
              <a:t>- Space: O(n) + O(n) for pointers</a:t>
            </a:r>
          </a:p>
          <a:p>
            <a:pPr fontAlgn="base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477B8EA-91AC-F510-4DF1-D66B0E404E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580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B266FDA-D995-346B-296F-823F9A021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188" y="1006840"/>
            <a:ext cx="7377034" cy="5344839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Applications:</a:t>
            </a:r>
          </a:p>
          <a:p>
            <a:pPr marL="0" indent="0">
              <a:buNone/>
            </a:pPr>
            <a:r>
              <a:rPr lang="en-US" sz="2400" b="1" dirty="0"/>
              <a:t>Circular Queue </a:t>
            </a:r>
            <a:r>
              <a:rPr lang="en-US" sz="2400" dirty="0"/>
              <a:t>are used in various fields such as: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Array queues: fixed-size tasks like CPU scheduling</a:t>
            </a:r>
          </a:p>
          <a:p>
            <a:r>
              <a:rPr lang="en-US" sz="2400" dirty="0"/>
              <a:t>Linked queues: dynamic memory usage in OS, networks</a:t>
            </a:r>
          </a:p>
          <a:p>
            <a:r>
              <a:rPr lang="en-US" sz="2400" dirty="0"/>
              <a:t>Widely used in scheduling, buffering, resource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[5-mins]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37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37122-5237-96FA-E5EA-C89A45A72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6F7F2-CAC8-D70D-6289-DEEA31EE3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CCF1F-B2E6-F735-7199-3E1E228D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18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CB20B91-9F94-50B7-4E6E-B9875040DC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E7F9EA1-76B3-B8C1-C10F-1E4DB95DBB6D}"/>
              </a:ext>
            </a:extLst>
          </p:cNvPr>
          <p:cNvSpPr txBox="1"/>
          <p:nvPr/>
        </p:nvSpPr>
        <p:spPr>
          <a:xfrm>
            <a:off x="495300" y="1024524"/>
            <a:ext cx="11430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3200" dirty="0"/>
              <a:t>▶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Operations on Circular Queue :</a:t>
            </a:r>
          </a:p>
          <a:p>
            <a:pPr fontAlgn="base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Adds an element to the end (rear) of the Circular queue. If the Circular queue is full, an overflow error occurs.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Removes the element from the front of the Circular queue. If the Circular  queue is empty, an underflow error occurs.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Peek/Front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Returns the element at the front without removing it.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Returns the number of elements in the Circular queue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Returns true if the Circular queue is empty, otherwise false.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Returns true if the Circular queue is full, otherwise false.</a:t>
            </a:r>
          </a:p>
          <a:p>
            <a:pPr fontAlgn="base"/>
            <a:endParaRPr lang="en-US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738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BBCF98-7194-A5B3-66D3-440169D0A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036879-2E50-808F-68A7-FB01CEB99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  <p:pic>
        <p:nvPicPr>
          <p:cNvPr id="16" name="Picture 1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20737F5-4AA9-BC02-8957-C9DB2C2DFC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7E1C1E-F10A-E4F4-6797-225812D669BF}"/>
              </a:ext>
            </a:extLst>
          </p:cNvPr>
          <p:cNvSpPr txBox="1"/>
          <p:nvPr/>
        </p:nvSpPr>
        <p:spPr>
          <a:xfrm>
            <a:off x="997008" y="1057424"/>
            <a:ext cx="1019892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▶ Pen paper Activity:</a:t>
            </a:r>
          </a:p>
          <a:p>
            <a:endParaRPr lang="en-US" sz="2800" dirty="0"/>
          </a:p>
          <a:p>
            <a:r>
              <a:rPr lang="en-US" sz="2800" dirty="0"/>
              <a:t>Q. Implement a queue of size 5 using:</a:t>
            </a:r>
          </a:p>
          <a:p>
            <a:r>
              <a:rPr lang="en-US" sz="2800" dirty="0"/>
              <a:t>1. Array implementation</a:t>
            </a:r>
          </a:p>
          <a:p>
            <a:r>
              <a:rPr lang="en-US" sz="2800" dirty="0"/>
              <a:t>2. Linked list implementation</a:t>
            </a:r>
          </a:p>
          <a:p>
            <a:pPr fontAlgn="base"/>
            <a:endParaRPr lang="pt-BR" sz="2800" dirty="0"/>
          </a:p>
          <a:p>
            <a:endParaRPr lang="pt-BR" sz="2800" dirty="0"/>
          </a:p>
          <a:p>
            <a:endParaRPr lang="en-US" sz="2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998B4CAE-20F0-C58B-B4A1-446227DD5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343" y="2006527"/>
            <a:ext cx="5127171" cy="330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167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519F1-0B89-4EB4-3D62-C751E0DF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400C-45D1-B069-5B91-21059975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20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48BF935-342D-FA5C-7B89-95045B1C25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8FC53-1451-ED3C-9DED-9CEC86030A58}"/>
              </a:ext>
            </a:extLst>
          </p:cNvPr>
          <p:cNvSpPr txBox="1"/>
          <p:nvPr/>
        </p:nvSpPr>
        <p:spPr>
          <a:xfrm>
            <a:off x="3169170" y="899733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Assessment: </a:t>
            </a:r>
            <a:r>
              <a:rPr lang="en-IN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WooFlash</a:t>
            </a:r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Quiz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B04747-3C58-9A72-7027-708E9373C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276" y="1668627"/>
            <a:ext cx="8691514" cy="428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71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21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9CE7EE-3F0A-33F6-6345-ADDADF856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5975" y="1697817"/>
            <a:ext cx="8585614" cy="419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998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22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076886"/>
            <a:ext cx="10820400" cy="5323913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attainment of LO’s in alignment to the learning activities: </a:t>
            </a:r>
          </a:p>
          <a:p>
            <a:pPr marL="0" indent="0" algn="just">
              <a:buNone/>
            </a:pPr>
            <a:endParaRPr lang="en-US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7653920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080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2566" y="1697335"/>
            <a:ext cx="9906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Next Session:</a:t>
            </a:r>
            <a:endParaRPr lang="en-US" sz="3200" dirty="0"/>
          </a:p>
          <a:p>
            <a:r>
              <a:rPr lang="en-US" sz="3200" dirty="0"/>
              <a:t>Double Ended queue, and Priority Queue.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8083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24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F6F593-41A2-5797-581D-24AD95F1C7D0}"/>
              </a:ext>
            </a:extLst>
          </p:cNvPr>
          <p:cNvSpPr txBox="1">
            <a:spLocks/>
          </p:cNvSpPr>
          <p:nvPr/>
        </p:nvSpPr>
        <p:spPr>
          <a:xfrm>
            <a:off x="674913" y="1071593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Review and Reflection from students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12" t="50000" r="18595" b="16146"/>
          <a:stretch/>
        </p:blipFill>
        <p:spPr bwMode="auto">
          <a:xfrm>
            <a:off x="1375996" y="2628900"/>
            <a:ext cx="9539654" cy="295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64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3806</TotalTime>
  <Words>1084</Words>
  <Application>Microsoft Office PowerPoint</Application>
  <PresentationFormat>Widescreen</PresentationFormat>
  <Paragraphs>226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Georgia</vt:lpstr>
      <vt:lpstr>Tahoma</vt:lpstr>
      <vt:lpstr>Times New Roman</vt:lpstr>
      <vt:lpstr>Office Theme</vt:lpstr>
      <vt:lpstr>Implementation of queue using array and link-list"   Session No.: 30 Course Name: Data Strucutres Course Code: R1UC308B   Instructor Name: Akhilesh Tripathi Duration: 50 mins Date of Conduction :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  <vt:lpstr>Concept and Definition for (LO-28) </vt:lpstr>
      <vt:lpstr>Concept and Definition for (LO-1)   </vt:lpstr>
      <vt:lpstr>Concept and Definition for (LO-1)   </vt:lpstr>
      <vt:lpstr>Concept and Definition for (LO-1)   </vt:lpstr>
      <vt:lpstr>Concept and Definition for (LO-1)   </vt:lpstr>
      <vt:lpstr>Concept and Definition for (LO-1)   </vt:lpstr>
      <vt:lpstr>Concept and Definition for (LO-1)   </vt:lpstr>
      <vt:lpstr>Concept and Definition for (LO-1)   </vt:lpstr>
      <vt:lpstr>Concept and Definition for (LO-1)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akhilesh tripathi</cp:lastModifiedBy>
  <cp:revision>169</cp:revision>
  <dcterms:created xsi:type="dcterms:W3CDTF">2024-08-22T06:33:55Z</dcterms:created>
  <dcterms:modified xsi:type="dcterms:W3CDTF">2025-12-10T14:53:03Z</dcterms:modified>
</cp:coreProperties>
</file>