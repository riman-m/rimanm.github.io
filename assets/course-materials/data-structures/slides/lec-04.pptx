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82" r:id="rId3"/>
    <p:sldId id="297" r:id="rId4"/>
    <p:sldId id="292" r:id="rId5"/>
    <p:sldId id="293" r:id="rId6"/>
    <p:sldId id="290" r:id="rId7"/>
    <p:sldId id="307" r:id="rId8"/>
    <p:sldId id="308" r:id="rId9"/>
    <p:sldId id="309" r:id="rId10"/>
    <p:sldId id="311" r:id="rId11"/>
    <p:sldId id="312" r:id="rId12"/>
    <p:sldId id="318" r:id="rId13"/>
    <p:sldId id="317" r:id="rId14"/>
    <p:sldId id="315" r:id="rId15"/>
    <p:sldId id="260" r:id="rId16"/>
    <p:sldId id="316" r:id="rId17"/>
    <p:sldId id="322" r:id="rId18"/>
    <p:sldId id="299" r:id="rId19"/>
    <p:sldId id="300" r:id="rId20"/>
    <p:sldId id="301" r:id="rId21"/>
    <p:sldId id="30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C86355-9EF9-40BA-908C-3264601FDB01}" v="81" dt="2025-08-18T06:53:12.395"/>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man Mandal" userId="90468ab2-e22f-4b7b-9bf9-afa16243aaf4" providerId="ADAL" clId="{0CC86355-9EF9-40BA-908C-3264601FDB01}"/>
    <pc:docChg chg="undo redo custSel addSld delSld modSld sldOrd">
      <pc:chgData name="Riman Mandal" userId="90468ab2-e22f-4b7b-9bf9-afa16243aaf4" providerId="ADAL" clId="{0CC86355-9EF9-40BA-908C-3264601FDB01}" dt="2025-08-18T06:54:41.287" v="2055" actId="20577"/>
      <pc:docMkLst>
        <pc:docMk/>
      </pc:docMkLst>
      <pc:sldChg chg="modSp mod">
        <pc:chgData name="Riman Mandal" userId="90468ab2-e22f-4b7b-9bf9-afa16243aaf4" providerId="ADAL" clId="{0CC86355-9EF9-40BA-908C-3264601FDB01}" dt="2025-08-18T03:34:08.415" v="57" actId="20577"/>
        <pc:sldMkLst>
          <pc:docMk/>
          <pc:sldMk cId="2827898987" sldId="256"/>
        </pc:sldMkLst>
        <pc:spChg chg="mod">
          <ac:chgData name="Riman Mandal" userId="90468ab2-e22f-4b7b-9bf9-afa16243aaf4" providerId="ADAL" clId="{0CC86355-9EF9-40BA-908C-3264601FDB01}" dt="2025-08-18T03:34:08.415" v="57" actId="20577"/>
          <ac:spMkLst>
            <pc:docMk/>
            <pc:sldMk cId="2827898987" sldId="256"/>
            <ac:spMk id="2" creationId="{52B4841D-4109-20CB-B253-8EF7C080604D}"/>
          </ac:spMkLst>
        </pc:spChg>
      </pc:sldChg>
      <pc:sldChg chg="addSp delSp modSp mod ord">
        <pc:chgData name="Riman Mandal" userId="90468ab2-e22f-4b7b-9bf9-afa16243aaf4" providerId="ADAL" clId="{0CC86355-9EF9-40BA-908C-3264601FDB01}" dt="2025-08-18T05:54:54.944" v="1577" actId="1076"/>
        <pc:sldMkLst>
          <pc:docMk/>
          <pc:sldMk cId="3872618460" sldId="260"/>
        </pc:sldMkLst>
        <pc:spChg chg="mod">
          <ac:chgData name="Riman Mandal" userId="90468ab2-e22f-4b7b-9bf9-afa16243aaf4" providerId="ADAL" clId="{0CC86355-9EF9-40BA-908C-3264601FDB01}" dt="2025-08-18T05:49:08.481" v="1497" actId="1076"/>
          <ac:spMkLst>
            <pc:docMk/>
            <pc:sldMk cId="3872618460" sldId="260"/>
            <ac:spMk id="5" creationId="{920ECE07-CE90-FEA2-59C0-9F6B1480E689}"/>
          </ac:spMkLst>
        </pc:spChg>
        <pc:spChg chg="add del mod">
          <ac:chgData name="Riman Mandal" userId="90468ab2-e22f-4b7b-9bf9-afa16243aaf4" providerId="ADAL" clId="{0CC86355-9EF9-40BA-908C-3264601FDB01}" dt="2025-08-18T05:54:44.992" v="1573" actId="21"/>
          <ac:spMkLst>
            <pc:docMk/>
            <pc:sldMk cId="3872618460" sldId="260"/>
            <ac:spMk id="16" creationId="{294C5707-C08B-2947-068B-FD7AB31723C9}"/>
          </ac:spMkLst>
        </pc:spChg>
        <pc:spChg chg="del mod">
          <ac:chgData name="Riman Mandal" userId="90468ab2-e22f-4b7b-9bf9-afa16243aaf4" providerId="ADAL" clId="{0CC86355-9EF9-40BA-908C-3264601FDB01}" dt="2025-08-18T05:45:41.597" v="1437"/>
          <ac:spMkLst>
            <pc:docMk/>
            <pc:sldMk cId="3872618460" sldId="260"/>
            <ac:spMk id="20" creationId="{35372BEC-C0BE-8B8E-FFFF-97C0F922807B}"/>
          </ac:spMkLst>
        </pc:spChg>
        <pc:picChg chg="add mod">
          <ac:chgData name="Riman Mandal" userId="90468ab2-e22f-4b7b-9bf9-afa16243aaf4" providerId="ADAL" clId="{0CC86355-9EF9-40BA-908C-3264601FDB01}" dt="2025-08-18T05:54:54.944" v="1577" actId="1076"/>
          <ac:picMkLst>
            <pc:docMk/>
            <pc:sldMk cId="3872618460" sldId="260"/>
            <ac:picMk id="3" creationId="{3FE2B557-EB6B-4C80-E990-7926670F6EDB}"/>
          </ac:picMkLst>
        </pc:picChg>
      </pc:sldChg>
      <pc:sldChg chg="del">
        <pc:chgData name="Riman Mandal" userId="90468ab2-e22f-4b7b-9bf9-afa16243aaf4" providerId="ADAL" clId="{0CC86355-9EF9-40BA-908C-3264601FDB01}" dt="2025-08-18T06:05:46.889" v="1843" actId="47"/>
        <pc:sldMkLst>
          <pc:docMk/>
          <pc:sldMk cId="2766167463" sldId="262"/>
        </pc:sldMkLst>
      </pc:sldChg>
      <pc:sldChg chg="addSp modSp mod">
        <pc:chgData name="Riman Mandal" userId="90468ab2-e22f-4b7b-9bf9-afa16243aaf4" providerId="ADAL" clId="{0CC86355-9EF9-40BA-908C-3264601FDB01}" dt="2025-08-18T03:43:18.379" v="66" actId="1076"/>
        <pc:sldMkLst>
          <pc:docMk/>
          <pc:sldMk cId="2767214766" sldId="282"/>
        </pc:sldMkLst>
        <pc:spChg chg="mod">
          <ac:chgData name="Riman Mandal" userId="90468ab2-e22f-4b7b-9bf9-afa16243aaf4" providerId="ADAL" clId="{0CC86355-9EF9-40BA-908C-3264601FDB01}" dt="2025-08-18T03:43:18.379" v="66" actId="1076"/>
          <ac:spMkLst>
            <pc:docMk/>
            <pc:sldMk cId="2767214766" sldId="282"/>
            <ac:spMk id="12" creationId="{C79E5FE6-2AEA-FD10-96D6-84ECB84793BD}"/>
          </ac:spMkLst>
        </pc:spChg>
        <pc:picChg chg="add mod">
          <ac:chgData name="Riman Mandal" userId="90468ab2-e22f-4b7b-9bf9-afa16243aaf4" providerId="ADAL" clId="{0CC86355-9EF9-40BA-908C-3264601FDB01}" dt="2025-08-18T03:43:09.422" v="64" actId="1076"/>
          <ac:picMkLst>
            <pc:docMk/>
            <pc:sldMk cId="2767214766" sldId="282"/>
            <ac:picMk id="2" creationId="{F1CD21FB-10AF-1F88-3232-8B8452E787F5}"/>
          </ac:picMkLst>
        </pc:picChg>
        <pc:picChg chg="add mod">
          <ac:chgData name="Riman Mandal" userId="90468ab2-e22f-4b7b-9bf9-afa16243aaf4" providerId="ADAL" clId="{0CC86355-9EF9-40BA-908C-3264601FDB01}" dt="2025-08-18T03:43:09.422" v="64" actId="1076"/>
          <ac:picMkLst>
            <pc:docMk/>
            <pc:sldMk cId="2767214766" sldId="282"/>
            <ac:picMk id="4" creationId="{797A6641-50B6-5B1E-878D-ACB242D165C8}"/>
          </ac:picMkLst>
        </pc:picChg>
      </pc:sldChg>
      <pc:sldChg chg="modSp del mod">
        <pc:chgData name="Riman Mandal" userId="90468ab2-e22f-4b7b-9bf9-afa16243aaf4" providerId="ADAL" clId="{0CC86355-9EF9-40BA-908C-3264601FDB01}" dt="2025-08-18T06:48:00.546" v="2025" actId="47"/>
        <pc:sldMkLst>
          <pc:docMk/>
          <pc:sldMk cId="1420671087" sldId="288"/>
        </pc:sldMkLst>
        <pc:spChg chg="mod">
          <ac:chgData name="Riman Mandal" userId="90468ab2-e22f-4b7b-9bf9-afa16243aaf4" providerId="ADAL" clId="{0CC86355-9EF9-40BA-908C-3264601FDB01}" dt="2025-08-18T06:36:07.996" v="2007" actId="20577"/>
          <ac:spMkLst>
            <pc:docMk/>
            <pc:sldMk cId="1420671087" sldId="288"/>
            <ac:spMk id="10" creationId="{F648FC53-1451-ED3C-9DED-9CEC86030A58}"/>
          </ac:spMkLst>
        </pc:spChg>
      </pc:sldChg>
      <pc:sldChg chg="del">
        <pc:chgData name="Riman Mandal" userId="90468ab2-e22f-4b7b-9bf9-afa16243aaf4" providerId="ADAL" clId="{0CC86355-9EF9-40BA-908C-3264601FDB01}" dt="2025-08-18T06:05:46.889" v="1843" actId="47"/>
        <pc:sldMkLst>
          <pc:docMk/>
          <pc:sldMk cId="1080619107" sldId="289"/>
        </pc:sldMkLst>
      </pc:sldChg>
      <pc:sldChg chg="modSp mod">
        <pc:chgData name="Riman Mandal" userId="90468ab2-e22f-4b7b-9bf9-afa16243aaf4" providerId="ADAL" clId="{0CC86355-9EF9-40BA-908C-3264601FDB01}" dt="2025-08-18T04:02:52.149" v="608" actId="20577"/>
        <pc:sldMkLst>
          <pc:docMk/>
          <pc:sldMk cId="3560614696" sldId="290"/>
        </pc:sldMkLst>
        <pc:spChg chg="mod">
          <ac:chgData name="Riman Mandal" userId="90468ab2-e22f-4b7b-9bf9-afa16243aaf4" providerId="ADAL" clId="{0CC86355-9EF9-40BA-908C-3264601FDB01}" dt="2025-08-18T04:02:52.149" v="608" actId="20577"/>
          <ac:spMkLst>
            <pc:docMk/>
            <pc:sldMk cId="3560614696" sldId="290"/>
            <ac:spMk id="12" creationId="{C79E5FE6-2AEA-FD10-96D6-84ECB84793BD}"/>
          </ac:spMkLst>
        </pc:spChg>
      </pc:sldChg>
      <pc:sldChg chg="modSp mod">
        <pc:chgData name="Riman Mandal" userId="90468ab2-e22f-4b7b-9bf9-afa16243aaf4" providerId="ADAL" clId="{0CC86355-9EF9-40BA-908C-3264601FDB01}" dt="2025-08-18T06:53:45.180" v="2048" actId="20577"/>
        <pc:sldMkLst>
          <pc:docMk/>
          <pc:sldMk cId="2782368656" sldId="292"/>
        </pc:sldMkLst>
        <pc:spChg chg="mod">
          <ac:chgData name="Riman Mandal" userId="90468ab2-e22f-4b7b-9bf9-afa16243aaf4" providerId="ADAL" clId="{0CC86355-9EF9-40BA-908C-3264601FDB01}" dt="2025-08-18T06:53:45.180" v="2048" actId="20577"/>
          <ac:spMkLst>
            <pc:docMk/>
            <pc:sldMk cId="2782368656" sldId="292"/>
            <ac:spMk id="2" creationId="{00000000-0000-0000-0000-000000000000}"/>
          </ac:spMkLst>
        </pc:spChg>
        <pc:spChg chg="mod">
          <ac:chgData name="Riman Mandal" userId="90468ab2-e22f-4b7b-9bf9-afa16243aaf4" providerId="ADAL" clId="{0CC86355-9EF9-40BA-908C-3264601FDB01}" dt="2025-08-18T03:58:43.362" v="421" actId="20577"/>
          <ac:spMkLst>
            <pc:docMk/>
            <pc:sldMk cId="2782368656" sldId="292"/>
            <ac:spMk id="16" creationId="{00000000-0000-0000-0000-000000000000}"/>
          </ac:spMkLst>
        </pc:spChg>
      </pc:sldChg>
      <pc:sldChg chg="modSp">
        <pc:chgData name="Riman Mandal" userId="90468ab2-e22f-4b7b-9bf9-afa16243aaf4" providerId="ADAL" clId="{0CC86355-9EF9-40BA-908C-3264601FDB01}" dt="2025-08-18T03:52:33.550" v="170"/>
        <pc:sldMkLst>
          <pc:docMk/>
          <pc:sldMk cId="143805061" sldId="293"/>
        </pc:sldMkLst>
        <pc:graphicFrameChg chg="mod">
          <ac:chgData name="Riman Mandal" userId="90468ab2-e22f-4b7b-9bf9-afa16243aaf4" providerId="ADAL" clId="{0CC86355-9EF9-40BA-908C-3264601FDB01}" dt="2025-08-18T03:52:33.550" v="170"/>
          <ac:graphicFrameMkLst>
            <pc:docMk/>
            <pc:sldMk cId="143805061" sldId="293"/>
            <ac:graphicFrameMk id="12" creationId="{FBB5840F-85BE-5580-FDC6-C72FB2C1E292}"/>
          </ac:graphicFrameMkLst>
        </pc:graphicFrameChg>
      </pc:sldChg>
      <pc:sldChg chg="del">
        <pc:chgData name="Riman Mandal" userId="90468ab2-e22f-4b7b-9bf9-afa16243aaf4" providerId="ADAL" clId="{0CC86355-9EF9-40BA-908C-3264601FDB01}" dt="2025-08-18T04:03:47.218" v="609" actId="47"/>
        <pc:sldMkLst>
          <pc:docMk/>
          <pc:sldMk cId="2461999711" sldId="294"/>
        </pc:sldMkLst>
      </pc:sldChg>
      <pc:sldChg chg="del">
        <pc:chgData name="Riman Mandal" userId="90468ab2-e22f-4b7b-9bf9-afa16243aaf4" providerId="ADAL" clId="{0CC86355-9EF9-40BA-908C-3264601FDB01}" dt="2025-08-18T06:05:46.889" v="1843" actId="47"/>
        <pc:sldMkLst>
          <pc:docMk/>
          <pc:sldMk cId="2325537148" sldId="295"/>
        </pc:sldMkLst>
      </pc:sldChg>
      <pc:sldChg chg="del">
        <pc:chgData name="Riman Mandal" userId="90468ab2-e22f-4b7b-9bf9-afa16243aaf4" providerId="ADAL" clId="{0CC86355-9EF9-40BA-908C-3264601FDB01}" dt="2025-08-18T06:05:46.889" v="1843" actId="47"/>
        <pc:sldMkLst>
          <pc:docMk/>
          <pc:sldMk cId="3383576471" sldId="296"/>
        </pc:sldMkLst>
      </pc:sldChg>
      <pc:sldChg chg="addSp delSp modSp mod">
        <pc:chgData name="Riman Mandal" userId="90468ab2-e22f-4b7b-9bf9-afa16243aaf4" providerId="ADAL" clId="{0CC86355-9EF9-40BA-908C-3264601FDB01}" dt="2025-08-18T03:51:59.258" v="168" actId="20577"/>
        <pc:sldMkLst>
          <pc:docMk/>
          <pc:sldMk cId="1671380663" sldId="297"/>
        </pc:sldMkLst>
        <pc:spChg chg="add mod">
          <ac:chgData name="Riman Mandal" userId="90468ab2-e22f-4b7b-9bf9-afa16243aaf4" providerId="ADAL" clId="{0CC86355-9EF9-40BA-908C-3264601FDB01}" dt="2025-08-18T03:51:04.021" v="82" actId="20577"/>
          <ac:spMkLst>
            <pc:docMk/>
            <pc:sldMk cId="1671380663" sldId="297"/>
            <ac:spMk id="14" creationId="{90FF65B0-AC8E-C88F-C992-82501600D0EE}"/>
          </ac:spMkLst>
        </pc:spChg>
        <pc:spChg chg="add mod">
          <ac:chgData name="Riman Mandal" userId="90468ab2-e22f-4b7b-9bf9-afa16243aaf4" providerId="ADAL" clId="{0CC86355-9EF9-40BA-908C-3264601FDB01}" dt="2025-08-18T03:51:33.526" v="107" actId="1076"/>
          <ac:spMkLst>
            <pc:docMk/>
            <pc:sldMk cId="1671380663" sldId="297"/>
            <ac:spMk id="16" creationId="{F1F0D00E-C489-E642-FEE5-7E49128A8F7A}"/>
          </ac:spMkLst>
        </pc:spChg>
        <pc:spChg chg="add mod">
          <ac:chgData name="Riman Mandal" userId="90468ab2-e22f-4b7b-9bf9-afa16243aaf4" providerId="ADAL" clId="{0CC86355-9EF9-40BA-908C-3264601FDB01}" dt="2025-08-18T03:51:59.258" v="168" actId="20577"/>
          <ac:spMkLst>
            <pc:docMk/>
            <pc:sldMk cId="1671380663" sldId="297"/>
            <ac:spMk id="18" creationId="{2EE92954-F30A-B6E8-376F-6BFE3D9B116D}"/>
          </ac:spMkLst>
        </pc:spChg>
        <pc:picChg chg="del">
          <ac:chgData name="Riman Mandal" userId="90468ab2-e22f-4b7b-9bf9-afa16243aaf4" providerId="ADAL" clId="{0CC86355-9EF9-40BA-908C-3264601FDB01}" dt="2025-08-18T03:43:49.462" v="67" actId="478"/>
          <ac:picMkLst>
            <pc:docMk/>
            <pc:sldMk cId="1671380663" sldId="297"/>
            <ac:picMk id="4" creationId="{00000000-0000-0000-0000-000000000000}"/>
          </ac:picMkLst>
        </pc:picChg>
        <pc:picChg chg="add mod">
          <ac:chgData name="Riman Mandal" userId="90468ab2-e22f-4b7b-9bf9-afa16243aaf4" providerId="ADAL" clId="{0CC86355-9EF9-40BA-908C-3264601FDB01}" dt="2025-08-18T03:50:53.816" v="74" actId="1076"/>
          <ac:picMkLst>
            <pc:docMk/>
            <pc:sldMk cId="1671380663" sldId="297"/>
            <ac:picMk id="9" creationId="{3520FF17-F2E4-AEAE-B54D-E2FA063BB519}"/>
          </ac:picMkLst>
        </pc:picChg>
        <pc:picChg chg="add mod">
          <ac:chgData name="Riman Mandal" userId="90468ab2-e22f-4b7b-9bf9-afa16243aaf4" providerId="ADAL" clId="{0CC86355-9EF9-40BA-908C-3264601FDB01}" dt="2025-08-18T03:50:56.007" v="79"/>
          <ac:picMkLst>
            <pc:docMk/>
            <pc:sldMk cId="1671380663" sldId="297"/>
            <ac:picMk id="11" creationId="{052D1C31-4C87-D25B-66CB-B2F97E55515E}"/>
          </ac:picMkLst>
        </pc:picChg>
      </pc:sldChg>
      <pc:sldChg chg="del">
        <pc:chgData name="Riman Mandal" userId="90468ab2-e22f-4b7b-9bf9-afa16243aaf4" providerId="ADAL" clId="{0CC86355-9EF9-40BA-908C-3264601FDB01}" dt="2025-08-18T06:05:46.889" v="1843" actId="47"/>
        <pc:sldMkLst>
          <pc:docMk/>
          <pc:sldMk cId="2162738921" sldId="298"/>
        </pc:sldMkLst>
      </pc:sldChg>
      <pc:sldChg chg="addSp delSp modSp mod">
        <pc:chgData name="Riman Mandal" userId="90468ab2-e22f-4b7b-9bf9-afa16243aaf4" providerId="ADAL" clId="{0CC86355-9EF9-40BA-908C-3264601FDB01}" dt="2025-08-18T06:49:37.320" v="2038" actId="1076"/>
        <pc:sldMkLst>
          <pc:docMk/>
          <pc:sldMk cId="724998169" sldId="299"/>
        </pc:sldMkLst>
        <pc:picChg chg="add mod">
          <ac:chgData name="Riman Mandal" userId="90468ab2-e22f-4b7b-9bf9-afa16243aaf4" providerId="ADAL" clId="{0CC86355-9EF9-40BA-908C-3264601FDB01}" dt="2025-08-18T06:49:37.320" v="2038" actId="1076"/>
          <ac:picMkLst>
            <pc:docMk/>
            <pc:sldMk cId="724998169" sldId="299"/>
            <ac:picMk id="4" creationId="{9AF74F7A-6489-738B-D3DF-3C0E1A63570F}"/>
          </ac:picMkLst>
        </pc:picChg>
        <pc:picChg chg="add mod">
          <ac:chgData name="Riman Mandal" userId="90468ab2-e22f-4b7b-9bf9-afa16243aaf4" providerId="ADAL" clId="{0CC86355-9EF9-40BA-908C-3264601FDB01}" dt="2025-08-18T06:49:34.147" v="2037" actId="14100"/>
          <ac:picMkLst>
            <pc:docMk/>
            <pc:sldMk cId="724998169" sldId="299"/>
            <ac:picMk id="6" creationId="{026AC1CB-1C7D-81C1-19D7-1F95159A91C1}"/>
          </ac:picMkLst>
        </pc:picChg>
        <pc:picChg chg="del">
          <ac:chgData name="Riman Mandal" userId="90468ab2-e22f-4b7b-9bf9-afa16243aaf4" providerId="ADAL" clId="{0CC86355-9EF9-40BA-908C-3264601FDB01}" dt="2025-08-18T06:48:42.862" v="2029" actId="478"/>
          <ac:picMkLst>
            <pc:docMk/>
            <pc:sldMk cId="724998169" sldId="299"/>
            <ac:picMk id="2050" creationId="{00000000-0000-0000-0000-000000000000}"/>
          </ac:picMkLst>
        </pc:picChg>
        <pc:picChg chg="del">
          <ac:chgData name="Riman Mandal" userId="90468ab2-e22f-4b7b-9bf9-afa16243aaf4" providerId="ADAL" clId="{0CC86355-9EF9-40BA-908C-3264601FDB01}" dt="2025-08-18T06:48:41.422" v="2028" actId="478"/>
          <ac:picMkLst>
            <pc:docMk/>
            <pc:sldMk cId="724998169" sldId="299"/>
            <ac:picMk id="2051" creationId="{00000000-0000-0000-0000-000000000000}"/>
          </ac:picMkLst>
        </pc:picChg>
      </pc:sldChg>
      <pc:sldChg chg="modSp">
        <pc:chgData name="Riman Mandal" userId="90468ab2-e22f-4b7b-9bf9-afa16243aaf4" providerId="ADAL" clId="{0CC86355-9EF9-40BA-908C-3264601FDB01}" dt="2025-08-18T06:50:04.125" v="2040"/>
        <pc:sldMkLst>
          <pc:docMk/>
          <pc:sldMk cId="3979080596" sldId="300"/>
        </pc:sldMkLst>
        <pc:graphicFrameChg chg="mod">
          <ac:chgData name="Riman Mandal" userId="90468ab2-e22f-4b7b-9bf9-afa16243aaf4" providerId="ADAL" clId="{0CC86355-9EF9-40BA-908C-3264601FDB01}" dt="2025-08-18T06:50:04.125" v="2040"/>
          <ac:graphicFrameMkLst>
            <pc:docMk/>
            <pc:sldMk cId="3979080596" sldId="300"/>
            <ac:graphicFrameMk id="12" creationId="{FBB5840F-85BE-5580-FDC6-C72FB2C1E292}"/>
          </ac:graphicFrameMkLst>
        </pc:graphicFrameChg>
      </pc:sldChg>
      <pc:sldChg chg="modSp mod">
        <pc:chgData name="Riman Mandal" userId="90468ab2-e22f-4b7b-9bf9-afa16243aaf4" providerId="ADAL" clId="{0CC86355-9EF9-40BA-908C-3264601FDB01}" dt="2025-08-18T06:50:31.215" v="2043" actId="20577"/>
        <pc:sldMkLst>
          <pc:docMk/>
          <pc:sldMk cId="2031808311" sldId="301"/>
        </pc:sldMkLst>
        <pc:spChg chg="mod">
          <ac:chgData name="Riman Mandal" userId="90468ab2-e22f-4b7b-9bf9-afa16243aaf4" providerId="ADAL" clId="{0CC86355-9EF9-40BA-908C-3264601FDB01}" dt="2025-08-18T06:50:31.215" v="2043" actId="20577"/>
          <ac:spMkLst>
            <pc:docMk/>
            <pc:sldMk cId="2031808311" sldId="301"/>
            <ac:spMk id="8" creationId="{00000000-0000-0000-0000-000000000000}"/>
          </ac:spMkLst>
        </pc:spChg>
      </pc:sldChg>
      <pc:sldChg chg="addSp delSp modSp mod">
        <pc:chgData name="Riman Mandal" userId="90468ab2-e22f-4b7b-9bf9-afa16243aaf4" providerId="ADAL" clId="{0CC86355-9EF9-40BA-908C-3264601FDB01}" dt="2025-08-18T06:52:43.764" v="2046" actId="1076"/>
        <pc:sldMkLst>
          <pc:docMk/>
          <pc:sldMk cId="335645372" sldId="302"/>
        </pc:sldMkLst>
        <pc:spChg chg="mod">
          <ac:chgData name="Riman Mandal" userId="90468ab2-e22f-4b7b-9bf9-afa16243aaf4" providerId="ADAL" clId="{0CC86355-9EF9-40BA-908C-3264601FDB01}" dt="2025-08-18T03:33:22.368" v="23" actId="27636"/>
          <ac:spMkLst>
            <pc:docMk/>
            <pc:sldMk cId="335645372" sldId="302"/>
            <ac:spMk id="10" creationId="{E4F6F593-41A2-5797-581D-24AD95F1C7D0}"/>
          </ac:spMkLst>
        </pc:spChg>
        <pc:picChg chg="add mod">
          <ac:chgData name="Riman Mandal" userId="90468ab2-e22f-4b7b-9bf9-afa16243aaf4" providerId="ADAL" clId="{0CC86355-9EF9-40BA-908C-3264601FDB01}" dt="2025-08-18T06:52:43.764" v="2046" actId="1076"/>
          <ac:picMkLst>
            <pc:docMk/>
            <pc:sldMk cId="335645372" sldId="302"/>
            <ac:picMk id="4" creationId="{22CF50CF-AEF2-35DF-0842-9FFB0659E1E7}"/>
          </ac:picMkLst>
        </pc:picChg>
        <pc:picChg chg="del">
          <ac:chgData name="Riman Mandal" userId="90468ab2-e22f-4b7b-9bf9-afa16243aaf4" providerId="ADAL" clId="{0CC86355-9EF9-40BA-908C-3264601FDB01}" dt="2025-08-18T06:52:40.553" v="2044" actId="478"/>
          <ac:picMkLst>
            <pc:docMk/>
            <pc:sldMk cId="335645372" sldId="302"/>
            <ac:picMk id="1026" creationId="{00000000-0000-0000-0000-000000000000}"/>
          </ac:picMkLst>
        </pc:picChg>
      </pc:sldChg>
      <pc:sldChg chg="del">
        <pc:chgData name="Riman Mandal" userId="90468ab2-e22f-4b7b-9bf9-afa16243aaf4" providerId="ADAL" clId="{0CC86355-9EF9-40BA-908C-3264601FDB01}" dt="2025-08-18T06:05:46.889" v="1843" actId="47"/>
        <pc:sldMkLst>
          <pc:docMk/>
          <pc:sldMk cId="3886584772" sldId="303"/>
        </pc:sldMkLst>
      </pc:sldChg>
      <pc:sldChg chg="modSp del mod">
        <pc:chgData name="Riman Mandal" userId="90468ab2-e22f-4b7b-9bf9-afa16243aaf4" providerId="ADAL" clId="{0CC86355-9EF9-40BA-908C-3264601FDB01}" dt="2025-08-18T06:05:46.889" v="1843" actId="47"/>
        <pc:sldMkLst>
          <pc:docMk/>
          <pc:sldMk cId="2096714632" sldId="304"/>
        </pc:sldMkLst>
        <pc:spChg chg="mod">
          <ac:chgData name="Riman Mandal" userId="90468ab2-e22f-4b7b-9bf9-afa16243aaf4" providerId="ADAL" clId="{0CC86355-9EF9-40BA-908C-3264601FDB01}" dt="2025-08-18T03:33:22.355" v="22" actId="27636"/>
          <ac:spMkLst>
            <pc:docMk/>
            <pc:sldMk cId="2096714632" sldId="304"/>
            <ac:spMk id="5" creationId="{920ECE07-CE90-FEA2-59C0-9F6B1480E689}"/>
          </ac:spMkLst>
        </pc:spChg>
      </pc:sldChg>
      <pc:sldChg chg="del">
        <pc:chgData name="Riman Mandal" userId="90468ab2-e22f-4b7b-9bf9-afa16243aaf4" providerId="ADAL" clId="{0CC86355-9EF9-40BA-908C-3264601FDB01}" dt="2025-08-18T06:05:46.889" v="1843" actId="47"/>
        <pc:sldMkLst>
          <pc:docMk/>
          <pc:sldMk cId="3020588384" sldId="305"/>
        </pc:sldMkLst>
      </pc:sldChg>
      <pc:sldChg chg="del">
        <pc:chgData name="Riman Mandal" userId="90468ab2-e22f-4b7b-9bf9-afa16243aaf4" providerId="ADAL" clId="{0CC86355-9EF9-40BA-908C-3264601FDB01}" dt="2025-08-18T06:05:46.889" v="1843" actId="47"/>
        <pc:sldMkLst>
          <pc:docMk/>
          <pc:sldMk cId="2638097825" sldId="306"/>
        </pc:sldMkLst>
      </pc:sldChg>
      <pc:sldChg chg="addSp delSp modSp add mod chgLayout">
        <pc:chgData name="Riman Mandal" userId="90468ab2-e22f-4b7b-9bf9-afa16243aaf4" providerId="ADAL" clId="{0CC86355-9EF9-40BA-908C-3264601FDB01}" dt="2025-08-18T05:56:57.979" v="1644" actId="1076"/>
        <pc:sldMkLst>
          <pc:docMk/>
          <pc:sldMk cId="1206115281" sldId="307"/>
        </pc:sldMkLst>
        <pc:spChg chg="add mod ord">
          <ac:chgData name="Riman Mandal" userId="90468ab2-e22f-4b7b-9bf9-afa16243aaf4" providerId="ADAL" clId="{0CC86355-9EF9-40BA-908C-3264601FDB01}" dt="2025-08-18T04:04:41.588" v="655" actId="14100"/>
          <ac:spMkLst>
            <pc:docMk/>
            <pc:sldMk cId="1206115281" sldId="307"/>
            <ac:spMk id="2" creationId="{79BD3B92-70EA-B9CA-0C27-029CCF679AF2}"/>
          </ac:spMkLst>
        </pc:spChg>
        <pc:spChg chg="mod ord">
          <ac:chgData name="Riman Mandal" userId="90468ab2-e22f-4b7b-9bf9-afa16243aaf4" providerId="ADAL" clId="{0CC86355-9EF9-40BA-908C-3264601FDB01}" dt="2025-08-18T04:04:36.663" v="654" actId="700"/>
          <ac:spMkLst>
            <pc:docMk/>
            <pc:sldMk cId="1206115281" sldId="307"/>
            <ac:spMk id="3" creationId="{E5015037-4DCE-187C-CE6C-16BA61DBC92C}"/>
          </ac:spMkLst>
        </pc:spChg>
        <pc:spChg chg="add del mod ord">
          <ac:chgData name="Riman Mandal" userId="90468ab2-e22f-4b7b-9bf9-afa16243aaf4" providerId="ADAL" clId="{0CC86355-9EF9-40BA-908C-3264601FDB01}" dt="2025-08-18T04:04:25.324" v="649" actId="478"/>
          <ac:spMkLst>
            <pc:docMk/>
            <pc:sldMk cId="1206115281" sldId="307"/>
            <ac:spMk id="4" creationId="{CC31B991-E54A-2319-6E49-9215882E9FD5}"/>
          </ac:spMkLst>
        </pc:spChg>
        <pc:spChg chg="mod ord">
          <ac:chgData name="Riman Mandal" userId="90468ab2-e22f-4b7b-9bf9-afa16243aaf4" providerId="ADAL" clId="{0CC86355-9EF9-40BA-908C-3264601FDB01}" dt="2025-08-18T04:04:36.663" v="654" actId="700"/>
          <ac:spMkLst>
            <pc:docMk/>
            <pc:sldMk cId="1206115281" sldId="307"/>
            <ac:spMk id="5" creationId="{B71046B3-257E-9FC9-FD6C-B160E3327A91}"/>
          </ac:spMkLst>
        </pc:spChg>
        <pc:spChg chg="add mod ord">
          <ac:chgData name="Riman Mandal" userId="90468ab2-e22f-4b7b-9bf9-afa16243aaf4" providerId="ADAL" clId="{0CC86355-9EF9-40BA-908C-3264601FDB01}" dt="2025-08-18T05:56:53.115" v="1643" actId="20577"/>
          <ac:spMkLst>
            <pc:docMk/>
            <pc:sldMk cId="1206115281" sldId="307"/>
            <ac:spMk id="6" creationId="{0287C04E-3404-F384-B7E3-A25099C15916}"/>
          </ac:spMkLst>
        </pc:spChg>
        <pc:spChg chg="del mod">
          <ac:chgData name="Riman Mandal" userId="90468ab2-e22f-4b7b-9bf9-afa16243aaf4" providerId="ADAL" clId="{0CC86355-9EF9-40BA-908C-3264601FDB01}" dt="2025-08-18T04:04:34.246" v="653"/>
          <ac:spMkLst>
            <pc:docMk/>
            <pc:sldMk cId="1206115281" sldId="307"/>
            <ac:spMk id="12" creationId="{2C998318-1AB7-8C6B-BD31-71AE587AE485}"/>
          </ac:spMkLst>
        </pc:spChg>
        <pc:picChg chg="add mod modCrop">
          <ac:chgData name="Riman Mandal" userId="90468ab2-e22f-4b7b-9bf9-afa16243aaf4" providerId="ADAL" clId="{0CC86355-9EF9-40BA-908C-3264601FDB01}" dt="2025-08-18T05:56:57.979" v="1644" actId="1076"/>
          <ac:picMkLst>
            <pc:docMk/>
            <pc:sldMk cId="1206115281" sldId="307"/>
            <ac:picMk id="10" creationId="{F00EFCA8-3B5F-A825-DAAE-AA4F19881891}"/>
          </ac:picMkLst>
        </pc:picChg>
      </pc:sldChg>
      <pc:sldChg chg="new del">
        <pc:chgData name="Riman Mandal" userId="90468ab2-e22f-4b7b-9bf9-afa16243aaf4" providerId="ADAL" clId="{0CC86355-9EF9-40BA-908C-3264601FDB01}" dt="2025-08-18T04:03:50.018" v="611" actId="680"/>
        <pc:sldMkLst>
          <pc:docMk/>
          <pc:sldMk cId="2233030369" sldId="307"/>
        </pc:sldMkLst>
      </pc:sldChg>
      <pc:sldChg chg="delSp modSp add mod">
        <pc:chgData name="Riman Mandal" userId="90468ab2-e22f-4b7b-9bf9-afa16243aaf4" providerId="ADAL" clId="{0CC86355-9EF9-40BA-908C-3264601FDB01}" dt="2025-08-18T04:08:45.590" v="710"/>
        <pc:sldMkLst>
          <pc:docMk/>
          <pc:sldMk cId="1932701233" sldId="308"/>
        </pc:sldMkLst>
        <pc:spChg chg="mod">
          <ac:chgData name="Riman Mandal" userId="90468ab2-e22f-4b7b-9bf9-afa16243aaf4" providerId="ADAL" clId="{0CC86355-9EF9-40BA-908C-3264601FDB01}" dt="2025-08-18T04:06:43.043" v="688" actId="6549"/>
          <ac:spMkLst>
            <pc:docMk/>
            <pc:sldMk cId="1932701233" sldId="308"/>
            <ac:spMk id="2" creationId="{23ED4D09-D2FB-518C-81A6-F50607E0D6FF}"/>
          </ac:spMkLst>
        </pc:spChg>
        <pc:spChg chg="del mod">
          <ac:chgData name="Riman Mandal" userId="90468ab2-e22f-4b7b-9bf9-afa16243aaf4" providerId="ADAL" clId="{0CC86355-9EF9-40BA-908C-3264601FDB01}" dt="2025-08-18T04:07:54.124" v="699" actId="478"/>
          <ac:spMkLst>
            <pc:docMk/>
            <pc:sldMk cId="1932701233" sldId="308"/>
            <ac:spMk id="6" creationId="{D73FBD4D-C108-6457-5651-81D1478D0079}"/>
          </ac:spMkLst>
        </pc:spChg>
        <pc:picChg chg="mod modCrop">
          <ac:chgData name="Riman Mandal" userId="90468ab2-e22f-4b7b-9bf9-afa16243aaf4" providerId="ADAL" clId="{0CC86355-9EF9-40BA-908C-3264601FDB01}" dt="2025-08-18T04:08:45.590" v="710"/>
          <ac:picMkLst>
            <pc:docMk/>
            <pc:sldMk cId="1932701233" sldId="308"/>
            <ac:picMk id="10" creationId="{8632B16C-17CB-C9DD-0996-7644D561D2A9}"/>
          </ac:picMkLst>
        </pc:picChg>
      </pc:sldChg>
      <pc:sldChg chg="new del">
        <pc:chgData name="Riman Mandal" userId="90468ab2-e22f-4b7b-9bf9-afa16243aaf4" providerId="ADAL" clId="{0CC86355-9EF9-40BA-908C-3264601FDB01}" dt="2025-08-18T04:10:09.737" v="712" actId="680"/>
        <pc:sldMkLst>
          <pc:docMk/>
          <pc:sldMk cId="915631460" sldId="309"/>
        </pc:sldMkLst>
      </pc:sldChg>
      <pc:sldChg chg="addSp delSp modSp add mod">
        <pc:chgData name="Riman Mandal" userId="90468ab2-e22f-4b7b-9bf9-afa16243aaf4" providerId="ADAL" clId="{0CC86355-9EF9-40BA-908C-3264601FDB01}" dt="2025-08-18T04:15:25.243" v="817" actId="20577"/>
        <pc:sldMkLst>
          <pc:docMk/>
          <pc:sldMk cId="2315450524" sldId="309"/>
        </pc:sldMkLst>
        <pc:spChg chg="mod">
          <ac:chgData name="Riman Mandal" userId="90468ab2-e22f-4b7b-9bf9-afa16243aaf4" providerId="ADAL" clId="{0CC86355-9EF9-40BA-908C-3264601FDB01}" dt="2025-08-18T04:15:25.243" v="817" actId="20577"/>
          <ac:spMkLst>
            <pc:docMk/>
            <pc:sldMk cId="2315450524" sldId="309"/>
            <ac:spMk id="2" creationId="{57700C76-0E2A-9FAA-D31C-50ADD61BF7CB}"/>
          </ac:spMkLst>
        </pc:spChg>
        <pc:picChg chg="add mod">
          <ac:chgData name="Riman Mandal" userId="90468ab2-e22f-4b7b-9bf9-afa16243aaf4" providerId="ADAL" clId="{0CC86355-9EF9-40BA-908C-3264601FDB01}" dt="2025-08-18T04:15:21.537" v="814" actId="1076"/>
          <ac:picMkLst>
            <pc:docMk/>
            <pc:sldMk cId="2315450524" sldId="309"/>
            <ac:picMk id="6" creationId="{6CD4C5F0-4E67-B0F2-BCAA-6E942F7EE8AA}"/>
          </ac:picMkLst>
        </pc:picChg>
        <pc:picChg chg="del">
          <ac:chgData name="Riman Mandal" userId="90468ab2-e22f-4b7b-9bf9-afa16243aaf4" providerId="ADAL" clId="{0CC86355-9EF9-40BA-908C-3264601FDB01}" dt="2025-08-18T04:11:32.674" v="809" actId="478"/>
          <ac:picMkLst>
            <pc:docMk/>
            <pc:sldMk cId="2315450524" sldId="309"/>
            <ac:picMk id="10" creationId="{7198C0DD-ACB4-230D-8632-DFB99326966E}"/>
          </ac:picMkLst>
        </pc:picChg>
      </pc:sldChg>
      <pc:sldChg chg="modSp new del mod">
        <pc:chgData name="Riman Mandal" userId="90468ab2-e22f-4b7b-9bf9-afa16243aaf4" providerId="ADAL" clId="{0CC86355-9EF9-40BA-908C-3264601FDB01}" dt="2025-08-18T04:10:45.291" v="761" actId="680"/>
        <pc:sldMkLst>
          <pc:docMk/>
          <pc:sldMk cId="2488616899" sldId="309"/>
        </pc:sldMkLst>
        <pc:spChg chg="mod">
          <ac:chgData name="Riman Mandal" userId="90468ab2-e22f-4b7b-9bf9-afa16243aaf4" providerId="ADAL" clId="{0CC86355-9EF9-40BA-908C-3264601FDB01}" dt="2025-08-18T04:10:44.899" v="760" actId="20577"/>
          <ac:spMkLst>
            <pc:docMk/>
            <pc:sldMk cId="2488616899" sldId="309"/>
            <ac:spMk id="2" creationId="{7F76A37A-C20C-F290-BAB1-F907615F2E54}"/>
          </ac:spMkLst>
        </pc:spChg>
      </pc:sldChg>
      <pc:sldChg chg="modSp new del mod">
        <pc:chgData name="Riman Mandal" userId="90468ab2-e22f-4b7b-9bf9-afa16243aaf4" providerId="ADAL" clId="{0CC86355-9EF9-40BA-908C-3264601FDB01}" dt="2025-08-18T05:22:51.855" v="846" actId="47"/>
        <pc:sldMkLst>
          <pc:docMk/>
          <pc:sldMk cId="3459427976" sldId="310"/>
        </pc:sldMkLst>
        <pc:spChg chg="mod">
          <ac:chgData name="Riman Mandal" userId="90468ab2-e22f-4b7b-9bf9-afa16243aaf4" providerId="ADAL" clId="{0CC86355-9EF9-40BA-908C-3264601FDB01}" dt="2025-08-18T04:16:14.448" v="831" actId="20577"/>
          <ac:spMkLst>
            <pc:docMk/>
            <pc:sldMk cId="3459427976" sldId="310"/>
            <ac:spMk id="2" creationId="{454FBB77-595A-8424-3D05-497FB1E66D06}"/>
          </ac:spMkLst>
        </pc:spChg>
      </pc:sldChg>
      <pc:sldChg chg="addSp delSp modSp add mod">
        <pc:chgData name="Riman Mandal" userId="90468ab2-e22f-4b7b-9bf9-afa16243aaf4" providerId="ADAL" clId="{0CC86355-9EF9-40BA-908C-3264601FDB01}" dt="2025-08-18T04:18:42.832" v="845" actId="1076"/>
        <pc:sldMkLst>
          <pc:docMk/>
          <pc:sldMk cId="1031068788" sldId="311"/>
        </pc:sldMkLst>
        <pc:spChg chg="mod">
          <ac:chgData name="Riman Mandal" userId="90468ab2-e22f-4b7b-9bf9-afa16243aaf4" providerId="ADAL" clId="{0CC86355-9EF9-40BA-908C-3264601FDB01}" dt="2025-08-18T04:16:20.539" v="834" actId="20577"/>
          <ac:spMkLst>
            <pc:docMk/>
            <pc:sldMk cId="1031068788" sldId="311"/>
            <ac:spMk id="2" creationId="{91B515D2-C224-1A12-45B3-CDC5A20CF35F}"/>
          </ac:spMkLst>
        </pc:spChg>
        <pc:picChg chg="del">
          <ac:chgData name="Riman Mandal" userId="90468ab2-e22f-4b7b-9bf9-afa16243aaf4" providerId="ADAL" clId="{0CC86355-9EF9-40BA-908C-3264601FDB01}" dt="2025-08-18T04:18:40.197" v="844" actId="478"/>
          <ac:picMkLst>
            <pc:docMk/>
            <pc:sldMk cId="1031068788" sldId="311"/>
            <ac:picMk id="6" creationId="{F8ECA2A4-C54E-00E5-45AC-84A8ADC04A29}"/>
          </ac:picMkLst>
        </pc:picChg>
        <pc:picChg chg="add mod modCrop">
          <ac:chgData name="Riman Mandal" userId="90468ab2-e22f-4b7b-9bf9-afa16243aaf4" providerId="ADAL" clId="{0CC86355-9EF9-40BA-908C-3264601FDB01}" dt="2025-08-18T04:18:42.832" v="845" actId="1076"/>
          <ac:picMkLst>
            <pc:docMk/>
            <pc:sldMk cId="1031068788" sldId="311"/>
            <ac:picMk id="9" creationId="{97361F9E-2531-826B-7CBC-77CB8DAAC13C}"/>
          </ac:picMkLst>
        </pc:picChg>
      </pc:sldChg>
      <pc:sldChg chg="addSp delSp modSp add mod">
        <pc:chgData name="Riman Mandal" userId="90468ab2-e22f-4b7b-9bf9-afa16243aaf4" providerId="ADAL" clId="{0CC86355-9EF9-40BA-908C-3264601FDB01}" dt="2025-08-18T05:44:52.829" v="1355" actId="113"/>
        <pc:sldMkLst>
          <pc:docMk/>
          <pc:sldMk cId="3935443518" sldId="312"/>
        </pc:sldMkLst>
        <pc:spChg chg="mod">
          <ac:chgData name="Riman Mandal" userId="90468ab2-e22f-4b7b-9bf9-afa16243aaf4" providerId="ADAL" clId="{0CC86355-9EF9-40BA-908C-3264601FDB01}" dt="2025-08-18T05:38:56.591" v="1071" actId="1076"/>
          <ac:spMkLst>
            <pc:docMk/>
            <pc:sldMk cId="3935443518" sldId="312"/>
            <ac:spMk id="2" creationId="{0C48B581-AD92-678C-EEA4-C56AF9AB7BB1}"/>
          </ac:spMkLst>
        </pc:spChg>
        <pc:spChg chg="add del">
          <ac:chgData name="Riman Mandal" userId="90468ab2-e22f-4b7b-9bf9-afa16243aaf4" providerId="ADAL" clId="{0CC86355-9EF9-40BA-908C-3264601FDB01}" dt="2025-08-18T05:33:46.080" v="889" actId="22"/>
          <ac:spMkLst>
            <pc:docMk/>
            <pc:sldMk cId="3935443518" sldId="312"/>
            <ac:spMk id="6" creationId="{027FF5DA-B8CA-F48A-4AA2-EDE5BAAC188B}"/>
          </ac:spMkLst>
        </pc:spChg>
        <pc:spChg chg="add mod">
          <ac:chgData name="Riman Mandal" userId="90468ab2-e22f-4b7b-9bf9-afa16243aaf4" providerId="ADAL" clId="{0CC86355-9EF9-40BA-908C-3264601FDB01}" dt="2025-08-18T05:44:52.829" v="1355" actId="113"/>
          <ac:spMkLst>
            <pc:docMk/>
            <pc:sldMk cId="3935443518" sldId="312"/>
            <ac:spMk id="11" creationId="{7FC2D298-6880-5B4C-670C-8195E883DB0A}"/>
          </ac:spMkLst>
        </pc:spChg>
        <pc:spChg chg="add">
          <ac:chgData name="Riman Mandal" userId="90468ab2-e22f-4b7b-9bf9-afa16243aaf4" providerId="ADAL" clId="{0CC86355-9EF9-40BA-908C-3264601FDB01}" dt="2025-08-18T05:35:06.544" v="958"/>
          <ac:spMkLst>
            <pc:docMk/>
            <pc:sldMk cId="3935443518" sldId="312"/>
            <ac:spMk id="12" creationId="{E4774460-51EA-5704-6CAF-7DADBBB4803E}"/>
          </ac:spMkLst>
        </pc:spChg>
        <pc:spChg chg="add mod">
          <ac:chgData name="Riman Mandal" userId="90468ab2-e22f-4b7b-9bf9-afa16243aaf4" providerId="ADAL" clId="{0CC86355-9EF9-40BA-908C-3264601FDB01}" dt="2025-08-18T05:35:26.989" v="962"/>
          <ac:spMkLst>
            <pc:docMk/>
            <pc:sldMk cId="3935443518" sldId="312"/>
            <ac:spMk id="13" creationId="{717EA751-D98B-FD69-D1FC-F92383C777E4}"/>
          </ac:spMkLst>
        </pc:spChg>
        <pc:spChg chg="add">
          <ac:chgData name="Riman Mandal" userId="90468ab2-e22f-4b7b-9bf9-afa16243aaf4" providerId="ADAL" clId="{0CC86355-9EF9-40BA-908C-3264601FDB01}" dt="2025-08-18T05:35:44.213" v="964"/>
          <ac:spMkLst>
            <pc:docMk/>
            <pc:sldMk cId="3935443518" sldId="312"/>
            <ac:spMk id="14" creationId="{6C61E542-38F3-857B-765C-BE7E70B38585}"/>
          </ac:spMkLst>
        </pc:spChg>
        <pc:spChg chg="add del mod">
          <ac:chgData name="Riman Mandal" userId="90468ab2-e22f-4b7b-9bf9-afa16243aaf4" providerId="ADAL" clId="{0CC86355-9EF9-40BA-908C-3264601FDB01}" dt="2025-08-18T05:42:09.050" v="1269" actId="26606"/>
          <ac:spMkLst>
            <pc:docMk/>
            <pc:sldMk cId="3935443518" sldId="312"/>
            <ac:spMk id="16" creationId="{E6529218-C87A-F082-C4F9-C876E13F7327}"/>
          </ac:spMkLst>
        </pc:spChg>
        <pc:graphicFrameChg chg="add del">
          <ac:chgData name="Riman Mandal" userId="90468ab2-e22f-4b7b-9bf9-afa16243aaf4" providerId="ADAL" clId="{0CC86355-9EF9-40BA-908C-3264601FDB01}" dt="2025-08-18T05:42:04.110" v="1266" actId="26606"/>
          <ac:graphicFrameMkLst>
            <pc:docMk/>
            <pc:sldMk cId="3935443518" sldId="312"/>
            <ac:graphicFrameMk id="18" creationId="{E9F42850-47AC-C78E-E507-E1DC2DE47A86}"/>
          </ac:graphicFrameMkLst>
        </pc:graphicFrameChg>
        <pc:graphicFrameChg chg="add del">
          <ac:chgData name="Riman Mandal" userId="90468ab2-e22f-4b7b-9bf9-afa16243aaf4" providerId="ADAL" clId="{0CC86355-9EF9-40BA-908C-3264601FDB01}" dt="2025-08-18T05:42:09.022" v="1268" actId="26606"/>
          <ac:graphicFrameMkLst>
            <pc:docMk/>
            <pc:sldMk cId="3935443518" sldId="312"/>
            <ac:graphicFrameMk id="19" creationId="{A224B8BC-7175-07E8-45EE-0560D4AFA1CD}"/>
          </ac:graphicFrameMkLst>
        </pc:graphicFrameChg>
        <pc:graphicFrameChg chg="add mod modGraphic">
          <ac:chgData name="Riman Mandal" userId="90468ab2-e22f-4b7b-9bf9-afa16243aaf4" providerId="ADAL" clId="{0CC86355-9EF9-40BA-908C-3264601FDB01}" dt="2025-08-18T05:43:12.583" v="1316" actId="20577"/>
          <ac:graphicFrameMkLst>
            <pc:docMk/>
            <pc:sldMk cId="3935443518" sldId="312"/>
            <ac:graphicFrameMk id="21" creationId="{5FB31504-ABDA-E344-A6FB-33D9071AE249}"/>
          </ac:graphicFrameMkLst>
        </pc:graphicFrameChg>
        <pc:picChg chg="del">
          <ac:chgData name="Riman Mandal" userId="90468ab2-e22f-4b7b-9bf9-afa16243aaf4" providerId="ADAL" clId="{0CC86355-9EF9-40BA-908C-3264601FDB01}" dt="2025-08-18T05:28:04.092" v="848" actId="478"/>
          <ac:picMkLst>
            <pc:docMk/>
            <pc:sldMk cId="3935443518" sldId="312"/>
            <ac:picMk id="9" creationId="{833D069C-1D03-84E6-DF1F-B53163154841}"/>
          </ac:picMkLst>
        </pc:picChg>
      </pc:sldChg>
      <pc:sldChg chg="new del">
        <pc:chgData name="Riman Mandal" userId="90468ab2-e22f-4b7b-9bf9-afa16243aaf4" providerId="ADAL" clId="{0CC86355-9EF9-40BA-908C-3264601FDB01}" dt="2025-08-18T05:44:58.436" v="1357" actId="680"/>
        <pc:sldMkLst>
          <pc:docMk/>
          <pc:sldMk cId="238752649" sldId="313"/>
        </pc:sldMkLst>
      </pc:sldChg>
      <pc:sldChg chg="new del">
        <pc:chgData name="Riman Mandal" userId="90468ab2-e22f-4b7b-9bf9-afa16243aaf4" providerId="ADAL" clId="{0CC86355-9EF9-40BA-908C-3264601FDB01}" dt="2025-08-18T05:55:03.135" v="1580" actId="47"/>
        <pc:sldMkLst>
          <pc:docMk/>
          <pc:sldMk cId="3827257431" sldId="313"/>
        </pc:sldMkLst>
      </pc:sldChg>
      <pc:sldChg chg="new del">
        <pc:chgData name="Riman Mandal" userId="90468ab2-e22f-4b7b-9bf9-afa16243aaf4" providerId="ADAL" clId="{0CC86355-9EF9-40BA-908C-3264601FDB01}" dt="2025-08-18T05:55:01.958" v="1579" actId="47"/>
        <pc:sldMkLst>
          <pc:docMk/>
          <pc:sldMk cId="286435512" sldId="314"/>
        </pc:sldMkLst>
      </pc:sldChg>
      <pc:sldChg chg="addSp delSp modSp add mod">
        <pc:chgData name="Riman Mandal" userId="90468ab2-e22f-4b7b-9bf9-afa16243aaf4" providerId="ADAL" clId="{0CC86355-9EF9-40BA-908C-3264601FDB01}" dt="2025-08-18T05:52:40.273" v="1562" actId="123"/>
        <pc:sldMkLst>
          <pc:docMk/>
          <pc:sldMk cId="3295815072" sldId="315"/>
        </pc:sldMkLst>
        <pc:spChg chg="add del mod">
          <ac:chgData name="Riman Mandal" userId="90468ab2-e22f-4b7b-9bf9-afa16243aaf4" providerId="ADAL" clId="{0CC86355-9EF9-40BA-908C-3264601FDB01}" dt="2025-08-18T05:52:20.354" v="1557" actId="12084"/>
          <ac:spMkLst>
            <pc:docMk/>
            <pc:sldMk cId="3295815072" sldId="315"/>
            <ac:spMk id="4" creationId="{2AEAA7E2-56B6-0EB7-3556-228765270C8E}"/>
          </ac:spMkLst>
        </pc:spChg>
        <pc:spChg chg="add del mod">
          <ac:chgData name="Riman Mandal" userId="90468ab2-e22f-4b7b-9bf9-afa16243aaf4" providerId="ADAL" clId="{0CC86355-9EF9-40BA-908C-3264601FDB01}" dt="2025-08-18T05:50:17.917" v="1519" actId="22"/>
          <ac:spMkLst>
            <pc:docMk/>
            <pc:sldMk cId="3295815072" sldId="315"/>
            <ac:spMk id="18" creationId="{3F1373DE-6D2C-FA3B-D9BF-EBC137FBA2DE}"/>
          </ac:spMkLst>
        </pc:spChg>
        <pc:graphicFrameChg chg="add mod">
          <ac:chgData name="Riman Mandal" userId="90468ab2-e22f-4b7b-9bf9-afa16243aaf4" providerId="ADAL" clId="{0CC86355-9EF9-40BA-908C-3264601FDB01}" dt="2025-08-18T05:52:40.273" v="1562" actId="123"/>
          <ac:graphicFrameMkLst>
            <pc:docMk/>
            <pc:sldMk cId="3295815072" sldId="315"/>
            <ac:graphicFrameMk id="19" creationId="{ECDBD913-968F-7DD5-F3F3-29699D0E8873}"/>
          </ac:graphicFrameMkLst>
        </pc:graphicFrameChg>
        <pc:picChg chg="del">
          <ac:chgData name="Riman Mandal" userId="90468ab2-e22f-4b7b-9bf9-afa16243aaf4" providerId="ADAL" clId="{0CC86355-9EF9-40BA-908C-3264601FDB01}" dt="2025-08-18T05:49:54.581" v="1498" actId="478"/>
          <ac:picMkLst>
            <pc:docMk/>
            <pc:sldMk cId="3295815072" sldId="315"/>
            <ac:picMk id="3" creationId="{01B40866-4FF5-8EBF-7AAC-482235047B74}"/>
          </ac:picMkLst>
        </pc:picChg>
      </pc:sldChg>
      <pc:sldChg chg="new del">
        <pc:chgData name="Riman Mandal" userId="90468ab2-e22f-4b7b-9bf9-afa16243aaf4" providerId="ADAL" clId="{0CC86355-9EF9-40BA-908C-3264601FDB01}" dt="2025-08-18T05:54:48.339" v="1575" actId="680"/>
        <pc:sldMkLst>
          <pc:docMk/>
          <pc:sldMk cId="2995245542" sldId="316"/>
        </pc:sldMkLst>
      </pc:sldChg>
      <pc:sldChg chg="addSp delSp modSp add mod">
        <pc:chgData name="Riman Mandal" userId="90468ab2-e22f-4b7b-9bf9-afa16243aaf4" providerId="ADAL" clId="{0CC86355-9EF9-40BA-908C-3264601FDB01}" dt="2025-08-18T05:56:01.157" v="1602" actId="14100"/>
        <pc:sldMkLst>
          <pc:docMk/>
          <pc:sldMk cId="4123813804" sldId="316"/>
        </pc:sldMkLst>
        <pc:spChg chg="add mod">
          <ac:chgData name="Riman Mandal" userId="90468ab2-e22f-4b7b-9bf9-afa16243aaf4" providerId="ADAL" clId="{0CC86355-9EF9-40BA-908C-3264601FDB01}" dt="2025-08-18T05:55:44.997" v="1598" actId="207"/>
          <ac:spMkLst>
            <pc:docMk/>
            <pc:sldMk cId="4123813804" sldId="316"/>
            <ac:spMk id="4" creationId="{A5814F5B-02FF-9E41-428B-2A4F2346609B}"/>
          </ac:spMkLst>
        </pc:spChg>
        <pc:spChg chg="mod">
          <ac:chgData name="Riman Mandal" userId="90468ab2-e22f-4b7b-9bf9-afa16243aaf4" providerId="ADAL" clId="{0CC86355-9EF9-40BA-908C-3264601FDB01}" dt="2025-08-18T05:56:01.157" v="1602" actId="14100"/>
          <ac:spMkLst>
            <pc:docMk/>
            <pc:sldMk cId="4123813804" sldId="316"/>
            <ac:spMk id="5" creationId="{F4F8AB1D-8C51-CB91-C955-CD6FD3EC70EC}"/>
          </ac:spMkLst>
        </pc:spChg>
        <pc:spChg chg="add mod">
          <ac:chgData name="Riman Mandal" userId="90468ab2-e22f-4b7b-9bf9-afa16243aaf4" providerId="ADAL" clId="{0CC86355-9EF9-40BA-908C-3264601FDB01}" dt="2025-08-18T05:55:48.690" v="1599" actId="207"/>
          <ac:spMkLst>
            <pc:docMk/>
            <pc:sldMk cId="4123813804" sldId="316"/>
            <ac:spMk id="16" creationId="{294C5707-C08B-2947-068B-FD7AB31723C9}"/>
          </ac:spMkLst>
        </pc:spChg>
        <pc:picChg chg="del">
          <ac:chgData name="Riman Mandal" userId="90468ab2-e22f-4b7b-9bf9-afa16243aaf4" providerId="ADAL" clId="{0CC86355-9EF9-40BA-908C-3264601FDB01}" dt="2025-08-18T05:55:05.779" v="1581" actId="478"/>
          <ac:picMkLst>
            <pc:docMk/>
            <pc:sldMk cId="4123813804" sldId="316"/>
            <ac:picMk id="3" creationId="{D6DC5A0B-F2D2-1879-9574-FF4CF3829A15}"/>
          </ac:picMkLst>
        </pc:picChg>
      </pc:sldChg>
      <pc:sldChg chg="addSp delSp modSp add mod ord modClrScheme chgLayout">
        <pc:chgData name="Riman Mandal" userId="90468ab2-e22f-4b7b-9bf9-afa16243aaf4" providerId="ADAL" clId="{0CC86355-9EF9-40BA-908C-3264601FDB01}" dt="2025-08-18T06:05:18.769" v="1842" actId="1076"/>
        <pc:sldMkLst>
          <pc:docMk/>
          <pc:sldMk cId="708875377" sldId="317"/>
        </pc:sldMkLst>
        <pc:spChg chg="mod ord">
          <ac:chgData name="Riman Mandal" userId="90468ab2-e22f-4b7b-9bf9-afa16243aaf4" providerId="ADAL" clId="{0CC86355-9EF9-40BA-908C-3264601FDB01}" dt="2025-08-18T06:01:57.607" v="1790" actId="14100"/>
          <ac:spMkLst>
            <pc:docMk/>
            <pc:sldMk cId="708875377" sldId="317"/>
            <ac:spMk id="2" creationId="{CAAC0940-DBB0-8AB2-70CF-934ADC56C86D}"/>
          </ac:spMkLst>
        </pc:spChg>
        <pc:spChg chg="mod ord">
          <ac:chgData name="Riman Mandal" userId="90468ab2-e22f-4b7b-9bf9-afa16243aaf4" providerId="ADAL" clId="{0CC86355-9EF9-40BA-908C-3264601FDB01}" dt="2025-08-18T05:59:13.058" v="1679" actId="700"/>
          <ac:spMkLst>
            <pc:docMk/>
            <pc:sldMk cId="708875377" sldId="317"/>
            <ac:spMk id="3" creationId="{22C888EA-0C86-98E4-8DD2-81E8C66DBFDB}"/>
          </ac:spMkLst>
        </pc:spChg>
        <pc:spChg chg="mod ord">
          <ac:chgData name="Riman Mandal" userId="90468ab2-e22f-4b7b-9bf9-afa16243aaf4" providerId="ADAL" clId="{0CC86355-9EF9-40BA-908C-3264601FDB01}" dt="2025-08-18T05:59:13.058" v="1679" actId="700"/>
          <ac:spMkLst>
            <pc:docMk/>
            <pc:sldMk cId="708875377" sldId="317"/>
            <ac:spMk id="5" creationId="{C6DB039C-A03A-CB57-7017-3F804D73A303}"/>
          </ac:spMkLst>
        </pc:spChg>
        <pc:spChg chg="add del mod">
          <ac:chgData name="Riman Mandal" userId="90468ab2-e22f-4b7b-9bf9-afa16243aaf4" providerId="ADAL" clId="{0CC86355-9EF9-40BA-908C-3264601FDB01}" dt="2025-08-18T06:00:20.974" v="1726"/>
          <ac:spMkLst>
            <pc:docMk/>
            <pc:sldMk cId="708875377" sldId="317"/>
            <ac:spMk id="9" creationId="{4EDE8EBD-2410-E24E-D8B6-F8F90F91A9DE}"/>
          </ac:spMkLst>
        </pc:spChg>
        <pc:spChg chg="add mod ord">
          <ac:chgData name="Riman Mandal" userId="90468ab2-e22f-4b7b-9bf9-afa16243aaf4" providerId="ADAL" clId="{0CC86355-9EF9-40BA-908C-3264601FDB01}" dt="2025-08-18T06:03:52.196" v="1814" actId="122"/>
          <ac:spMkLst>
            <pc:docMk/>
            <pc:sldMk cId="708875377" sldId="317"/>
            <ac:spMk id="10" creationId="{69D5C6E4-FE0C-FC27-095D-DF6AC58E7B38}"/>
          </ac:spMkLst>
        </pc:spChg>
        <pc:spChg chg="add del mod ord">
          <ac:chgData name="Riman Mandal" userId="90468ab2-e22f-4b7b-9bf9-afa16243aaf4" providerId="ADAL" clId="{0CC86355-9EF9-40BA-908C-3264601FDB01}" dt="2025-08-18T06:05:15.574" v="1841" actId="1076"/>
          <ac:spMkLst>
            <pc:docMk/>
            <pc:sldMk cId="708875377" sldId="317"/>
            <ac:spMk id="11" creationId="{28736F71-3D99-0A0E-DDB4-8792F9D4B22C}"/>
          </ac:spMkLst>
        </pc:spChg>
        <pc:spChg chg="add mod ord">
          <ac:chgData name="Riman Mandal" userId="90468ab2-e22f-4b7b-9bf9-afa16243aaf4" providerId="ADAL" clId="{0CC86355-9EF9-40BA-908C-3264601FDB01}" dt="2025-08-18T06:03:54.679" v="1815" actId="122"/>
          <ac:spMkLst>
            <pc:docMk/>
            <pc:sldMk cId="708875377" sldId="317"/>
            <ac:spMk id="12" creationId="{B2CC500C-A961-9BEB-E0B5-9003B63E5959}"/>
          </ac:spMkLst>
        </pc:spChg>
        <pc:spChg chg="add mod ord">
          <ac:chgData name="Riman Mandal" userId="90468ab2-e22f-4b7b-9bf9-afa16243aaf4" providerId="ADAL" clId="{0CC86355-9EF9-40BA-908C-3264601FDB01}" dt="2025-08-18T06:05:18.769" v="1842" actId="1076"/>
          <ac:spMkLst>
            <pc:docMk/>
            <pc:sldMk cId="708875377" sldId="317"/>
            <ac:spMk id="13" creationId="{5745C272-DDAF-B943-378C-950E87FAE904}"/>
          </ac:spMkLst>
        </pc:spChg>
        <pc:spChg chg="add">
          <ac:chgData name="Riman Mandal" userId="90468ab2-e22f-4b7b-9bf9-afa16243aaf4" providerId="ADAL" clId="{0CC86355-9EF9-40BA-908C-3264601FDB01}" dt="2025-08-18T06:00:56.032" v="1760"/>
          <ac:spMkLst>
            <pc:docMk/>
            <pc:sldMk cId="708875377" sldId="317"/>
            <ac:spMk id="14" creationId="{CA271185-F063-DD6C-DC1B-3BA7E78C8C6F}"/>
          </ac:spMkLst>
        </pc:spChg>
        <pc:spChg chg="add">
          <ac:chgData name="Riman Mandal" userId="90468ab2-e22f-4b7b-9bf9-afa16243aaf4" providerId="ADAL" clId="{0CC86355-9EF9-40BA-908C-3264601FDB01}" dt="2025-08-18T06:00:58.996" v="1761"/>
          <ac:spMkLst>
            <pc:docMk/>
            <pc:sldMk cId="708875377" sldId="317"/>
            <ac:spMk id="15" creationId="{5CA61165-F411-1CE7-7F9D-4E8744BDEC33}"/>
          </ac:spMkLst>
        </pc:spChg>
        <pc:spChg chg="add">
          <ac:chgData name="Riman Mandal" userId="90468ab2-e22f-4b7b-9bf9-afa16243aaf4" providerId="ADAL" clId="{0CC86355-9EF9-40BA-908C-3264601FDB01}" dt="2025-08-18T06:01:46.682" v="1786"/>
          <ac:spMkLst>
            <pc:docMk/>
            <pc:sldMk cId="708875377" sldId="317"/>
            <ac:spMk id="16" creationId="{958F7A7B-6957-8FDD-2D5A-EF42796A078E}"/>
          </ac:spMkLst>
        </pc:spChg>
        <pc:graphicFrameChg chg="add del">
          <ac:chgData name="Riman Mandal" userId="90468ab2-e22f-4b7b-9bf9-afa16243aaf4" providerId="ADAL" clId="{0CC86355-9EF9-40BA-908C-3264601FDB01}" dt="2025-08-18T06:03:22.626" v="1809" actId="26606"/>
          <ac:graphicFrameMkLst>
            <pc:docMk/>
            <pc:sldMk cId="708875377" sldId="317"/>
            <ac:graphicFrameMk id="17" creationId="{2729A277-1D69-8724-6580-8F97812C6F33}"/>
          </ac:graphicFrameMkLst>
        </pc:graphicFrameChg>
        <pc:picChg chg="del">
          <ac:chgData name="Riman Mandal" userId="90468ab2-e22f-4b7b-9bf9-afa16243aaf4" providerId="ADAL" clId="{0CC86355-9EF9-40BA-908C-3264601FDB01}" dt="2025-08-18T05:57:52.855" v="1675" actId="478"/>
          <ac:picMkLst>
            <pc:docMk/>
            <pc:sldMk cId="708875377" sldId="317"/>
            <ac:picMk id="6" creationId="{9AACAE5C-B94A-8518-EED8-4BF459D347B3}"/>
          </ac:picMkLst>
        </pc:picChg>
        <pc:picChg chg="add del mod modCrop">
          <ac:chgData name="Riman Mandal" userId="90468ab2-e22f-4b7b-9bf9-afa16243aaf4" providerId="ADAL" clId="{0CC86355-9EF9-40BA-908C-3264601FDB01}" dt="2025-08-18T06:05:11.135" v="1840"/>
          <ac:picMkLst>
            <pc:docMk/>
            <pc:sldMk cId="708875377" sldId="317"/>
            <ac:picMk id="19" creationId="{1A8E79DB-6084-6872-DBE1-1ACF27E805A4}"/>
          </ac:picMkLst>
        </pc:picChg>
      </pc:sldChg>
      <pc:sldChg chg="new del">
        <pc:chgData name="Riman Mandal" userId="90468ab2-e22f-4b7b-9bf9-afa16243aaf4" providerId="ADAL" clId="{0CC86355-9EF9-40BA-908C-3264601FDB01}" dt="2025-08-18T05:57:23.713" v="1646" actId="680"/>
        <pc:sldMkLst>
          <pc:docMk/>
          <pc:sldMk cId="3159544637" sldId="317"/>
        </pc:sldMkLst>
      </pc:sldChg>
      <pc:sldChg chg="new del">
        <pc:chgData name="Riman Mandal" userId="90468ab2-e22f-4b7b-9bf9-afa16243aaf4" providerId="ADAL" clId="{0CC86355-9EF9-40BA-908C-3264601FDB01}" dt="2025-08-18T05:57:29.149" v="1648" actId="680"/>
        <pc:sldMkLst>
          <pc:docMk/>
          <pc:sldMk cId="3913497188" sldId="317"/>
        </pc:sldMkLst>
      </pc:sldChg>
      <pc:sldChg chg="new del">
        <pc:chgData name="Riman Mandal" userId="90468ab2-e22f-4b7b-9bf9-afa16243aaf4" providerId="ADAL" clId="{0CC86355-9EF9-40BA-908C-3264601FDB01}" dt="2025-08-18T06:24:55.918" v="1845" actId="680"/>
        <pc:sldMkLst>
          <pc:docMk/>
          <pc:sldMk cId="2702659287" sldId="318"/>
        </pc:sldMkLst>
      </pc:sldChg>
      <pc:sldChg chg="addSp delSp modSp add mod">
        <pc:chgData name="Riman Mandal" userId="90468ab2-e22f-4b7b-9bf9-afa16243aaf4" providerId="ADAL" clId="{0CC86355-9EF9-40BA-908C-3264601FDB01}" dt="2025-08-18T06:33:54.662" v="1982" actId="207"/>
        <pc:sldMkLst>
          <pc:docMk/>
          <pc:sldMk cId="4179404933" sldId="318"/>
        </pc:sldMkLst>
        <pc:spChg chg="add del mod">
          <ac:chgData name="Riman Mandal" userId="90468ab2-e22f-4b7b-9bf9-afa16243aaf4" providerId="ADAL" clId="{0CC86355-9EF9-40BA-908C-3264601FDB01}" dt="2025-08-18T06:29:21.418" v="1936" actId="12084"/>
          <ac:spMkLst>
            <pc:docMk/>
            <pc:sldMk cId="4179404933" sldId="318"/>
            <ac:spMk id="6" creationId="{A2CB762B-F930-EB31-0EB3-BD62104A9D73}"/>
          </ac:spMkLst>
        </pc:spChg>
        <pc:spChg chg="del mod">
          <ac:chgData name="Riman Mandal" userId="90468ab2-e22f-4b7b-9bf9-afa16243aaf4" providerId="ADAL" clId="{0CC86355-9EF9-40BA-908C-3264601FDB01}" dt="2025-08-18T06:25:09.306" v="1848" actId="478"/>
          <ac:spMkLst>
            <pc:docMk/>
            <pc:sldMk cId="4179404933" sldId="318"/>
            <ac:spMk id="11" creationId="{17635BDA-0D51-4561-D7FA-9224F642F9BD}"/>
          </ac:spMkLst>
        </pc:spChg>
        <pc:spChg chg="add mod">
          <ac:chgData name="Riman Mandal" userId="90468ab2-e22f-4b7b-9bf9-afa16243aaf4" providerId="ADAL" clId="{0CC86355-9EF9-40BA-908C-3264601FDB01}" dt="2025-08-18T06:33:32.344" v="1979" actId="113"/>
          <ac:spMkLst>
            <pc:docMk/>
            <pc:sldMk cId="4179404933" sldId="318"/>
            <ac:spMk id="13" creationId="{FD237C3D-342F-2039-2D53-69F50472867E}"/>
          </ac:spMkLst>
        </pc:spChg>
        <pc:graphicFrameChg chg="add del mod modGraphic">
          <ac:chgData name="Riman Mandal" userId="90468ab2-e22f-4b7b-9bf9-afa16243aaf4" providerId="ADAL" clId="{0CC86355-9EF9-40BA-908C-3264601FDB01}" dt="2025-08-18T06:32:22.885" v="1949" actId="478"/>
          <ac:graphicFrameMkLst>
            <pc:docMk/>
            <pc:sldMk cId="4179404933" sldId="318"/>
            <ac:graphicFrameMk id="9" creationId="{6EE1D9C1-0666-9FF5-710D-77DE3AB7B2B9}"/>
          </ac:graphicFrameMkLst>
        </pc:graphicFrameChg>
        <pc:graphicFrameChg chg="add mod modGraphic">
          <ac:chgData name="Riman Mandal" userId="90468ab2-e22f-4b7b-9bf9-afa16243aaf4" providerId="ADAL" clId="{0CC86355-9EF9-40BA-908C-3264601FDB01}" dt="2025-08-18T06:33:54.662" v="1982" actId="207"/>
          <ac:graphicFrameMkLst>
            <pc:docMk/>
            <pc:sldMk cId="4179404933" sldId="318"/>
            <ac:graphicFrameMk id="10" creationId="{5FBEE102-522D-BF98-806B-0602E7B16C0F}"/>
          </ac:graphicFrameMkLst>
        </pc:graphicFrameChg>
        <pc:graphicFrameChg chg="del">
          <ac:chgData name="Riman Mandal" userId="90468ab2-e22f-4b7b-9bf9-afa16243aaf4" providerId="ADAL" clId="{0CC86355-9EF9-40BA-908C-3264601FDB01}" dt="2025-08-18T06:25:41.336" v="1849" actId="478"/>
          <ac:graphicFrameMkLst>
            <pc:docMk/>
            <pc:sldMk cId="4179404933" sldId="318"/>
            <ac:graphicFrameMk id="21" creationId="{8EE219FE-DD0C-BC84-34CA-BA661BA486DA}"/>
          </ac:graphicFrameMkLst>
        </pc:graphicFrameChg>
      </pc:sldChg>
      <pc:sldChg chg="addSp delSp modSp add mod">
        <pc:chgData name="Riman Mandal" userId="90468ab2-e22f-4b7b-9bf9-afa16243aaf4" providerId="ADAL" clId="{0CC86355-9EF9-40BA-908C-3264601FDB01}" dt="2025-08-18T06:35:32.696" v="1994" actId="1076"/>
        <pc:sldMkLst>
          <pc:docMk/>
          <pc:sldMk cId="644626532" sldId="319"/>
        </pc:sldMkLst>
        <pc:spChg chg="add del mod">
          <ac:chgData name="Riman Mandal" userId="90468ab2-e22f-4b7b-9bf9-afa16243aaf4" providerId="ADAL" clId="{0CC86355-9EF9-40BA-908C-3264601FDB01}" dt="2025-08-18T06:35:04.798" v="1987" actId="478"/>
          <ac:spMkLst>
            <pc:docMk/>
            <pc:sldMk cId="644626532" sldId="319"/>
            <ac:spMk id="3" creationId="{8E3D0ED9-D5E9-590F-34B5-1A94ACBFA381}"/>
          </ac:spMkLst>
        </pc:spChg>
        <pc:spChg chg="del">
          <ac:chgData name="Riman Mandal" userId="90468ab2-e22f-4b7b-9bf9-afa16243aaf4" providerId="ADAL" clId="{0CC86355-9EF9-40BA-908C-3264601FDB01}" dt="2025-08-18T06:35:09.245" v="1988" actId="478"/>
          <ac:spMkLst>
            <pc:docMk/>
            <pc:sldMk cId="644626532" sldId="319"/>
            <ac:spMk id="4" creationId="{85466F4E-0272-A3DA-6E18-81732DBC5083}"/>
          </ac:spMkLst>
        </pc:spChg>
        <pc:spChg chg="del">
          <ac:chgData name="Riman Mandal" userId="90468ab2-e22f-4b7b-9bf9-afa16243aaf4" providerId="ADAL" clId="{0CC86355-9EF9-40BA-908C-3264601FDB01}" dt="2025-08-18T06:35:00.199" v="1986" actId="478"/>
          <ac:spMkLst>
            <pc:docMk/>
            <pc:sldMk cId="644626532" sldId="319"/>
            <ac:spMk id="5" creationId="{1618E50D-A6A6-05A1-4B83-23EA3D3D98B7}"/>
          </ac:spMkLst>
        </pc:spChg>
        <pc:spChg chg="mod">
          <ac:chgData name="Riman Mandal" userId="90468ab2-e22f-4b7b-9bf9-afa16243aaf4" providerId="ADAL" clId="{0CC86355-9EF9-40BA-908C-3264601FDB01}" dt="2025-08-18T06:35:24.012" v="1992" actId="26606"/>
          <ac:spMkLst>
            <pc:docMk/>
            <pc:sldMk cId="644626532" sldId="319"/>
            <ac:spMk id="6" creationId="{27ADB977-342C-AE84-8345-A7EDA8602CEF}"/>
          </ac:spMkLst>
        </pc:spChg>
        <pc:spChg chg="mod">
          <ac:chgData name="Riman Mandal" userId="90468ab2-e22f-4b7b-9bf9-afa16243aaf4" providerId="ADAL" clId="{0CC86355-9EF9-40BA-908C-3264601FDB01}" dt="2025-08-18T06:35:24.012" v="1992" actId="26606"/>
          <ac:spMkLst>
            <pc:docMk/>
            <pc:sldMk cId="644626532" sldId="319"/>
            <ac:spMk id="7" creationId="{8CB4E9D1-73A9-E1DF-2CFC-596B48216AD4}"/>
          </ac:spMkLst>
        </pc:spChg>
        <pc:spChg chg="add del">
          <ac:chgData name="Riman Mandal" userId="90468ab2-e22f-4b7b-9bf9-afa16243aaf4" providerId="ADAL" clId="{0CC86355-9EF9-40BA-908C-3264601FDB01}" dt="2025-08-18T06:35:24.012" v="1992" actId="26606"/>
          <ac:spMkLst>
            <pc:docMk/>
            <pc:sldMk cId="644626532" sldId="319"/>
            <ac:spMk id="8" creationId="{38292E6D-CD89-AD27-B292-8AD3C29EC8B3}"/>
          </ac:spMkLst>
        </pc:spChg>
        <pc:spChg chg="del">
          <ac:chgData name="Riman Mandal" userId="90468ab2-e22f-4b7b-9bf9-afa16243aaf4" providerId="ADAL" clId="{0CC86355-9EF9-40BA-908C-3264601FDB01}" dt="2025-08-18T06:35:12.061" v="1989" actId="478"/>
          <ac:spMkLst>
            <pc:docMk/>
            <pc:sldMk cId="644626532" sldId="319"/>
            <ac:spMk id="16" creationId="{A7665BB9-E789-DA1A-84C2-EB3D961DFF7F}"/>
          </ac:spMkLst>
        </pc:spChg>
        <pc:spChg chg="add del">
          <ac:chgData name="Riman Mandal" userId="90468ab2-e22f-4b7b-9bf9-afa16243aaf4" providerId="ADAL" clId="{0CC86355-9EF9-40BA-908C-3264601FDB01}" dt="2025-08-18T06:35:24.012" v="1992" actId="26606"/>
          <ac:spMkLst>
            <pc:docMk/>
            <pc:sldMk cId="644626532" sldId="319"/>
            <ac:spMk id="24" creationId="{8950AD4C-6AF3-49F8-94E1-DBCAFB39478B}"/>
          </ac:spMkLst>
        </pc:spChg>
        <pc:spChg chg="add del">
          <ac:chgData name="Riman Mandal" userId="90468ab2-e22f-4b7b-9bf9-afa16243aaf4" providerId="ADAL" clId="{0CC86355-9EF9-40BA-908C-3264601FDB01}" dt="2025-08-18T06:35:24.012" v="1992" actId="26606"/>
          <ac:spMkLst>
            <pc:docMk/>
            <pc:sldMk cId="644626532" sldId="319"/>
            <ac:spMk id="26" creationId="{4F359677-6547-4AEF-BE61-1F63509981D5}"/>
          </ac:spMkLst>
        </pc:spChg>
        <pc:spChg chg="add del">
          <ac:chgData name="Riman Mandal" userId="90468ab2-e22f-4b7b-9bf9-afa16243aaf4" providerId="ADAL" clId="{0CC86355-9EF9-40BA-908C-3264601FDB01}" dt="2025-08-18T06:35:24.012" v="1992" actId="26606"/>
          <ac:spMkLst>
            <pc:docMk/>
            <pc:sldMk cId="644626532" sldId="319"/>
            <ac:spMk id="28" creationId="{E03EB81F-53EA-4ACC-A424-38FB58A73C22}"/>
          </ac:spMkLst>
        </pc:spChg>
        <pc:spChg chg="add del">
          <ac:chgData name="Riman Mandal" userId="90468ab2-e22f-4b7b-9bf9-afa16243aaf4" providerId="ADAL" clId="{0CC86355-9EF9-40BA-908C-3264601FDB01}" dt="2025-08-18T06:35:24.012" v="1992" actId="26606"/>
          <ac:spMkLst>
            <pc:docMk/>
            <pc:sldMk cId="644626532" sldId="319"/>
            <ac:spMk id="30" creationId="{8E7A830E-EB82-4D23-B515-44E41D56430D}"/>
          </ac:spMkLst>
        </pc:spChg>
        <pc:spChg chg="add del">
          <ac:chgData name="Riman Mandal" userId="90468ab2-e22f-4b7b-9bf9-afa16243aaf4" providerId="ADAL" clId="{0CC86355-9EF9-40BA-908C-3264601FDB01}" dt="2025-08-18T06:35:24.012" v="1992" actId="26606"/>
          <ac:spMkLst>
            <pc:docMk/>
            <pc:sldMk cId="644626532" sldId="319"/>
            <ac:spMk id="32" creationId="{515AACE5-C50C-49EE-BD63-88D28D469823}"/>
          </ac:spMkLst>
        </pc:spChg>
        <pc:spChg chg="add del">
          <ac:chgData name="Riman Mandal" userId="90468ab2-e22f-4b7b-9bf9-afa16243aaf4" providerId="ADAL" clId="{0CC86355-9EF9-40BA-908C-3264601FDB01}" dt="2025-08-18T06:35:24.012" v="1992" actId="26606"/>
          <ac:spMkLst>
            <pc:docMk/>
            <pc:sldMk cId="644626532" sldId="319"/>
            <ac:spMk id="34" creationId="{4311BE2A-DAA1-49F6-83F6-3D543B8EA4A7}"/>
          </ac:spMkLst>
        </pc:spChg>
        <pc:picChg chg="add mod ord">
          <ac:chgData name="Riman Mandal" userId="90468ab2-e22f-4b7b-9bf9-afa16243aaf4" providerId="ADAL" clId="{0CC86355-9EF9-40BA-908C-3264601FDB01}" dt="2025-08-18T06:35:32.696" v="1994" actId="1076"/>
          <ac:picMkLst>
            <pc:docMk/>
            <pc:sldMk cId="644626532" sldId="319"/>
            <ac:picMk id="19" creationId="{DC0AE76D-0FA9-E915-7234-B5D62A7373FA}"/>
          </ac:picMkLst>
        </pc:picChg>
      </pc:sldChg>
      <pc:sldChg chg="new del">
        <pc:chgData name="Riman Mandal" userId="90468ab2-e22f-4b7b-9bf9-afa16243aaf4" providerId="ADAL" clId="{0CC86355-9EF9-40BA-908C-3264601FDB01}" dt="2025-08-18T06:34:52.791" v="1984" actId="680"/>
        <pc:sldMkLst>
          <pc:docMk/>
          <pc:sldMk cId="2791794333" sldId="319"/>
        </pc:sldMkLst>
      </pc:sldChg>
      <pc:sldChg chg="delSp modSp add del mod">
        <pc:chgData name="Riman Mandal" userId="90468ab2-e22f-4b7b-9bf9-afa16243aaf4" providerId="ADAL" clId="{0CC86355-9EF9-40BA-908C-3264601FDB01}" dt="2025-08-18T06:48:21.544" v="2027" actId="47"/>
        <pc:sldMkLst>
          <pc:docMk/>
          <pc:sldMk cId="1919598418" sldId="320"/>
        </pc:sldMkLst>
        <pc:spChg chg="mod">
          <ac:chgData name="Riman Mandal" userId="90468ab2-e22f-4b7b-9bf9-afa16243aaf4" providerId="ADAL" clId="{0CC86355-9EF9-40BA-908C-3264601FDB01}" dt="2025-08-18T06:47:10.177" v="2013" actId="20577"/>
          <ac:spMkLst>
            <pc:docMk/>
            <pc:sldMk cId="1919598418" sldId="320"/>
            <ac:spMk id="12" creationId="{D6A91F9B-F514-6184-73D0-003C6C2A853A}"/>
          </ac:spMkLst>
        </pc:spChg>
        <pc:picChg chg="del">
          <ac:chgData name="Riman Mandal" userId="90468ab2-e22f-4b7b-9bf9-afa16243aaf4" providerId="ADAL" clId="{0CC86355-9EF9-40BA-908C-3264601FDB01}" dt="2025-08-18T06:47:22.745" v="2014" actId="478"/>
          <ac:picMkLst>
            <pc:docMk/>
            <pc:sldMk cId="1919598418" sldId="320"/>
            <ac:picMk id="9" creationId="{3D8CFE10-ECF1-AF9A-DF74-D73615B6B92B}"/>
          </ac:picMkLst>
        </pc:picChg>
      </pc:sldChg>
      <pc:sldChg chg="add del">
        <pc:chgData name="Riman Mandal" userId="90468ab2-e22f-4b7b-9bf9-afa16243aaf4" providerId="ADAL" clId="{0CC86355-9EF9-40BA-908C-3264601FDB01}" dt="2025-08-18T06:48:11.712" v="2026" actId="47"/>
        <pc:sldMkLst>
          <pc:docMk/>
          <pc:sldMk cId="1982046986" sldId="321"/>
        </pc:sldMkLst>
      </pc:sldChg>
      <pc:sldChg chg="modSp add mod">
        <pc:chgData name="Riman Mandal" userId="90468ab2-e22f-4b7b-9bf9-afa16243aaf4" providerId="ADAL" clId="{0CC86355-9EF9-40BA-908C-3264601FDB01}" dt="2025-08-18T06:54:41.287" v="2055" actId="20577"/>
        <pc:sldMkLst>
          <pc:docMk/>
          <pc:sldMk cId="3783259317" sldId="322"/>
        </pc:sldMkLst>
        <pc:spChg chg="mod">
          <ac:chgData name="Riman Mandal" userId="90468ab2-e22f-4b7b-9bf9-afa16243aaf4" providerId="ADAL" clId="{0CC86355-9EF9-40BA-908C-3264601FDB01}" dt="2025-08-18T06:54:41.287" v="2055" actId="20577"/>
          <ac:spMkLst>
            <pc:docMk/>
            <pc:sldMk cId="3783259317" sldId="322"/>
            <ac:spMk id="12" creationId="{E8E11813-424E-1044-A511-F5073DA7E307}"/>
          </ac:spMkLst>
        </pc:spChg>
        <pc:spChg chg="mod">
          <ac:chgData name="Riman Mandal" userId="90468ab2-e22f-4b7b-9bf9-afa16243aaf4" providerId="ADAL" clId="{0CC86355-9EF9-40BA-908C-3264601FDB01}" dt="2025-08-18T06:47:45.070" v="2019" actId="20577"/>
          <ac:spMkLst>
            <pc:docMk/>
            <pc:sldMk cId="3783259317" sldId="322"/>
            <ac:spMk id="14" creationId="{39584F2C-5CBA-5D40-4071-4E6B16CD77FF}"/>
          </ac:spMkLst>
        </pc:spChg>
        <pc:spChg chg="mod">
          <ac:chgData name="Riman Mandal" userId="90468ab2-e22f-4b7b-9bf9-afa16243aaf4" providerId="ADAL" clId="{0CC86355-9EF9-40BA-908C-3264601FDB01}" dt="2025-08-18T06:47:42.809" v="2018"/>
          <ac:spMkLst>
            <pc:docMk/>
            <pc:sldMk cId="3783259317" sldId="322"/>
            <ac:spMk id="16" creationId="{41CCDC37-E531-FB74-1CB2-A5C8AD7CA5EA}"/>
          </ac:spMkLst>
        </pc:spChg>
        <pc:spChg chg="mod">
          <ac:chgData name="Riman Mandal" userId="90468ab2-e22f-4b7b-9bf9-afa16243aaf4" providerId="ADAL" clId="{0CC86355-9EF9-40BA-908C-3264601FDB01}" dt="2025-08-18T06:47:53.190" v="2024" actId="20577"/>
          <ac:spMkLst>
            <pc:docMk/>
            <pc:sldMk cId="3783259317" sldId="322"/>
            <ac:spMk id="18" creationId="{34238C29-4C14-8C2F-67AA-5E096A77181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dirty="0"/>
            <a:t>Explain single and multidimensional arrays with examples</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dirty="0"/>
            <a:t>Differentiate row-major and column-major array representation</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FD08B9-148E-405D-BD0C-E7D267968F8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6600A1D-113B-4465-8BA7-3880C31A3782}">
      <dgm:prSet custT="1"/>
      <dgm:spPr/>
      <dgm:t>
        <a:bodyPr/>
        <a:lstStyle/>
        <a:p>
          <a:r>
            <a:rPr lang="en-US" sz="1600" dirty="0"/>
            <a:t>1. Marks of Students: Store marks of 40 students in one subject.</a:t>
          </a:r>
        </a:p>
      </dgm:t>
    </dgm:pt>
    <dgm:pt modelId="{23760A09-0FF4-44C5-92A9-81F41FC93BF8}" type="parTrans" cxnId="{87F1AB94-51DA-40BB-A569-ABAB38049EAA}">
      <dgm:prSet/>
      <dgm:spPr/>
      <dgm:t>
        <a:bodyPr/>
        <a:lstStyle/>
        <a:p>
          <a:endParaRPr lang="en-US" sz="1600"/>
        </a:p>
      </dgm:t>
    </dgm:pt>
    <dgm:pt modelId="{4994A657-7AA9-41AE-9F23-B15E6E149C1E}" type="sibTrans" cxnId="{87F1AB94-51DA-40BB-A569-ABAB38049EAA}">
      <dgm:prSet/>
      <dgm:spPr/>
      <dgm:t>
        <a:bodyPr/>
        <a:lstStyle/>
        <a:p>
          <a:endParaRPr lang="en-US" sz="1600"/>
        </a:p>
      </dgm:t>
    </dgm:pt>
    <dgm:pt modelId="{49D65F11-8A23-46D3-8F26-46BAC88C9B52}">
      <dgm:prSet custT="1"/>
      <dgm:spPr/>
      <dgm:t>
        <a:bodyPr/>
        <a:lstStyle/>
        <a:p>
          <a:r>
            <a:rPr lang="en-US" sz="1600" dirty="0"/>
            <a:t>2. Weekly Timetable: 7 days × 6 periods per day.</a:t>
          </a:r>
        </a:p>
      </dgm:t>
    </dgm:pt>
    <dgm:pt modelId="{D637839B-691F-4C5B-B296-E2834DC5F06E}" type="parTrans" cxnId="{764E6D0F-26EA-446A-A96F-BC91C9686E9F}">
      <dgm:prSet/>
      <dgm:spPr/>
      <dgm:t>
        <a:bodyPr/>
        <a:lstStyle/>
        <a:p>
          <a:endParaRPr lang="en-US" sz="1600"/>
        </a:p>
      </dgm:t>
    </dgm:pt>
    <dgm:pt modelId="{AE8AD36B-CA20-43F1-9989-490705486320}" type="sibTrans" cxnId="{764E6D0F-26EA-446A-A96F-BC91C9686E9F}">
      <dgm:prSet/>
      <dgm:spPr/>
      <dgm:t>
        <a:bodyPr/>
        <a:lstStyle/>
        <a:p>
          <a:endParaRPr lang="en-US" sz="1600"/>
        </a:p>
      </dgm:t>
    </dgm:pt>
    <dgm:pt modelId="{A7B24D91-79A2-4833-837C-3B014EC9D0FC}">
      <dgm:prSet custT="1"/>
      <dgm:spPr/>
      <dgm:t>
        <a:bodyPr/>
        <a:lstStyle/>
        <a:p>
          <a:r>
            <a:rPr lang="en-US" sz="1600" dirty="0"/>
            <a:t>3. Image Storage: Height × Width × RGB values. </a:t>
          </a:r>
        </a:p>
      </dgm:t>
    </dgm:pt>
    <dgm:pt modelId="{8D97F141-D2ED-4EAC-A04B-E48925E128D8}" type="parTrans" cxnId="{D1AA33B2-D2A0-491D-81AA-4046E28E0131}">
      <dgm:prSet/>
      <dgm:spPr/>
      <dgm:t>
        <a:bodyPr/>
        <a:lstStyle/>
        <a:p>
          <a:endParaRPr lang="en-US" sz="1600"/>
        </a:p>
      </dgm:t>
    </dgm:pt>
    <dgm:pt modelId="{FFD4AD83-6A71-4235-B900-52BDDFC360FD}" type="sibTrans" cxnId="{D1AA33B2-D2A0-491D-81AA-4046E28E0131}">
      <dgm:prSet/>
      <dgm:spPr/>
      <dgm:t>
        <a:bodyPr/>
        <a:lstStyle/>
        <a:p>
          <a:endParaRPr lang="en-US" sz="1600"/>
        </a:p>
      </dgm:t>
    </dgm:pt>
    <dgm:pt modelId="{04DE7892-32D0-4FED-8CAB-E8537F06563E}">
      <dgm:prSet custT="1"/>
      <dgm:spPr/>
      <dgm:t>
        <a:bodyPr/>
        <a:lstStyle/>
        <a:p>
          <a:r>
            <a:rPr lang="en-US" sz="1600" dirty="0"/>
            <a:t>4. Weather Data: Daily temperature readings for 365 days.</a:t>
          </a:r>
        </a:p>
      </dgm:t>
    </dgm:pt>
    <dgm:pt modelId="{08F9A9C6-D3A4-46BE-A55E-306D5C1D22D4}" type="parTrans" cxnId="{2080DFAC-B6DD-42D1-8B4C-34902883FF0F}">
      <dgm:prSet/>
      <dgm:spPr/>
      <dgm:t>
        <a:bodyPr/>
        <a:lstStyle/>
        <a:p>
          <a:endParaRPr lang="en-US" sz="1600"/>
        </a:p>
      </dgm:t>
    </dgm:pt>
    <dgm:pt modelId="{430A4320-9AA0-4D35-813F-D96A2AEB66BD}" type="sibTrans" cxnId="{2080DFAC-B6DD-42D1-8B4C-34902883FF0F}">
      <dgm:prSet/>
      <dgm:spPr/>
      <dgm:t>
        <a:bodyPr/>
        <a:lstStyle/>
        <a:p>
          <a:endParaRPr lang="en-US" sz="1600"/>
        </a:p>
      </dgm:t>
    </dgm:pt>
    <dgm:pt modelId="{A1D933F7-F705-4BCA-A51A-610F874C62C1}">
      <dgm:prSet custT="1"/>
      <dgm:spPr/>
      <dgm:t>
        <a:bodyPr/>
        <a:lstStyle/>
        <a:p>
          <a:r>
            <a:rPr lang="en-US" sz="1600" dirty="0"/>
            <a:t>5. Rubik’s Cube: 3D coordinates (x, y, z) with colors.</a:t>
          </a:r>
        </a:p>
      </dgm:t>
    </dgm:pt>
    <dgm:pt modelId="{43B397B3-4D54-4AC4-815A-B22973BE8D5F}" type="parTrans" cxnId="{10153119-53B0-4358-85E9-EAC2799FB783}">
      <dgm:prSet/>
      <dgm:spPr/>
      <dgm:t>
        <a:bodyPr/>
        <a:lstStyle/>
        <a:p>
          <a:endParaRPr lang="en-US" sz="1600"/>
        </a:p>
      </dgm:t>
    </dgm:pt>
    <dgm:pt modelId="{CBF38CC3-73F6-48E0-94CC-A17B70897AE8}" type="sibTrans" cxnId="{10153119-53B0-4358-85E9-EAC2799FB783}">
      <dgm:prSet/>
      <dgm:spPr/>
      <dgm:t>
        <a:bodyPr/>
        <a:lstStyle/>
        <a:p>
          <a:endParaRPr lang="en-US" sz="1600"/>
        </a:p>
      </dgm:t>
    </dgm:pt>
    <dgm:pt modelId="{4BECF182-603E-4263-9CB8-19B654128797}">
      <dgm:prSet custT="1"/>
      <dgm:spPr/>
      <dgm:t>
        <a:bodyPr/>
        <a:lstStyle/>
        <a:p>
          <a:r>
            <a:rPr lang="en-US" sz="1600" dirty="0"/>
            <a:t>6. Student Records: Roll number, name, and 5 subject marks of 50 students.</a:t>
          </a:r>
        </a:p>
      </dgm:t>
    </dgm:pt>
    <dgm:pt modelId="{C1B5091A-6529-4710-BFA4-2361EB27FD91}" type="parTrans" cxnId="{85D847AB-8495-451F-A2E8-474AB2C10964}">
      <dgm:prSet/>
      <dgm:spPr/>
      <dgm:t>
        <a:bodyPr/>
        <a:lstStyle/>
        <a:p>
          <a:endParaRPr lang="en-US" sz="1600"/>
        </a:p>
      </dgm:t>
    </dgm:pt>
    <dgm:pt modelId="{7C013CCC-41CC-4667-A956-7E2E8A5E5500}" type="sibTrans" cxnId="{85D847AB-8495-451F-A2E8-474AB2C10964}">
      <dgm:prSet/>
      <dgm:spPr/>
      <dgm:t>
        <a:bodyPr/>
        <a:lstStyle/>
        <a:p>
          <a:endParaRPr lang="en-US" sz="1600"/>
        </a:p>
      </dgm:t>
    </dgm:pt>
    <dgm:pt modelId="{034EFEB0-88FB-4769-8235-FFB170926427}">
      <dgm:prSet custT="1"/>
      <dgm:spPr/>
      <dgm:t>
        <a:bodyPr/>
        <a:lstStyle/>
        <a:p>
          <a:r>
            <a:rPr lang="en-US" sz="1600" dirty="0"/>
            <a:t>7. Cinema Seat Booking : 15 rows × 20 columns.</a:t>
          </a:r>
        </a:p>
      </dgm:t>
    </dgm:pt>
    <dgm:pt modelId="{BB7C98AE-6A2B-4A0C-AD77-D1658085E65A}" type="parTrans" cxnId="{3E40E699-7834-4A81-A22F-BB83C9E4D4EA}">
      <dgm:prSet/>
      <dgm:spPr/>
      <dgm:t>
        <a:bodyPr/>
        <a:lstStyle/>
        <a:p>
          <a:endParaRPr lang="en-US" sz="1600"/>
        </a:p>
      </dgm:t>
    </dgm:pt>
    <dgm:pt modelId="{4A599A7F-80AC-4900-BE5E-D54F6362B825}" type="sibTrans" cxnId="{3E40E699-7834-4A81-A22F-BB83C9E4D4EA}">
      <dgm:prSet/>
      <dgm:spPr/>
      <dgm:t>
        <a:bodyPr/>
        <a:lstStyle/>
        <a:p>
          <a:endParaRPr lang="en-US" sz="1600"/>
        </a:p>
      </dgm:t>
    </dgm:pt>
    <dgm:pt modelId="{E55D5F26-2FD7-4C4B-BA2B-88022D1F8E26}">
      <dgm:prSet custT="1"/>
      <dgm:spPr/>
      <dgm:t>
        <a:bodyPr/>
        <a:lstStyle/>
        <a:p>
          <a:r>
            <a:rPr lang="en-US" sz="1600" dirty="0"/>
            <a:t>8. Video Storage: Frames of video, each frame = image (Height × Width × RGB).</a:t>
          </a:r>
        </a:p>
      </dgm:t>
    </dgm:pt>
    <dgm:pt modelId="{DD3802EF-5F7F-4CC4-819F-68D098454082}" type="parTrans" cxnId="{A02F6EBC-4A50-4000-85AD-4539BECF0B23}">
      <dgm:prSet/>
      <dgm:spPr/>
      <dgm:t>
        <a:bodyPr/>
        <a:lstStyle/>
        <a:p>
          <a:endParaRPr lang="en-US" sz="1600"/>
        </a:p>
      </dgm:t>
    </dgm:pt>
    <dgm:pt modelId="{AFE14312-0413-4022-957B-88AFAA077207}" type="sibTrans" cxnId="{A02F6EBC-4A50-4000-85AD-4539BECF0B23}">
      <dgm:prSet/>
      <dgm:spPr/>
      <dgm:t>
        <a:bodyPr/>
        <a:lstStyle/>
        <a:p>
          <a:endParaRPr lang="en-US" sz="1600"/>
        </a:p>
      </dgm:t>
    </dgm:pt>
    <dgm:pt modelId="{C821ACAC-568D-48CD-A204-2CDF406C9AB7}">
      <dgm:prSet custT="1"/>
      <dgm:spPr/>
      <dgm:t>
        <a:bodyPr/>
        <a:lstStyle/>
        <a:p>
          <a:r>
            <a:rPr lang="en-US" sz="1600" dirty="0"/>
            <a:t>9. Hospital Patient Data: Ward × Bed × Health parameters.</a:t>
          </a:r>
        </a:p>
      </dgm:t>
    </dgm:pt>
    <dgm:pt modelId="{FB8C4CFC-A089-4BE2-81EB-F665A1EEF586}" type="parTrans" cxnId="{8E44FFB7-0010-49ED-9D81-538AAB6C068D}">
      <dgm:prSet/>
      <dgm:spPr/>
      <dgm:t>
        <a:bodyPr/>
        <a:lstStyle/>
        <a:p>
          <a:endParaRPr lang="en-US" sz="1600"/>
        </a:p>
      </dgm:t>
    </dgm:pt>
    <dgm:pt modelId="{F85374F8-313C-4DF8-95D0-F8501A1A15AB}" type="sibTrans" cxnId="{8E44FFB7-0010-49ED-9D81-538AAB6C068D}">
      <dgm:prSet/>
      <dgm:spPr/>
      <dgm:t>
        <a:bodyPr/>
        <a:lstStyle/>
        <a:p>
          <a:endParaRPr lang="en-US" sz="1600"/>
        </a:p>
      </dgm:t>
    </dgm:pt>
    <dgm:pt modelId="{C5BBFCFC-B5AF-49E2-BEE0-9D13EE6E1B29}" type="pres">
      <dgm:prSet presAssocID="{63FD08B9-148E-405D-BD0C-E7D267968F8A}" presName="linear" presStyleCnt="0">
        <dgm:presLayoutVars>
          <dgm:animLvl val="lvl"/>
          <dgm:resizeHandles val="exact"/>
        </dgm:presLayoutVars>
      </dgm:prSet>
      <dgm:spPr/>
    </dgm:pt>
    <dgm:pt modelId="{086C23B0-3154-43EE-944F-A5ED90585EDF}" type="pres">
      <dgm:prSet presAssocID="{A6600A1D-113B-4465-8BA7-3880C31A3782}" presName="parentText" presStyleLbl="node1" presStyleIdx="0" presStyleCnt="9">
        <dgm:presLayoutVars>
          <dgm:chMax val="0"/>
          <dgm:bulletEnabled val="1"/>
        </dgm:presLayoutVars>
      </dgm:prSet>
      <dgm:spPr/>
    </dgm:pt>
    <dgm:pt modelId="{29095279-055C-4F94-8EFF-9A40A8C9B255}" type="pres">
      <dgm:prSet presAssocID="{4994A657-7AA9-41AE-9F23-B15E6E149C1E}" presName="spacer" presStyleCnt="0"/>
      <dgm:spPr/>
    </dgm:pt>
    <dgm:pt modelId="{7851FC44-3599-4987-AAF8-AF575586ABFE}" type="pres">
      <dgm:prSet presAssocID="{49D65F11-8A23-46D3-8F26-46BAC88C9B52}" presName="parentText" presStyleLbl="node1" presStyleIdx="1" presStyleCnt="9">
        <dgm:presLayoutVars>
          <dgm:chMax val="0"/>
          <dgm:bulletEnabled val="1"/>
        </dgm:presLayoutVars>
      </dgm:prSet>
      <dgm:spPr/>
    </dgm:pt>
    <dgm:pt modelId="{5DAC497A-E36E-45D7-95C7-1B3ED22FC325}" type="pres">
      <dgm:prSet presAssocID="{AE8AD36B-CA20-43F1-9989-490705486320}" presName="spacer" presStyleCnt="0"/>
      <dgm:spPr/>
    </dgm:pt>
    <dgm:pt modelId="{7454A3D8-71BA-42C4-A282-5A8F55F68A9D}" type="pres">
      <dgm:prSet presAssocID="{A7B24D91-79A2-4833-837C-3B014EC9D0FC}" presName="parentText" presStyleLbl="node1" presStyleIdx="2" presStyleCnt="9">
        <dgm:presLayoutVars>
          <dgm:chMax val="0"/>
          <dgm:bulletEnabled val="1"/>
        </dgm:presLayoutVars>
      </dgm:prSet>
      <dgm:spPr/>
    </dgm:pt>
    <dgm:pt modelId="{59A17729-D72E-4D67-B3C4-90BABAEB5AEE}" type="pres">
      <dgm:prSet presAssocID="{FFD4AD83-6A71-4235-B900-52BDDFC360FD}" presName="spacer" presStyleCnt="0"/>
      <dgm:spPr/>
    </dgm:pt>
    <dgm:pt modelId="{A4956853-9211-4604-9A36-7CC5F93E5DD5}" type="pres">
      <dgm:prSet presAssocID="{04DE7892-32D0-4FED-8CAB-E8537F06563E}" presName="parentText" presStyleLbl="node1" presStyleIdx="3" presStyleCnt="9">
        <dgm:presLayoutVars>
          <dgm:chMax val="0"/>
          <dgm:bulletEnabled val="1"/>
        </dgm:presLayoutVars>
      </dgm:prSet>
      <dgm:spPr/>
    </dgm:pt>
    <dgm:pt modelId="{FF4F5533-8B8F-450B-B671-68D56717AB53}" type="pres">
      <dgm:prSet presAssocID="{430A4320-9AA0-4D35-813F-D96A2AEB66BD}" presName="spacer" presStyleCnt="0"/>
      <dgm:spPr/>
    </dgm:pt>
    <dgm:pt modelId="{AF4CD8B9-E152-497D-ABD3-8CDC4444DCE2}" type="pres">
      <dgm:prSet presAssocID="{A1D933F7-F705-4BCA-A51A-610F874C62C1}" presName="parentText" presStyleLbl="node1" presStyleIdx="4" presStyleCnt="9">
        <dgm:presLayoutVars>
          <dgm:chMax val="0"/>
          <dgm:bulletEnabled val="1"/>
        </dgm:presLayoutVars>
      </dgm:prSet>
      <dgm:spPr/>
    </dgm:pt>
    <dgm:pt modelId="{4FC85ACF-A6EA-4896-9FBF-F0F0C5D52FA0}" type="pres">
      <dgm:prSet presAssocID="{CBF38CC3-73F6-48E0-94CC-A17B70897AE8}" presName="spacer" presStyleCnt="0"/>
      <dgm:spPr/>
    </dgm:pt>
    <dgm:pt modelId="{59D58F93-DF9D-4323-AA91-5778981C7C53}" type="pres">
      <dgm:prSet presAssocID="{4BECF182-603E-4263-9CB8-19B654128797}" presName="parentText" presStyleLbl="node1" presStyleIdx="5" presStyleCnt="9">
        <dgm:presLayoutVars>
          <dgm:chMax val="0"/>
          <dgm:bulletEnabled val="1"/>
        </dgm:presLayoutVars>
      </dgm:prSet>
      <dgm:spPr/>
    </dgm:pt>
    <dgm:pt modelId="{41102D19-9CEE-4697-B0BC-D605883C14D0}" type="pres">
      <dgm:prSet presAssocID="{7C013CCC-41CC-4667-A956-7E2E8A5E5500}" presName="spacer" presStyleCnt="0"/>
      <dgm:spPr/>
    </dgm:pt>
    <dgm:pt modelId="{FB69248A-12CC-4906-965E-06A4588AE2B2}" type="pres">
      <dgm:prSet presAssocID="{034EFEB0-88FB-4769-8235-FFB170926427}" presName="parentText" presStyleLbl="node1" presStyleIdx="6" presStyleCnt="9">
        <dgm:presLayoutVars>
          <dgm:chMax val="0"/>
          <dgm:bulletEnabled val="1"/>
        </dgm:presLayoutVars>
      </dgm:prSet>
      <dgm:spPr/>
    </dgm:pt>
    <dgm:pt modelId="{913BA10C-EF8A-4A23-B7EE-E727A6E53551}" type="pres">
      <dgm:prSet presAssocID="{4A599A7F-80AC-4900-BE5E-D54F6362B825}" presName="spacer" presStyleCnt="0"/>
      <dgm:spPr/>
    </dgm:pt>
    <dgm:pt modelId="{2CE9DAF5-5CA1-4D04-B108-0A528B898927}" type="pres">
      <dgm:prSet presAssocID="{E55D5F26-2FD7-4C4B-BA2B-88022D1F8E26}" presName="parentText" presStyleLbl="node1" presStyleIdx="7" presStyleCnt="9">
        <dgm:presLayoutVars>
          <dgm:chMax val="0"/>
          <dgm:bulletEnabled val="1"/>
        </dgm:presLayoutVars>
      </dgm:prSet>
      <dgm:spPr/>
    </dgm:pt>
    <dgm:pt modelId="{6B9684ED-CDEA-456D-BF94-2C16A5E9FEDE}" type="pres">
      <dgm:prSet presAssocID="{AFE14312-0413-4022-957B-88AFAA077207}" presName="spacer" presStyleCnt="0"/>
      <dgm:spPr/>
    </dgm:pt>
    <dgm:pt modelId="{CE928817-F800-4B29-871D-81520A8B6CF1}" type="pres">
      <dgm:prSet presAssocID="{C821ACAC-568D-48CD-A204-2CDF406C9AB7}" presName="parentText" presStyleLbl="node1" presStyleIdx="8" presStyleCnt="9">
        <dgm:presLayoutVars>
          <dgm:chMax val="0"/>
          <dgm:bulletEnabled val="1"/>
        </dgm:presLayoutVars>
      </dgm:prSet>
      <dgm:spPr/>
    </dgm:pt>
  </dgm:ptLst>
  <dgm:cxnLst>
    <dgm:cxn modelId="{764E6D0F-26EA-446A-A96F-BC91C9686E9F}" srcId="{63FD08B9-148E-405D-BD0C-E7D267968F8A}" destId="{49D65F11-8A23-46D3-8F26-46BAC88C9B52}" srcOrd="1" destOrd="0" parTransId="{D637839B-691F-4C5B-B296-E2834DC5F06E}" sibTransId="{AE8AD36B-CA20-43F1-9989-490705486320}"/>
    <dgm:cxn modelId="{B02C4312-115D-4B93-A79B-2114B49349E8}" type="presOf" srcId="{A7B24D91-79A2-4833-837C-3B014EC9D0FC}" destId="{7454A3D8-71BA-42C4-A282-5A8F55F68A9D}" srcOrd="0" destOrd="0" presId="urn:microsoft.com/office/officeart/2005/8/layout/vList2"/>
    <dgm:cxn modelId="{028CFD15-D291-470F-864B-7CCD60D79E3F}" type="presOf" srcId="{A6600A1D-113B-4465-8BA7-3880C31A3782}" destId="{086C23B0-3154-43EE-944F-A5ED90585EDF}" srcOrd="0" destOrd="0" presId="urn:microsoft.com/office/officeart/2005/8/layout/vList2"/>
    <dgm:cxn modelId="{10153119-53B0-4358-85E9-EAC2799FB783}" srcId="{63FD08B9-148E-405D-BD0C-E7D267968F8A}" destId="{A1D933F7-F705-4BCA-A51A-610F874C62C1}" srcOrd="4" destOrd="0" parTransId="{43B397B3-4D54-4AC4-815A-B22973BE8D5F}" sibTransId="{CBF38CC3-73F6-48E0-94CC-A17B70897AE8}"/>
    <dgm:cxn modelId="{0BCA9D20-CEAD-4AC7-9B0B-58A6F81B375E}" type="presOf" srcId="{034EFEB0-88FB-4769-8235-FFB170926427}" destId="{FB69248A-12CC-4906-965E-06A4588AE2B2}" srcOrd="0" destOrd="0" presId="urn:microsoft.com/office/officeart/2005/8/layout/vList2"/>
    <dgm:cxn modelId="{B0A7062C-621E-42D1-95DB-9956BD253A7E}" type="presOf" srcId="{C821ACAC-568D-48CD-A204-2CDF406C9AB7}" destId="{CE928817-F800-4B29-871D-81520A8B6CF1}" srcOrd="0" destOrd="0" presId="urn:microsoft.com/office/officeart/2005/8/layout/vList2"/>
    <dgm:cxn modelId="{0969AB32-C8B4-43BC-B5C7-9F4803DF683F}" type="presOf" srcId="{63FD08B9-148E-405D-BD0C-E7D267968F8A}" destId="{C5BBFCFC-B5AF-49E2-BEE0-9D13EE6E1B29}" srcOrd="0" destOrd="0" presId="urn:microsoft.com/office/officeart/2005/8/layout/vList2"/>
    <dgm:cxn modelId="{1BE05049-E7A2-4591-B7B3-89F367852F22}" type="presOf" srcId="{04DE7892-32D0-4FED-8CAB-E8537F06563E}" destId="{A4956853-9211-4604-9A36-7CC5F93E5DD5}" srcOrd="0" destOrd="0" presId="urn:microsoft.com/office/officeart/2005/8/layout/vList2"/>
    <dgm:cxn modelId="{990F6170-B3ED-4A14-BE4B-DF31060A6046}" type="presOf" srcId="{4BECF182-603E-4263-9CB8-19B654128797}" destId="{59D58F93-DF9D-4323-AA91-5778981C7C53}" srcOrd="0" destOrd="0" presId="urn:microsoft.com/office/officeart/2005/8/layout/vList2"/>
    <dgm:cxn modelId="{C5DE7C7A-C808-4A1D-9678-3F786C0E0FCC}" type="presOf" srcId="{49D65F11-8A23-46D3-8F26-46BAC88C9B52}" destId="{7851FC44-3599-4987-AAF8-AF575586ABFE}" srcOrd="0" destOrd="0" presId="urn:microsoft.com/office/officeart/2005/8/layout/vList2"/>
    <dgm:cxn modelId="{87F1AB94-51DA-40BB-A569-ABAB38049EAA}" srcId="{63FD08B9-148E-405D-BD0C-E7D267968F8A}" destId="{A6600A1D-113B-4465-8BA7-3880C31A3782}" srcOrd="0" destOrd="0" parTransId="{23760A09-0FF4-44C5-92A9-81F41FC93BF8}" sibTransId="{4994A657-7AA9-41AE-9F23-B15E6E149C1E}"/>
    <dgm:cxn modelId="{3E40E699-7834-4A81-A22F-BB83C9E4D4EA}" srcId="{63FD08B9-148E-405D-BD0C-E7D267968F8A}" destId="{034EFEB0-88FB-4769-8235-FFB170926427}" srcOrd="6" destOrd="0" parTransId="{BB7C98AE-6A2B-4A0C-AD77-D1658085E65A}" sibTransId="{4A599A7F-80AC-4900-BE5E-D54F6362B825}"/>
    <dgm:cxn modelId="{FF3D879D-F8DA-4D4B-ADF7-EE3700704ECD}" type="presOf" srcId="{A1D933F7-F705-4BCA-A51A-610F874C62C1}" destId="{AF4CD8B9-E152-497D-ABD3-8CDC4444DCE2}" srcOrd="0" destOrd="0" presId="urn:microsoft.com/office/officeart/2005/8/layout/vList2"/>
    <dgm:cxn modelId="{85D847AB-8495-451F-A2E8-474AB2C10964}" srcId="{63FD08B9-148E-405D-BD0C-E7D267968F8A}" destId="{4BECF182-603E-4263-9CB8-19B654128797}" srcOrd="5" destOrd="0" parTransId="{C1B5091A-6529-4710-BFA4-2361EB27FD91}" sibTransId="{7C013CCC-41CC-4667-A956-7E2E8A5E5500}"/>
    <dgm:cxn modelId="{2080DFAC-B6DD-42D1-8B4C-34902883FF0F}" srcId="{63FD08B9-148E-405D-BD0C-E7D267968F8A}" destId="{04DE7892-32D0-4FED-8CAB-E8537F06563E}" srcOrd="3" destOrd="0" parTransId="{08F9A9C6-D3A4-46BE-A55E-306D5C1D22D4}" sibTransId="{430A4320-9AA0-4D35-813F-D96A2AEB66BD}"/>
    <dgm:cxn modelId="{D1AA33B2-D2A0-491D-81AA-4046E28E0131}" srcId="{63FD08B9-148E-405D-BD0C-E7D267968F8A}" destId="{A7B24D91-79A2-4833-837C-3B014EC9D0FC}" srcOrd="2" destOrd="0" parTransId="{8D97F141-D2ED-4EAC-A04B-E48925E128D8}" sibTransId="{FFD4AD83-6A71-4235-B900-52BDDFC360FD}"/>
    <dgm:cxn modelId="{8E44FFB7-0010-49ED-9D81-538AAB6C068D}" srcId="{63FD08B9-148E-405D-BD0C-E7D267968F8A}" destId="{C821ACAC-568D-48CD-A204-2CDF406C9AB7}" srcOrd="8" destOrd="0" parTransId="{FB8C4CFC-A089-4BE2-81EB-F665A1EEF586}" sibTransId="{F85374F8-313C-4DF8-95D0-F8501A1A15AB}"/>
    <dgm:cxn modelId="{A02F6EBC-4A50-4000-85AD-4539BECF0B23}" srcId="{63FD08B9-148E-405D-BD0C-E7D267968F8A}" destId="{E55D5F26-2FD7-4C4B-BA2B-88022D1F8E26}" srcOrd="7" destOrd="0" parTransId="{DD3802EF-5F7F-4CC4-819F-68D098454082}" sibTransId="{AFE14312-0413-4022-957B-88AFAA077207}"/>
    <dgm:cxn modelId="{884A56F4-2B3E-464D-8FCF-C90A3C7373E5}" type="presOf" srcId="{E55D5F26-2FD7-4C4B-BA2B-88022D1F8E26}" destId="{2CE9DAF5-5CA1-4D04-B108-0A528B898927}" srcOrd="0" destOrd="0" presId="urn:microsoft.com/office/officeart/2005/8/layout/vList2"/>
    <dgm:cxn modelId="{7B43D04E-7F27-42F1-AE54-A56141A5C9D3}" type="presParOf" srcId="{C5BBFCFC-B5AF-49E2-BEE0-9D13EE6E1B29}" destId="{086C23B0-3154-43EE-944F-A5ED90585EDF}" srcOrd="0" destOrd="0" presId="urn:microsoft.com/office/officeart/2005/8/layout/vList2"/>
    <dgm:cxn modelId="{18644D33-50A1-4A48-81C8-CB3E297BC7F7}" type="presParOf" srcId="{C5BBFCFC-B5AF-49E2-BEE0-9D13EE6E1B29}" destId="{29095279-055C-4F94-8EFF-9A40A8C9B255}" srcOrd="1" destOrd="0" presId="urn:microsoft.com/office/officeart/2005/8/layout/vList2"/>
    <dgm:cxn modelId="{84194366-48E3-4C91-A835-CFD56AA6AD33}" type="presParOf" srcId="{C5BBFCFC-B5AF-49E2-BEE0-9D13EE6E1B29}" destId="{7851FC44-3599-4987-AAF8-AF575586ABFE}" srcOrd="2" destOrd="0" presId="urn:microsoft.com/office/officeart/2005/8/layout/vList2"/>
    <dgm:cxn modelId="{EB04098D-60F3-42C7-9855-07CDD63AE6A3}" type="presParOf" srcId="{C5BBFCFC-B5AF-49E2-BEE0-9D13EE6E1B29}" destId="{5DAC497A-E36E-45D7-95C7-1B3ED22FC325}" srcOrd="3" destOrd="0" presId="urn:microsoft.com/office/officeart/2005/8/layout/vList2"/>
    <dgm:cxn modelId="{EB8CA870-D242-40E7-BC28-2D68A23CDF0C}" type="presParOf" srcId="{C5BBFCFC-B5AF-49E2-BEE0-9D13EE6E1B29}" destId="{7454A3D8-71BA-42C4-A282-5A8F55F68A9D}" srcOrd="4" destOrd="0" presId="urn:microsoft.com/office/officeart/2005/8/layout/vList2"/>
    <dgm:cxn modelId="{3431284D-0ADA-44DC-961D-12F8CE53458F}" type="presParOf" srcId="{C5BBFCFC-B5AF-49E2-BEE0-9D13EE6E1B29}" destId="{59A17729-D72E-4D67-B3C4-90BABAEB5AEE}" srcOrd="5" destOrd="0" presId="urn:microsoft.com/office/officeart/2005/8/layout/vList2"/>
    <dgm:cxn modelId="{39BC5359-52E9-4DEA-99EA-CEE852E926A0}" type="presParOf" srcId="{C5BBFCFC-B5AF-49E2-BEE0-9D13EE6E1B29}" destId="{A4956853-9211-4604-9A36-7CC5F93E5DD5}" srcOrd="6" destOrd="0" presId="urn:microsoft.com/office/officeart/2005/8/layout/vList2"/>
    <dgm:cxn modelId="{E6E7738F-1F9F-44CF-A4F3-80886EA2C03F}" type="presParOf" srcId="{C5BBFCFC-B5AF-49E2-BEE0-9D13EE6E1B29}" destId="{FF4F5533-8B8F-450B-B671-68D56717AB53}" srcOrd="7" destOrd="0" presId="urn:microsoft.com/office/officeart/2005/8/layout/vList2"/>
    <dgm:cxn modelId="{E88BB901-072B-4271-AD83-DF19D579B113}" type="presParOf" srcId="{C5BBFCFC-B5AF-49E2-BEE0-9D13EE6E1B29}" destId="{AF4CD8B9-E152-497D-ABD3-8CDC4444DCE2}" srcOrd="8" destOrd="0" presId="urn:microsoft.com/office/officeart/2005/8/layout/vList2"/>
    <dgm:cxn modelId="{36716FF4-5439-4E33-A3CC-FA86B203C5A8}" type="presParOf" srcId="{C5BBFCFC-B5AF-49E2-BEE0-9D13EE6E1B29}" destId="{4FC85ACF-A6EA-4896-9FBF-F0F0C5D52FA0}" srcOrd="9" destOrd="0" presId="urn:microsoft.com/office/officeart/2005/8/layout/vList2"/>
    <dgm:cxn modelId="{6E6F5198-02B8-4296-965F-D084068F481C}" type="presParOf" srcId="{C5BBFCFC-B5AF-49E2-BEE0-9D13EE6E1B29}" destId="{59D58F93-DF9D-4323-AA91-5778981C7C53}" srcOrd="10" destOrd="0" presId="urn:microsoft.com/office/officeart/2005/8/layout/vList2"/>
    <dgm:cxn modelId="{64B02FD2-BE1D-43B8-9373-890F23CD8FE8}" type="presParOf" srcId="{C5BBFCFC-B5AF-49E2-BEE0-9D13EE6E1B29}" destId="{41102D19-9CEE-4697-B0BC-D605883C14D0}" srcOrd="11" destOrd="0" presId="urn:microsoft.com/office/officeart/2005/8/layout/vList2"/>
    <dgm:cxn modelId="{4C64CCAB-90F0-45CC-B34B-1B147B072CD5}" type="presParOf" srcId="{C5BBFCFC-B5AF-49E2-BEE0-9D13EE6E1B29}" destId="{FB69248A-12CC-4906-965E-06A4588AE2B2}" srcOrd="12" destOrd="0" presId="urn:microsoft.com/office/officeart/2005/8/layout/vList2"/>
    <dgm:cxn modelId="{A026E106-A762-411F-BB8E-C9BCDDAEA579}" type="presParOf" srcId="{C5BBFCFC-B5AF-49E2-BEE0-9D13EE6E1B29}" destId="{913BA10C-EF8A-4A23-B7EE-E727A6E53551}" srcOrd="13" destOrd="0" presId="urn:microsoft.com/office/officeart/2005/8/layout/vList2"/>
    <dgm:cxn modelId="{27104250-88B9-40D2-894B-CF3F1961A9D5}" type="presParOf" srcId="{C5BBFCFC-B5AF-49E2-BEE0-9D13EE6E1B29}" destId="{2CE9DAF5-5CA1-4D04-B108-0A528B898927}" srcOrd="14" destOrd="0" presId="urn:microsoft.com/office/officeart/2005/8/layout/vList2"/>
    <dgm:cxn modelId="{0CC5E405-91C7-4BA0-8BC0-A60F3842CE43}" type="presParOf" srcId="{C5BBFCFC-B5AF-49E2-BEE0-9D13EE6E1B29}" destId="{6B9684ED-CDEA-456D-BF94-2C16A5E9FEDE}" srcOrd="15" destOrd="0" presId="urn:microsoft.com/office/officeart/2005/8/layout/vList2"/>
    <dgm:cxn modelId="{090F576A-1572-4B3D-9ABF-EDCC870C8589}" type="presParOf" srcId="{C5BBFCFC-B5AF-49E2-BEE0-9D13EE6E1B29}" destId="{CE928817-F800-4B29-871D-81520A8B6CF1}" srcOrd="1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99DA0D4-374D-4E38-961B-63DA5F38DCE4}"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IN"/>
        </a:p>
      </dgm:t>
    </dgm:pt>
    <dgm:pt modelId="{B2F5CF5E-4911-4129-B408-90E810106DCF}">
      <dgm:prSet/>
      <dgm:spPr/>
      <dgm:t>
        <a:bodyPr/>
        <a:lstStyle/>
        <a:p>
          <a:r>
            <a:rPr lang="en-US" b="0" i="0" baseline="0"/>
            <a:t>Row Major Order:</a:t>
          </a:r>
          <a:endParaRPr lang="en-IN"/>
        </a:p>
      </dgm:t>
    </dgm:pt>
    <dgm:pt modelId="{FF974BFB-3D07-4620-8923-630B6A9CC49C}" type="parTrans" cxnId="{B5B6DD19-C730-4C9E-AC75-D37867E4D5BC}">
      <dgm:prSet/>
      <dgm:spPr/>
      <dgm:t>
        <a:bodyPr/>
        <a:lstStyle/>
        <a:p>
          <a:endParaRPr lang="en-IN"/>
        </a:p>
      </dgm:t>
    </dgm:pt>
    <dgm:pt modelId="{5F0DE9F6-E75C-4DFB-9AD6-7D75DA79E5CD}" type="sibTrans" cxnId="{B5B6DD19-C730-4C9E-AC75-D37867E4D5BC}">
      <dgm:prSet/>
      <dgm:spPr/>
      <dgm:t>
        <a:bodyPr/>
        <a:lstStyle/>
        <a:p>
          <a:endParaRPr lang="en-IN"/>
        </a:p>
      </dgm:t>
    </dgm:pt>
    <dgm:pt modelId="{5934FB75-B137-4D41-BB4C-9A9578BDEB90}">
      <dgm:prSet/>
      <dgm:spPr/>
      <dgm:t>
        <a:bodyPr/>
        <a:lstStyle/>
        <a:p>
          <a:pPr algn="just"/>
          <a:r>
            <a:rPr lang="en-US" b="0" i="0" baseline="0" dirty="0"/>
            <a:t>Row major ordering assigns successive elements, moving across the rows and then down the next row, to successive memory locations. In simple language, the elements of an array are stored in a Row-Wise fashion.</a:t>
          </a:r>
          <a:endParaRPr lang="en-IN" dirty="0"/>
        </a:p>
      </dgm:t>
    </dgm:pt>
    <dgm:pt modelId="{CEACC833-E2C3-418B-A38D-547DA8E537C8}" type="parTrans" cxnId="{CD3F8BAB-734E-46E0-A7F3-36443905641B}">
      <dgm:prSet/>
      <dgm:spPr/>
      <dgm:t>
        <a:bodyPr/>
        <a:lstStyle/>
        <a:p>
          <a:endParaRPr lang="en-IN"/>
        </a:p>
      </dgm:t>
    </dgm:pt>
    <dgm:pt modelId="{5E57509B-3867-4231-9BAC-307E887BB916}" type="sibTrans" cxnId="{CD3F8BAB-734E-46E0-A7F3-36443905641B}">
      <dgm:prSet/>
      <dgm:spPr/>
      <dgm:t>
        <a:bodyPr/>
        <a:lstStyle/>
        <a:p>
          <a:endParaRPr lang="en-IN"/>
        </a:p>
      </dgm:t>
    </dgm:pt>
    <dgm:pt modelId="{90500306-E317-475E-B62F-BF23C49F23D2}">
      <dgm:prSet/>
      <dgm:spPr/>
      <dgm:t>
        <a:bodyPr/>
        <a:lstStyle/>
        <a:p>
          <a:r>
            <a:rPr lang="en-US" b="0" i="0" baseline="0"/>
            <a:t>Column Major Order:</a:t>
          </a:r>
          <a:endParaRPr lang="en-IN"/>
        </a:p>
      </dgm:t>
    </dgm:pt>
    <dgm:pt modelId="{FF50CDF3-3616-483E-B064-7C56D4E176CA}" type="parTrans" cxnId="{A5BEADFB-7294-400F-9CC1-806B1684521E}">
      <dgm:prSet/>
      <dgm:spPr/>
      <dgm:t>
        <a:bodyPr/>
        <a:lstStyle/>
        <a:p>
          <a:endParaRPr lang="en-IN"/>
        </a:p>
      </dgm:t>
    </dgm:pt>
    <dgm:pt modelId="{F63F3B56-3C02-4FFF-AC8C-EDDFCBA94E2A}" type="sibTrans" cxnId="{A5BEADFB-7294-400F-9CC1-806B1684521E}">
      <dgm:prSet/>
      <dgm:spPr/>
      <dgm:t>
        <a:bodyPr/>
        <a:lstStyle/>
        <a:p>
          <a:endParaRPr lang="en-IN"/>
        </a:p>
      </dgm:t>
    </dgm:pt>
    <dgm:pt modelId="{A0AEECB6-57E1-49AE-87D2-5C47C7889FAA}">
      <dgm:prSet/>
      <dgm:spPr/>
      <dgm:t>
        <a:bodyPr/>
        <a:lstStyle/>
        <a:p>
          <a:pPr algn="just"/>
          <a:r>
            <a:rPr lang="en-US" b="0" i="0" baseline="0" dirty="0"/>
            <a:t>If elements of an array are stored in a column-major fashion means moving across the column and then to the next column then it’s in column-major order.</a:t>
          </a:r>
          <a:endParaRPr lang="en-IN" dirty="0"/>
        </a:p>
      </dgm:t>
    </dgm:pt>
    <dgm:pt modelId="{58121365-B71A-43D0-BFB6-CDC058F79C8C}" type="parTrans" cxnId="{FF8702B5-6399-45FF-B9EE-87422AC866BA}">
      <dgm:prSet/>
      <dgm:spPr/>
      <dgm:t>
        <a:bodyPr/>
        <a:lstStyle/>
        <a:p>
          <a:endParaRPr lang="en-IN"/>
        </a:p>
      </dgm:t>
    </dgm:pt>
    <dgm:pt modelId="{91420136-A20F-40C7-AAD9-52AA26541DAF}" type="sibTrans" cxnId="{FF8702B5-6399-45FF-B9EE-87422AC866BA}">
      <dgm:prSet/>
      <dgm:spPr/>
      <dgm:t>
        <a:bodyPr/>
        <a:lstStyle/>
        <a:p>
          <a:endParaRPr lang="en-IN"/>
        </a:p>
      </dgm:t>
    </dgm:pt>
    <dgm:pt modelId="{AC3BB3DA-4C82-496C-A47D-2560E606F861}" type="pres">
      <dgm:prSet presAssocID="{499DA0D4-374D-4E38-961B-63DA5F38DCE4}" presName="linear" presStyleCnt="0">
        <dgm:presLayoutVars>
          <dgm:dir/>
          <dgm:animLvl val="lvl"/>
          <dgm:resizeHandles val="exact"/>
        </dgm:presLayoutVars>
      </dgm:prSet>
      <dgm:spPr/>
    </dgm:pt>
    <dgm:pt modelId="{63BCFCE2-2240-4DD5-9596-860BE9D4BBBD}" type="pres">
      <dgm:prSet presAssocID="{B2F5CF5E-4911-4129-B408-90E810106DCF}" presName="parentLin" presStyleCnt="0"/>
      <dgm:spPr/>
    </dgm:pt>
    <dgm:pt modelId="{27174AD7-0F0C-45B2-82BB-BD1CC6066A1C}" type="pres">
      <dgm:prSet presAssocID="{B2F5CF5E-4911-4129-B408-90E810106DCF}" presName="parentLeftMargin" presStyleLbl="node1" presStyleIdx="0" presStyleCnt="2"/>
      <dgm:spPr/>
    </dgm:pt>
    <dgm:pt modelId="{1D2C7FA1-BC2F-4F20-9341-F8E9DBB979E1}" type="pres">
      <dgm:prSet presAssocID="{B2F5CF5E-4911-4129-B408-90E810106DCF}" presName="parentText" presStyleLbl="node1" presStyleIdx="0" presStyleCnt="2">
        <dgm:presLayoutVars>
          <dgm:chMax val="0"/>
          <dgm:bulletEnabled val="1"/>
        </dgm:presLayoutVars>
      </dgm:prSet>
      <dgm:spPr/>
    </dgm:pt>
    <dgm:pt modelId="{6EEA3F77-4673-4597-9D09-60E2CEC80DF7}" type="pres">
      <dgm:prSet presAssocID="{B2F5CF5E-4911-4129-B408-90E810106DCF}" presName="negativeSpace" presStyleCnt="0"/>
      <dgm:spPr/>
    </dgm:pt>
    <dgm:pt modelId="{EDAA4015-6385-4DC5-A347-15B2398CB80B}" type="pres">
      <dgm:prSet presAssocID="{B2F5CF5E-4911-4129-B408-90E810106DCF}" presName="childText" presStyleLbl="conFgAcc1" presStyleIdx="0" presStyleCnt="2">
        <dgm:presLayoutVars>
          <dgm:bulletEnabled val="1"/>
        </dgm:presLayoutVars>
      </dgm:prSet>
      <dgm:spPr/>
    </dgm:pt>
    <dgm:pt modelId="{B109CD5B-67F0-46A0-B706-3DD9FAB26433}" type="pres">
      <dgm:prSet presAssocID="{5F0DE9F6-E75C-4DFB-9AD6-7D75DA79E5CD}" presName="spaceBetweenRectangles" presStyleCnt="0"/>
      <dgm:spPr/>
    </dgm:pt>
    <dgm:pt modelId="{A6765A6B-25F2-409D-BFBE-C991E7F345E5}" type="pres">
      <dgm:prSet presAssocID="{90500306-E317-475E-B62F-BF23C49F23D2}" presName="parentLin" presStyleCnt="0"/>
      <dgm:spPr/>
    </dgm:pt>
    <dgm:pt modelId="{DEC0BB14-88C7-4748-A75B-629B5650EB4E}" type="pres">
      <dgm:prSet presAssocID="{90500306-E317-475E-B62F-BF23C49F23D2}" presName="parentLeftMargin" presStyleLbl="node1" presStyleIdx="0" presStyleCnt="2"/>
      <dgm:spPr/>
    </dgm:pt>
    <dgm:pt modelId="{9630BDAF-BF46-485A-8B29-36CECE3AB645}" type="pres">
      <dgm:prSet presAssocID="{90500306-E317-475E-B62F-BF23C49F23D2}" presName="parentText" presStyleLbl="node1" presStyleIdx="1" presStyleCnt="2">
        <dgm:presLayoutVars>
          <dgm:chMax val="0"/>
          <dgm:bulletEnabled val="1"/>
        </dgm:presLayoutVars>
      </dgm:prSet>
      <dgm:spPr/>
    </dgm:pt>
    <dgm:pt modelId="{DA858020-ED00-4F84-91A9-30A0A4BF4E97}" type="pres">
      <dgm:prSet presAssocID="{90500306-E317-475E-B62F-BF23C49F23D2}" presName="negativeSpace" presStyleCnt="0"/>
      <dgm:spPr/>
    </dgm:pt>
    <dgm:pt modelId="{5D71A38E-3249-43EE-9858-A2C169948111}" type="pres">
      <dgm:prSet presAssocID="{90500306-E317-475E-B62F-BF23C49F23D2}" presName="childText" presStyleLbl="conFgAcc1" presStyleIdx="1" presStyleCnt="2">
        <dgm:presLayoutVars>
          <dgm:bulletEnabled val="1"/>
        </dgm:presLayoutVars>
      </dgm:prSet>
      <dgm:spPr/>
    </dgm:pt>
  </dgm:ptLst>
  <dgm:cxnLst>
    <dgm:cxn modelId="{952A0C0F-C8E8-4706-9A8E-08051282282E}" type="presOf" srcId="{A0AEECB6-57E1-49AE-87D2-5C47C7889FAA}" destId="{5D71A38E-3249-43EE-9858-A2C169948111}" srcOrd="0" destOrd="0" presId="urn:microsoft.com/office/officeart/2005/8/layout/list1"/>
    <dgm:cxn modelId="{A6C80F15-0F3B-4E98-B95A-0D5FDA782498}" type="presOf" srcId="{B2F5CF5E-4911-4129-B408-90E810106DCF}" destId="{27174AD7-0F0C-45B2-82BB-BD1CC6066A1C}" srcOrd="0" destOrd="0" presId="urn:microsoft.com/office/officeart/2005/8/layout/list1"/>
    <dgm:cxn modelId="{B5B6DD19-C730-4C9E-AC75-D37867E4D5BC}" srcId="{499DA0D4-374D-4E38-961B-63DA5F38DCE4}" destId="{B2F5CF5E-4911-4129-B408-90E810106DCF}" srcOrd="0" destOrd="0" parTransId="{FF974BFB-3D07-4620-8923-630B6A9CC49C}" sibTransId="{5F0DE9F6-E75C-4DFB-9AD6-7D75DA79E5CD}"/>
    <dgm:cxn modelId="{6C627264-F64C-4766-B8C7-5095A5B6804A}" type="presOf" srcId="{5934FB75-B137-4D41-BB4C-9A9578BDEB90}" destId="{EDAA4015-6385-4DC5-A347-15B2398CB80B}" srcOrd="0" destOrd="0" presId="urn:microsoft.com/office/officeart/2005/8/layout/list1"/>
    <dgm:cxn modelId="{00EDAA66-0F0A-4D2F-ADD9-C697D4B971FA}" type="presOf" srcId="{499DA0D4-374D-4E38-961B-63DA5F38DCE4}" destId="{AC3BB3DA-4C82-496C-A47D-2560E606F861}" srcOrd="0" destOrd="0" presId="urn:microsoft.com/office/officeart/2005/8/layout/list1"/>
    <dgm:cxn modelId="{CC677C80-2B4E-49BF-895E-99214C171DCF}" type="presOf" srcId="{90500306-E317-475E-B62F-BF23C49F23D2}" destId="{DEC0BB14-88C7-4748-A75B-629B5650EB4E}" srcOrd="0" destOrd="0" presId="urn:microsoft.com/office/officeart/2005/8/layout/list1"/>
    <dgm:cxn modelId="{F38307AA-5004-48D3-9C79-0196ADD2E511}" type="presOf" srcId="{B2F5CF5E-4911-4129-B408-90E810106DCF}" destId="{1D2C7FA1-BC2F-4F20-9341-F8E9DBB979E1}" srcOrd="1" destOrd="0" presId="urn:microsoft.com/office/officeart/2005/8/layout/list1"/>
    <dgm:cxn modelId="{CD3F8BAB-734E-46E0-A7F3-36443905641B}" srcId="{B2F5CF5E-4911-4129-B408-90E810106DCF}" destId="{5934FB75-B137-4D41-BB4C-9A9578BDEB90}" srcOrd="0" destOrd="0" parTransId="{CEACC833-E2C3-418B-A38D-547DA8E537C8}" sibTransId="{5E57509B-3867-4231-9BAC-307E887BB916}"/>
    <dgm:cxn modelId="{FF8702B5-6399-45FF-B9EE-87422AC866BA}" srcId="{90500306-E317-475E-B62F-BF23C49F23D2}" destId="{A0AEECB6-57E1-49AE-87D2-5C47C7889FAA}" srcOrd="0" destOrd="0" parTransId="{58121365-B71A-43D0-BFB6-CDC058F79C8C}" sibTransId="{91420136-A20F-40C7-AAD9-52AA26541DAF}"/>
    <dgm:cxn modelId="{B9C08ABC-9A17-4B3B-BC97-2E7CBBFF3D9A}" type="presOf" srcId="{90500306-E317-475E-B62F-BF23C49F23D2}" destId="{9630BDAF-BF46-485A-8B29-36CECE3AB645}" srcOrd="1" destOrd="0" presId="urn:microsoft.com/office/officeart/2005/8/layout/list1"/>
    <dgm:cxn modelId="{A5BEADFB-7294-400F-9CC1-806B1684521E}" srcId="{499DA0D4-374D-4E38-961B-63DA5F38DCE4}" destId="{90500306-E317-475E-B62F-BF23C49F23D2}" srcOrd="1" destOrd="0" parTransId="{FF50CDF3-3616-483E-B064-7C56D4E176CA}" sibTransId="{F63F3B56-3C02-4FFF-AC8C-EDDFCBA94E2A}"/>
    <dgm:cxn modelId="{08049102-0B2A-4219-8D5F-5B9D246E6195}" type="presParOf" srcId="{AC3BB3DA-4C82-496C-A47D-2560E606F861}" destId="{63BCFCE2-2240-4DD5-9596-860BE9D4BBBD}" srcOrd="0" destOrd="0" presId="urn:microsoft.com/office/officeart/2005/8/layout/list1"/>
    <dgm:cxn modelId="{ADA8D25E-EBC3-4E43-A6C3-32676E8A096D}" type="presParOf" srcId="{63BCFCE2-2240-4DD5-9596-860BE9D4BBBD}" destId="{27174AD7-0F0C-45B2-82BB-BD1CC6066A1C}" srcOrd="0" destOrd="0" presId="urn:microsoft.com/office/officeart/2005/8/layout/list1"/>
    <dgm:cxn modelId="{D0484983-1B29-4A8B-A9E4-91E68A860108}" type="presParOf" srcId="{63BCFCE2-2240-4DD5-9596-860BE9D4BBBD}" destId="{1D2C7FA1-BC2F-4F20-9341-F8E9DBB979E1}" srcOrd="1" destOrd="0" presId="urn:microsoft.com/office/officeart/2005/8/layout/list1"/>
    <dgm:cxn modelId="{844DE68F-DC7D-48BF-885F-CA529D15CAFC}" type="presParOf" srcId="{AC3BB3DA-4C82-496C-A47D-2560E606F861}" destId="{6EEA3F77-4673-4597-9D09-60E2CEC80DF7}" srcOrd="1" destOrd="0" presId="urn:microsoft.com/office/officeart/2005/8/layout/list1"/>
    <dgm:cxn modelId="{06AB3081-2BC7-4529-94E7-48CE5FA82B74}" type="presParOf" srcId="{AC3BB3DA-4C82-496C-A47D-2560E606F861}" destId="{EDAA4015-6385-4DC5-A347-15B2398CB80B}" srcOrd="2" destOrd="0" presId="urn:microsoft.com/office/officeart/2005/8/layout/list1"/>
    <dgm:cxn modelId="{3C59CEBF-CEA7-4AD9-BCD4-8C997FE6AEBA}" type="presParOf" srcId="{AC3BB3DA-4C82-496C-A47D-2560E606F861}" destId="{B109CD5B-67F0-46A0-B706-3DD9FAB26433}" srcOrd="3" destOrd="0" presId="urn:microsoft.com/office/officeart/2005/8/layout/list1"/>
    <dgm:cxn modelId="{04F3B7A7-46FA-43D7-804C-2F95D92E6E13}" type="presParOf" srcId="{AC3BB3DA-4C82-496C-A47D-2560E606F861}" destId="{A6765A6B-25F2-409D-BFBE-C991E7F345E5}" srcOrd="4" destOrd="0" presId="urn:microsoft.com/office/officeart/2005/8/layout/list1"/>
    <dgm:cxn modelId="{CBCF211B-8101-436B-91BF-D90C7851B956}" type="presParOf" srcId="{A6765A6B-25F2-409D-BFBE-C991E7F345E5}" destId="{DEC0BB14-88C7-4748-A75B-629B5650EB4E}" srcOrd="0" destOrd="0" presId="urn:microsoft.com/office/officeart/2005/8/layout/list1"/>
    <dgm:cxn modelId="{91F4E4D1-D663-4304-8688-713FBF3EDA77}" type="presParOf" srcId="{A6765A6B-25F2-409D-BFBE-C991E7F345E5}" destId="{9630BDAF-BF46-485A-8B29-36CECE3AB645}" srcOrd="1" destOrd="0" presId="urn:microsoft.com/office/officeart/2005/8/layout/list1"/>
    <dgm:cxn modelId="{E0825EF8-28DD-48F9-8BAC-368499B070A9}" type="presParOf" srcId="{AC3BB3DA-4C82-496C-A47D-2560E606F861}" destId="{DA858020-ED00-4F84-91A9-30A0A4BF4E97}" srcOrd="5" destOrd="0" presId="urn:microsoft.com/office/officeart/2005/8/layout/list1"/>
    <dgm:cxn modelId="{DA91F916-6192-45D6-AA27-A5193BD084C7}" type="presParOf" srcId="{AC3BB3DA-4C82-496C-A47D-2560E606F861}" destId="{5D71A38E-3249-43EE-9858-A2C169948111}"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dirty="0"/>
            <a:t>Explain single and multidimensional arrays with examples </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dirty="0"/>
            <a:t>Differentiate row-major and column-major array representation</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69F988A5-C88A-400D-9852-9EC47893A15C}" type="presOf" srcId="{A3B4F848-7886-4B10-8E34-39E0B844A474}" destId="{9F756ADD-FC73-43E2-8907-B49F92DEF8EA}" srcOrd="0" destOrd="0" presId="urn:microsoft.com/office/officeart/2005/8/layout/process4"/>
    <dgm:cxn modelId="{A14FC7AC-96A7-4051-B6F7-4E1DD1125A2E}" type="presOf" srcId="{DFBD6BAB-0140-48B9-9073-E08FDCB01885}" destId="{0E541A4F-E68B-477F-BCA6-83AC868DBBCC}"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BE6D69F1-F909-4992-A5BF-73AE23D01340}" type="presOf" srcId="{B7ED251F-A7A3-4D25-B004-4241BE03EDC3}" destId="{BCA40D55-9F97-4CA4-8859-68C842EAE88F}" srcOrd="0" destOrd="0" presId="urn:microsoft.com/office/officeart/2005/8/layout/process4"/>
    <dgm:cxn modelId="{7950397E-3C1E-4B8E-8DAC-E93F64248EFA}" type="presParOf" srcId="{BCA40D55-9F97-4CA4-8859-68C842EAE88F}" destId="{3450E454-19DE-4E8A-ADE0-3AFF41C6C69B}" srcOrd="0" destOrd="0" presId="urn:microsoft.com/office/officeart/2005/8/layout/process4"/>
    <dgm:cxn modelId="{90E9A7F7-DF4E-4F6A-9760-1233922CD137}" type="presParOf" srcId="{3450E454-19DE-4E8A-ADE0-3AFF41C6C69B}" destId="{9F756ADD-FC73-43E2-8907-B49F92DEF8EA}" srcOrd="0" destOrd="0" presId="urn:microsoft.com/office/officeart/2005/8/layout/process4"/>
    <dgm:cxn modelId="{1EAE5E73-D912-4D41-9298-ED8D50B26A70}" type="presParOf" srcId="{BCA40D55-9F97-4CA4-8859-68C842EAE88F}" destId="{33B2812D-626E-40CB-8956-89B965634A15}" srcOrd="1" destOrd="0" presId="urn:microsoft.com/office/officeart/2005/8/layout/process4"/>
    <dgm:cxn modelId="{5C2BB63B-2B36-4FAD-8B8B-527EC9BC664E}" type="presParOf" srcId="{BCA40D55-9F97-4CA4-8859-68C842EAE88F}" destId="{14438BF2-0C50-4C1B-A99E-B1909E184016}" srcOrd="2" destOrd="0" presId="urn:microsoft.com/office/officeart/2005/8/layout/process4"/>
    <dgm:cxn modelId="{7B96C8D1-A7F8-4346-BB85-B3A5C0B9452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kern="1200" dirty="0"/>
            <a:t>Differentiate row-major and column-major array representation</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Explain single and multidimensional arrays with examples</a:t>
          </a:r>
        </a:p>
      </dsp:txBody>
      <dsp:txXfrm rot="10800000">
        <a:off x="0" y="1663"/>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6C23B0-3154-43EE-944F-A5ED90585EDF}">
      <dsp:nvSpPr>
        <dsp:cNvPr id="0" name=""/>
        <dsp:cNvSpPr/>
      </dsp:nvSpPr>
      <dsp:spPr>
        <a:xfrm>
          <a:off x="0" y="1347"/>
          <a:ext cx="4887541" cy="5225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1. Marks of Students: Store marks of 40 students in one subject.</a:t>
          </a:r>
        </a:p>
      </dsp:txBody>
      <dsp:txXfrm>
        <a:off x="25511" y="26858"/>
        <a:ext cx="4836519" cy="471570"/>
      </dsp:txXfrm>
    </dsp:sp>
    <dsp:sp modelId="{7851FC44-3599-4987-AAF8-AF575586ABFE}">
      <dsp:nvSpPr>
        <dsp:cNvPr id="0" name=""/>
        <dsp:cNvSpPr/>
      </dsp:nvSpPr>
      <dsp:spPr>
        <a:xfrm>
          <a:off x="0" y="535850"/>
          <a:ext cx="4887541" cy="5225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2. Weekly Timetable: 7 days × 6 periods per day.</a:t>
          </a:r>
        </a:p>
      </dsp:txBody>
      <dsp:txXfrm>
        <a:off x="25511" y="561361"/>
        <a:ext cx="4836519" cy="471570"/>
      </dsp:txXfrm>
    </dsp:sp>
    <dsp:sp modelId="{7454A3D8-71BA-42C4-A282-5A8F55F68A9D}">
      <dsp:nvSpPr>
        <dsp:cNvPr id="0" name=""/>
        <dsp:cNvSpPr/>
      </dsp:nvSpPr>
      <dsp:spPr>
        <a:xfrm>
          <a:off x="0" y="1070354"/>
          <a:ext cx="4887541" cy="5225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3. Image Storage: Height × Width × RGB values. </a:t>
          </a:r>
        </a:p>
      </dsp:txBody>
      <dsp:txXfrm>
        <a:off x="25511" y="1095865"/>
        <a:ext cx="4836519" cy="471570"/>
      </dsp:txXfrm>
    </dsp:sp>
    <dsp:sp modelId="{A4956853-9211-4604-9A36-7CC5F93E5DD5}">
      <dsp:nvSpPr>
        <dsp:cNvPr id="0" name=""/>
        <dsp:cNvSpPr/>
      </dsp:nvSpPr>
      <dsp:spPr>
        <a:xfrm>
          <a:off x="0" y="1604857"/>
          <a:ext cx="4887541" cy="5225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4. Weather Data: Daily temperature readings for 365 days.</a:t>
          </a:r>
        </a:p>
      </dsp:txBody>
      <dsp:txXfrm>
        <a:off x="25511" y="1630368"/>
        <a:ext cx="4836519" cy="471570"/>
      </dsp:txXfrm>
    </dsp:sp>
    <dsp:sp modelId="{AF4CD8B9-E152-497D-ABD3-8CDC4444DCE2}">
      <dsp:nvSpPr>
        <dsp:cNvPr id="0" name=""/>
        <dsp:cNvSpPr/>
      </dsp:nvSpPr>
      <dsp:spPr>
        <a:xfrm>
          <a:off x="0" y="2139360"/>
          <a:ext cx="4887541" cy="5225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5. Rubik’s Cube: 3D coordinates (x, y, z) with colors.</a:t>
          </a:r>
        </a:p>
      </dsp:txBody>
      <dsp:txXfrm>
        <a:off x="25511" y="2164871"/>
        <a:ext cx="4836519" cy="471570"/>
      </dsp:txXfrm>
    </dsp:sp>
    <dsp:sp modelId="{59D58F93-DF9D-4323-AA91-5778981C7C53}">
      <dsp:nvSpPr>
        <dsp:cNvPr id="0" name=""/>
        <dsp:cNvSpPr/>
      </dsp:nvSpPr>
      <dsp:spPr>
        <a:xfrm>
          <a:off x="0" y="2673864"/>
          <a:ext cx="4887541" cy="5225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6. Student Records: Roll number, name, and 5 subject marks of 50 students.</a:t>
          </a:r>
        </a:p>
      </dsp:txBody>
      <dsp:txXfrm>
        <a:off x="25511" y="2699375"/>
        <a:ext cx="4836519" cy="471570"/>
      </dsp:txXfrm>
    </dsp:sp>
    <dsp:sp modelId="{FB69248A-12CC-4906-965E-06A4588AE2B2}">
      <dsp:nvSpPr>
        <dsp:cNvPr id="0" name=""/>
        <dsp:cNvSpPr/>
      </dsp:nvSpPr>
      <dsp:spPr>
        <a:xfrm>
          <a:off x="0" y="3208367"/>
          <a:ext cx="4887541" cy="5225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7. Cinema Seat Booking : 15 rows × 20 columns.</a:t>
          </a:r>
        </a:p>
      </dsp:txBody>
      <dsp:txXfrm>
        <a:off x="25511" y="3233878"/>
        <a:ext cx="4836519" cy="471570"/>
      </dsp:txXfrm>
    </dsp:sp>
    <dsp:sp modelId="{2CE9DAF5-5CA1-4D04-B108-0A528B898927}">
      <dsp:nvSpPr>
        <dsp:cNvPr id="0" name=""/>
        <dsp:cNvSpPr/>
      </dsp:nvSpPr>
      <dsp:spPr>
        <a:xfrm>
          <a:off x="0" y="3742870"/>
          <a:ext cx="4887541" cy="5225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8. Video Storage: Frames of video, each frame = image (Height × Width × RGB).</a:t>
          </a:r>
        </a:p>
      </dsp:txBody>
      <dsp:txXfrm>
        <a:off x="25511" y="3768381"/>
        <a:ext cx="4836519" cy="471570"/>
      </dsp:txXfrm>
    </dsp:sp>
    <dsp:sp modelId="{CE928817-F800-4B29-871D-81520A8B6CF1}">
      <dsp:nvSpPr>
        <dsp:cNvPr id="0" name=""/>
        <dsp:cNvSpPr/>
      </dsp:nvSpPr>
      <dsp:spPr>
        <a:xfrm>
          <a:off x="0" y="4277374"/>
          <a:ext cx="4887541" cy="5225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9. Hospital Patient Data: Ward × Bed × Health parameters.</a:t>
          </a:r>
        </a:p>
      </dsp:txBody>
      <dsp:txXfrm>
        <a:off x="25511" y="4302885"/>
        <a:ext cx="4836519" cy="4715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AA4015-6385-4DC5-A347-15B2398CB80B}">
      <dsp:nvSpPr>
        <dsp:cNvPr id="0" name=""/>
        <dsp:cNvSpPr/>
      </dsp:nvSpPr>
      <dsp:spPr>
        <a:xfrm>
          <a:off x="0" y="395991"/>
          <a:ext cx="9886950" cy="22113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7337" tIns="541528" rIns="767337" bIns="184912"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baseline="0" dirty="0"/>
            <a:t>Row major ordering assigns successive elements, moving across the rows and then down the next row, to successive memory locations. In simple language, the elements of an array are stored in a Row-Wise fashion.</a:t>
          </a:r>
          <a:endParaRPr lang="en-IN" sz="2600" kern="1200" dirty="0"/>
        </a:p>
      </dsp:txBody>
      <dsp:txXfrm>
        <a:off x="0" y="395991"/>
        <a:ext cx="9886950" cy="2211300"/>
      </dsp:txXfrm>
    </dsp:sp>
    <dsp:sp modelId="{1D2C7FA1-BC2F-4F20-9341-F8E9DBB979E1}">
      <dsp:nvSpPr>
        <dsp:cNvPr id="0" name=""/>
        <dsp:cNvSpPr/>
      </dsp:nvSpPr>
      <dsp:spPr>
        <a:xfrm>
          <a:off x="494347" y="12231"/>
          <a:ext cx="6920865" cy="7675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1592" tIns="0" rIns="261592" bIns="0" numCol="1" spcCol="1270" anchor="ctr" anchorCtr="0">
          <a:noAutofit/>
        </a:bodyPr>
        <a:lstStyle/>
        <a:p>
          <a:pPr marL="0" lvl="0" indent="0" algn="l" defTabSz="1155700">
            <a:lnSpc>
              <a:spcPct val="90000"/>
            </a:lnSpc>
            <a:spcBef>
              <a:spcPct val="0"/>
            </a:spcBef>
            <a:spcAft>
              <a:spcPct val="35000"/>
            </a:spcAft>
            <a:buNone/>
          </a:pPr>
          <a:r>
            <a:rPr lang="en-US" sz="2600" b="0" i="0" kern="1200" baseline="0"/>
            <a:t>Row Major Order:</a:t>
          </a:r>
          <a:endParaRPr lang="en-IN" sz="2600" kern="1200"/>
        </a:p>
      </dsp:txBody>
      <dsp:txXfrm>
        <a:off x="531814" y="49698"/>
        <a:ext cx="6845931" cy="692586"/>
      </dsp:txXfrm>
    </dsp:sp>
    <dsp:sp modelId="{5D71A38E-3249-43EE-9858-A2C169948111}">
      <dsp:nvSpPr>
        <dsp:cNvPr id="0" name=""/>
        <dsp:cNvSpPr/>
      </dsp:nvSpPr>
      <dsp:spPr>
        <a:xfrm>
          <a:off x="0" y="3131451"/>
          <a:ext cx="9886950" cy="184275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7337" tIns="541528" rIns="767337" bIns="184912"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baseline="0" dirty="0"/>
            <a:t>If elements of an array are stored in a column-major fashion means moving across the column and then to the next column then it’s in column-major order.</a:t>
          </a:r>
          <a:endParaRPr lang="en-IN" sz="2600" kern="1200" dirty="0"/>
        </a:p>
      </dsp:txBody>
      <dsp:txXfrm>
        <a:off x="0" y="3131451"/>
        <a:ext cx="9886950" cy="1842750"/>
      </dsp:txXfrm>
    </dsp:sp>
    <dsp:sp modelId="{9630BDAF-BF46-485A-8B29-36CECE3AB645}">
      <dsp:nvSpPr>
        <dsp:cNvPr id="0" name=""/>
        <dsp:cNvSpPr/>
      </dsp:nvSpPr>
      <dsp:spPr>
        <a:xfrm>
          <a:off x="494347" y="2747691"/>
          <a:ext cx="6920865" cy="7675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1592" tIns="0" rIns="261592" bIns="0" numCol="1" spcCol="1270" anchor="ctr" anchorCtr="0">
          <a:noAutofit/>
        </a:bodyPr>
        <a:lstStyle/>
        <a:p>
          <a:pPr marL="0" lvl="0" indent="0" algn="l" defTabSz="1155700">
            <a:lnSpc>
              <a:spcPct val="90000"/>
            </a:lnSpc>
            <a:spcBef>
              <a:spcPct val="0"/>
            </a:spcBef>
            <a:spcAft>
              <a:spcPct val="35000"/>
            </a:spcAft>
            <a:buNone/>
          </a:pPr>
          <a:r>
            <a:rPr lang="en-US" sz="2600" b="0" i="0" kern="1200" baseline="0"/>
            <a:t>Column Major Order:</a:t>
          </a:r>
          <a:endParaRPr lang="en-IN" sz="2600" kern="1200"/>
        </a:p>
      </dsp:txBody>
      <dsp:txXfrm>
        <a:off x="531814" y="2785158"/>
        <a:ext cx="6845931" cy="692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kern="1200" dirty="0"/>
            <a:t>Differentiate row-major and column-major array representation</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Explain single and multidimensional arrays with examples </a:t>
          </a:r>
        </a:p>
      </dsp:txBody>
      <dsp:txXfrm rot="10800000">
        <a:off x="0" y="1663"/>
        <a:ext cx="10927829" cy="14600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04-08-2026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10</a:t>
            </a:fld>
            <a:endParaRPr lang="en-IN"/>
          </a:p>
        </p:txBody>
      </p:sp>
    </p:spTree>
    <p:extLst>
      <p:ext uri="{BB962C8B-B14F-4D97-AF65-F5344CB8AC3E}">
        <p14:creationId xmlns:p14="http://schemas.microsoft.com/office/powerpoint/2010/main" val="1647927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23D39-3262-AF42-06BF-2AADC56F4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230E7-C83B-D1CA-CD95-6BCE4FA08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2C0D6E-D93E-FD68-DA04-FFF6363E84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D220B0-D1C5-4C15-E6B7-496AC5A1F814}"/>
              </a:ext>
            </a:extLst>
          </p:cNvPr>
          <p:cNvSpPr>
            <a:spLocks noGrp="1"/>
          </p:cNvSpPr>
          <p:nvPr>
            <p:ph type="sldNum" sz="quarter" idx="5"/>
          </p:nvPr>
        </p:nvSpPr>
        <p:spPr/>
        <p:txBody>
          <a:bodyPr/>
          <a:lstStyle/>
          <a:p>
            <a:fld id="{AE9FE326-85E6-4395-8F28-A8F972B7BB4E}" type="slidenum">
              <a:rPr lang="en-IN" smtClean="0"/>
              <a:t>11</a:t>
            </a:fld>
            <a:endParaRPr lang="en-IN"/>
          </a:p>
        </p:txBody>
      </p:sp>
    </p:spTree>
    <p:extLst>
      <p:ext uri="{BB962C8B-B14F-4D97-AF65-F5344CB8AC3E}">
        <p14:creationId xmlns:p14="http://schemas.microsoft.com/office/powerpoint/2010/main" val="2408400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3733E-BDDF-E56A-D71C-D6D4D8955D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C1309-9A2B-5462-FA1F-5CCDA51ED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CA1A0-9E02-67E7-4CE2-24CDCD1700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7A69B1-2B26-346B-3B66-BABF79C87730}"/>
              </a:ext>
            </a:extLst>
          </p:cNvPr>
          <p:cNvSpPr>
            <a:spLocks noGrp="1"/>
          </p:cNvSpPr>
          <p:nvPr>
            <p:ph type="sldNum" sz="quarter" idx="5"/>
          </p:nvPr>
        </p:nvSpPr>
        <p:spPr/>
        <p:txBody>
          <a:bodyPr/>
          <a:lstStyle/>
          <a:p>
            <a:fld id="{AE9FE326-85E6-4395-8F28-A8F972B7BB4E}" type="slidenum">
              <a:rPr lang="en-IN" smtClean="0"/>
              <a:t>12</a:t>
            </a:fld>
            <a:endParaRPr lang="en-IN"/>
          </a:p>
        </p:txBody>
      </p:sp>
    </p:spTree>
    <p:extLst>
      <p:ext uri="{BB962C8B-B14F-4D97-AF65-F5344CB8AC3E}">
        <p14:creationId xmlns:p14="http://schemas.microsoft.com/office/powerpoint/2010/main" val="2418570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DB3558BC-48EB-484A-911A-37A51F3A1342}" type="datetime1">
              <a:rPr lang="en-IN" smtClean="0"/>
              <a:t>04-08-2026</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GSCALE</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6EC670DD-3FAC-4FEE-94EA-F10CB1C2BD8E}" type="datetime1">
              <a:rPr lang="en-IN" smtClean="0"/>
              <a:t>04-08-2026</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GSCALE</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9BC9881F-69F7-4E74-BFD9-D3193FCC1976}" type="datetime1">
              <a:rPr lang="en-IN" smtClean="0"/>
              <a:t>04-08-2026</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GSCALE</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569F2EC3-DABD-4CDC-AA37-40DF3C896B39}" type="datetime1">
              <a:rPr lang="en-IN" smtClean="0"/>
              <a:t>04-08-2026</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GSCALE</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7255363F-DA5C-4E1B-A40C-D208E1EB6793}" type="datetime1">
              <a:rPr lang="en-IN" smtClean="0"/>
              <a:t>04-08-2026</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GSCALE</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2E8FCAE-89DA-4EE6-A6AA-99AD2C8E1242}" type="datetime1">
              <a:rPr lang="en-IN" smtClean="0"/>
              <a:t>04-08-2026</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GSCALE</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A233B44D-AFA1-4D4F-A3D5-7FF83B613FE8}" type="datetime1">
              <a:rPr lang="en-IN" smtClean="0"/>
              <a:t>04-08-2026</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GSCALE</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11203316-6C63-420F-935D-5161391FFAF7}" type="datetime1">
              <a:rPr lang="en-IN" smtClean="0"/>
              <a:t>04-08-2026</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GSCALE</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D246D853-FF60-4BCF-9FC5-F6BDCA3E4D7A}" type="datetime1">
              <a:rPr lang="en-IN" smtClean="0"/>
              <a:t>04-08-2026</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GSCALE</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8349E41C-1FFB-4A7D-8690-71D2BA065578}" type="datetime1">
              <a:rPr lang="en-IN" smtClean="0"/>
              <a:t>04-08-2026</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GSCALE</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450F5C52-6136-4E1C-A3E2-E666C5F38A9E}" type="datetime1">
              <a:rPr lang="en-IN" smtClean="0"/>
              <a:t>04-08-2026</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GSCALE</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CB4DE7-D94C-4F34-A409-7B8B3DD5F67A}" type="datetime1">
              <a:rPr lang="en-IN" smtClean="0"/>
              <a:t>04-08-2026</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GSCALE</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www.geeksforgeeks.org/array-data-structure/" TargetMode="Externa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hyperlink" Target="https://www.geeksforgeeks.org/introduction-to-arrays-data-structure-and-algorithm-tutorials/" TargetMode="External"/><Relationship Id="rId5" Type="http://schemas.microsoft.com/office/2007/relationships/hdphoto" Target="../media/hdphoto1.wdp"/><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asoftwareprogrammer.com/how-to-use-arrays-in-c-programming/"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fity.club/lists/1/pointer-to-2d-array-multidimensional-array-in-cc-in/" TargetMode="External"/><Relationship Id="rId5" Type="http://schemas.openxmlformats.org/officeDocument/2006/relationships/image" Target="../media/image12.pn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4.jpeg"/><Relationship Id="rId7" Type="http://schemas.openxmlformats.org/officeDocument/2006/relationships/diagramQuickStyle" Target="../diagrams/quickStyle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jpg"/><Relationship Id="rId9" Type="http://schemas.microsoft.com/office/2007/relationships/diagramDrawing" Target="../diagrams/drawing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jpg"/><Relationship Id="rId7" Type="http://schemas.openxmlformats.org/officeDocument/2006/relationships/diagramColors" Target="../diagrams/colors3.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labs.quansight.org/blog/multi-dimensional-sparse-arrays" TargetMode="Externa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8" Type="http://schemas.openxmlformats.org/officeDocument/2006/relationships/hyperlink" Target="https://labs.quansight.org/blog/multi-dimensional-sparse-arrays" TargetMode="External"/><Relationship Id="rId3" Type="http://schemas.openxmlformats.org/officeDocument/2006/relationships/image" Target="../media/image3.jpg"/><Relationship Id="rId7"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hyperlink" Target="https://www.geeksforgeeks.org/introduction-to-arrays-data-structure-and-algorithm-tutorials/" TargetMode="External"/><Relationship Id="rId5" Type="http://schemas.microsoft.com/office/2007/relationships/hdphoto" Target="../media/hdphoto1.wdp"/><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2"/>
          <a:srcRect l="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fontScale="90000"/>
          </a:bodyPr>
          <a:lstStyle/>
          <a:p>
            <a:pPr algn="l"/>
            <a:r>
              <a:rPr lang="en-US" sz="3800" b="1" dirty="0">
                <a:solidFill>
                  <a:schemeClr val="bg1"/>
                </a:solidFill>
                <a:latin typeface="Georgia" panose="02040502050405020303" pitchFamily="18" charset="0"/>
                <a:cs typeface="Arial" panose="020B0604020202020204" pitchFamily="34" charset="0"/>
              </a:rPr>
              <a:t>Array: 1 D and </a:t>
            </a:r>
            <a:r>
              <a:rPr lang="en-US" sz="3800" b="1">
                <a:solidFill>
                  <a:schemeClr val="bg1"/>
                </a:solidFill>
                <a:latin typeface="Georgia" panose="02040502050405020303" pitchFamily="18" charset="0"/>
                <a:cs typeface="Arial" panose="020B0604020202020204" pitchFamily="34" charset="0"/>
              </a:rPr>
              <a:t>2 D Arrays</a:t>
            </a:r>
            <a:r>
              <a:rPr lang="en-US" sz="3800" b="1" dirty="0">
                <a:solidFill>
                  <a:schemeClr val="bg1"/>
                </a:solidFill>
                <a:latin typeface="Georgia" panose="02040502050405020303" pitchFamily="18" charset="0"/>
                <a:cs typeface="Arial" panose="020B0604020202020204" pitchFamily="34" charset="0"/>
              </a:rPr>
              <a:t>, Representation of Arrays: Row Major Order, and Column Major Order</a:t>
            </a:r>
            <a:br>
              <a:rPr lang="en-IN" sz="54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 4</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a:t>
            </a:r>
            <a:r>
              <a:rPr lang="en-IN" sz="1800" b="1" dirty="0" err="1">
                <a:solidFill>
                  <a:schemeClr val="bg1"/>
                </a:solidFill>
                <a:latin typeface="Georgia" panose="02040502050405020303" pitchFamily="18" charset="0"/>
                <a:cs typeface="Arial" panose="020B0604020202020204" pitchFamily="34" charset="0"/>
              </a:rPr>
              <a:t>Strucutres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Akhilesh Tripathi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 of Class:  Aug 2025</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GSCALE</a:t>
            </a:r>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
        <p:nvSpPr>
          <p:cNvPr id="3" name="Slide Number Placeholder 2">
            <a:extLst>
              <a:ext uri="{FF2B5EF4-FFF2-40B4-BE49-F238E27FC236}">
                <a16:creationId xmlns:a16="http://schemas.microsoft.com/office/drawing/2014/main" id="{9EEB407E-D325-865A-D8AA-405320D23E70}"/>
              </a:ext>
            </a:extLst>
          </p:cNvPr>
          <p:cNvSpPr>
            <a:spLocks noGrp="1"/>
          </p:cNvSpPr>
          <p:nvPr>
            <p:ph type="sldNum" sz="quarter" idx="12"/>
          </p:nvPr>
        </p:nvSpPr>
        <p:spPr/>
        <p:txBody>
          <a:bodyPr/>
          <a:lstStyle/>
          <a:p>
            <a:fld id="{26510230-8DD5-4BA5-AB2D-CA30FC08F9D7}" type="slidenum">
              <a:rPr lang="en-IN" smtClean="0"/>
              <a:t>1</a:t>
            </a:fld>
            <a:endParaRPr lang="en-IN"/>
          </a:p>
        </p:txBody>
      </p:sp>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1014570" y="1039941"/>
            <a:ext cx="10810559" cy="523220"/>
          </a:xfrm>
          <a:prstGeom prst="rect">
            <a:avLst/>
          </a:prstGeom>
          <a:noFill/>
        </p:spPr>
        <p:txBody>
          <a:bodyPr wrap="square">
            <a:spAutoFit/>
          </a:bodyPr>
          <a:lstStyle/>
          <a:p>
            <a:pPr algn="ctr"/>
            <a:r>
              <a:rPr lang="en-US" sz="2800" b="1" dirty="0"/>
              <a:t>Review</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 name="Picture 4">
            <a:extLst>
              <a:ext uri="{FF2B5EF4-FFF2-40B4-BE49-F238E27FC236}">
                <a16:creationId xmlns:a16="http://schemas.microsoft.com/office/drawing/2014/main" id="{F1CD21FB-10AF-1F88-3232-8B8452E787F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847" t="30729" r="19180" b="22136"/>
          <a:stretch/>
        </p:blipFill>
        <p:spPr bwMode="auto">
          <a:xfrm>
            <a:off x="438150" y="1467715"/>
            <a:ext cx="5981700"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5">
            <a:extLst>
              <a:ext uri="{FF2B5EF4-FFF2-40B4-BE49-F238E27FC236}">
                <a16:creationId xmlns:a16="http://schemas.microsoft.com/office/drawing/2014/main" id="{797A6641-50B6-5B1E-878D-ACB242D165C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4701" t="30208" r="17980" b="22657"/>
          <a:stretch/>
        </p:blipFill>
        <p:spPr bwMode="auto">
          <a:xfrm>
            <a:off x="6330420" y="3191740"/>
            <a:ext cx="5389854" cy="3018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a:extLst>
              <a:ext uri="{FF2B5EF4-FFF2-40B4-BE49-F238E27FC236}">
                <a16:creationId xmlns:a16="http://schemas.microsoft.com/office/drawing/2014/main" id="{E5271955-F7A3-109A-5889-C30AA24AF6E3}"/>
              </a:ext>
            </a:extLst>
          </p:cNvPr>
          <p:cNvSpPr>
            <a:spLocks noGrp="1"/>
          </p:cNvSpPr>
          <p:nvPr>
            <p:ph type="sldNum" sz="quarter" idx="12"/>
          </p:nvPr>
        </p:nvSpPr>
        <p:spPr/>
        <p:txBody>
          <a:bodyPr/>
          <a:lstStyle/>
          <a:p>
            <a:fld id="{26510230-8DD5-4BA5-AB2D-CA30FC08F9D7}" type="slidenum">
              <a:rPr lang="en-IN" smtClean="0"/>
              <a:t>2</a:t>
            </a:fld>
            <a:endParaRPr lang="en-IN"/>
          </a:p>
        </p:txBody>
      </p:sp>
    </p:spTree>
    <p:extLst>
      <p:ext uri="{BB962C8B-B14F-4D97-AF65-F5344CB8AC3E}">
        <p14:creationId xmlns:p14="http://schemas.microsoft.com/office/powerpoint/2010/main"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Pre-Class Assessment</a:t>
            </a:r>
          </a:p>
        </p:txBody>
      </p:sp>
      <p:sp>
        <p:nvSpPr>
          <p:cNvPr id="2" name="Rectangle 1"/>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sp>
        <p:nvSpPr>
          <p:cNvPr id="19" name="Slide Number Placeholder 18">
            <a:extLst>
              <a:ext uri="{FF2B5EF4-FFF2-40B4-BE49-F238E27FC236}">
                <a16:creationId xmlns:a16="http://schemas.microsoft.com/office/drawing/2014/main" id="{08C7B244-1438-1638-BA8F-C9BC5B7721D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5" name="Picture 4">
            <a:extLst>
              <a:ext uri="{FF2B5EF4-FFF2-40B4-BE49-F238E27FC236}">
                <a16:creationId xmlns:a16="http://schemas.microsoft.com/office/drawing/2014/main" id="{F202A4E6-CC89-3B75-136E-6CDCA7981C3C}"/>
              </a:ext>
            </a:extLst>
          </p:cNvPr>
          <p:cNvPicPr>
            <a:picLocks noChangeAspect="1"/>
          </p:cNvPicPr>
          <p:nvPr/>
        </p:nvPicPr>
        <p:blipFill>
          <a:blip r:embed="rId4"/>
          <a:stretch>
            <a:fillRect/>
          </a:stretch>
        </p:blipFill>
        <p:spPr>
          <a:xfrm>
            <a:off x="844280" y="1901746"/>
            <a:ext cx="10503440" cy="3054507"/>
          </a:xfrm>
          <a:prstGeom prst="rect">
            <a:avLst/>
          </a:prstGeom>
        </p:spPr>
      </p:pic>
    </p:spTree>
    <p:extLst>
      <p:ext uri="{BB962C8B-B14F-4D97-AF65-F5344CB8AC3E}">
        <p14:creationId xmlns:p14="http://schemas.microsoft.com/office/powerpoint/2010/main" val="16713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[3-mins]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4762213" y="1051486"/>
            <a:ext cx="2716735" cy="200880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N"/>
          </a:p>
        </p:txBody>
      </p:sp>
      <p:grpSp>
        <p:nvGrpSpPr>
          <p:cNvPr id="14" name="Group 13"/>
          <p:cNvGrpSpPr/>
          <p:nvPr/>
        </p:nvGrpSpPr>
        <p:grpSpPr>
          <a:xfrm>
            <a:off x="638332" y="3566830"/>
            <a:ext cx="10994966"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a:lstStyle/>
            <a:p>
              <a:endParaRPr lang="en-IN"/>
            </a:p>
          </p:txBody>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r>
                <a:rPr lang="en-US" sz="3600" dirty="0"/>
                <a:t>Imagine you are writing a program that will store 100 students marks of one subject (English)and you must find out the average score of the students in the English.</a:t>
              </a:r>
              <a:br>
                <a:rPr lang="en-US" sz="3600" dirty="0"/>
              </a:br>
              <a:r>
                <a:rPr lang="en-US" sz="3600" dirty="0"/>
                <a:t>Are you going to store the marks in 100 Variables?</a:t>
              </a:r>
            </a:p>
          </p:txBody>
        </p:sp>
      </p:grpSp>
      <p:sp>
        <p:nvSpPr>
          <p:cNvPr id="3" name="Slide Number Placeholder 2">
            <a:extLst>
              <a:ext uri="{FF2B5EF4-FFF2-40B4-BE49-F238E27FC236}">
                <a16:creationId xmlns:a16="http://schemas.microsoft.com/office/drawing/2014/main" id="{F3ADE32A-AE4B-D851-4454-8B917126FDB4}"/>
              </a:ext>
            </a:extLst>
          </p:cNvPr>
          <p:cNvSpPr>
            <a:spLocks noGrp="1"/>
          </p:cNvSpPr>
          <p:nvPr>
            <p:ph type="sldNum" sz="quarter" idx="12"/>
          </p:nvPr>
        </p:nvSpPr>
        <p:spPr/>
        <p:txBody>
          <a:bodyPr/>
          <a:lstStyle/>
          <a:p>
            <a:fld id="{26510230-8DD5-4BA5-AB2D-CA30FC08F9D7}" type="slidenum">
              <a:rPr lang="en-IN" smtClean="0"/>
              <a:t>4</a:t>
            </a:fld>
            <a:endParaRPr lang="en-IN"/>
          </a:p>
        </p:txBody>
      </p:sp>
    </p:spTree>
    <p:extLst>
      <p:ext uri="{BB962C8B-B14F-4D97-AF65-F5344CB8AC3E}">
        <p14:creationId xmlns:p14="http://schemas.microsoft.com/office/powerpoint/2010/main" val="278236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GSCALE</a:t>
            </a:r>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562247146"/>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6" name="Slide Number Placeholder 5">
            <a:extLst>
              <a:ext uri="{FF2B5EF4-FFF2-40B4-BE49-F238E27FC236}">
                <a16:creationId xmlns:a16="http://schemas.microsoft.com/office/drawing/2014/main" id="{06123CD6-362D-C5CA-CE68-AF9679687B8A}"/>
              </a:ext>
            </a:extLst>
          </p:cNvPr>
          <p:cNvSpPr>
            <a:spLocks noGrp="1"/>
          </p:cNvSpPr>
          <p:nvPr>
            <p:ph type="sldNum" sz="quarter" idx="12"/>
          </p:nvPr>
        </p:nvSpPr>
        <p:spPr/>
        <p:txBody>
          <a:bodyPr/>
          <a:lstStyle/>
          <a:p>
            <a:fld id="{26510230-8DD5-4BA5-AB2D-CA30FC08F9D7}" type="slidenum">
              <a:rPr lang="en-IN" smtClean="0"/>
              <a:t>5</a:t>
            </a:fld>
            <a:endParaRPr lang="en-IN"/>
          </a:p>
        </p:txBody>
      </p:sp>
    </p:spTree>
    <p:extLst>
      <p:ext uri="{BB962C8B-B14F-4D97-AF65-F5344CB8AC3E}">
        <p14:creationId xmlns:p14="http://schemas.microsoft.com/office/powerpoint/2010/main" val="1438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6" y="1219889"/>
            <a:ext cx="10468176" cy="4093428"/>
          </a:xfrm>
          <a:prstGeom prst="rect">
            <a:avLst/>
          </a:prstGeom>
          <a:noFill/>
        </p:spPr>
        <p:txBody>
          <a:bodyPr wrap="square">
            <a:spAutoFit/>
          </a:bodyPr>
          <a:lstStyle/>
          <a:p>
            <a:pPr algn="ctr"/>
            <a:r>
              <a:rPr lang="en-US" sz="3200" b="1" dirty="0"/>
              <a:t>Session Outline</a:t>
            </a:r>
          </a:p>
          <a:p>
            <a:pPr algn="ctr"/>
            <a:endParaRPr lang="en-US" sz="3200" dirty="0"/>
          </a:p>
          <a:p>
            <a:pPr marL="342900" indent="-342900">
              <a:buFont typeface="Arial" pitchFamily="34" charset="0"/>
              <a:buChar char="•"/>
            </a:pPr>
            <a:r>
              <a:rPr lang="en-US" sz="2800" dirty="0"/>
              <a:t>Introduction to Array Data Structure</a:t>
            </a:r>
          </a:p>
          <a:p>
            <a:pPr marL="342900" indent="-342900">
              <a:buFont typeface="Arial" pitchFamily="34" charset="0"/>
              <a:buChar char="•"/>
            </a:pPr>
            <a:r>
              <a:rPr lang="en-US" sz="2800" dirty="0"/>
              <a:t>Types of Arrays: Single Dimensional (1D)and Multi Dimensional (MD)</a:t>
            </a:r>
          </a:p>
          <a:p>
            <a:pPr marL="342900" lvl="0" indent="-342900">
              <a:buFont typeface="Arial" pitchFamily="34" charset="0"/>
              <a:buChar char="•"/>
            </a:pPr>
            <a:r>
              <a:rPr lang="en-US" sz="2800" dirty="0"/>
              <a:t>Row Major order of 2D Arrays</a:t>
            </a:r>
          </a:p>
          <a:p>
            <a:pPr marL="342900" lvl="0" indent="-342900">
              <a:buFont typeface="Arial" pitchFamily="34" charset="0"/>
              <a:buChar char="•"/>
            </a:pPr>
            <a:r>
              <a:rPr lang="en-US" sz="2800" dirty="0"/>
              <a:t>Colum Major Order of 2D Arrays</a:t>
            </a:r>
          </a:p>
          <a:p>
            <a:pPr marL="342900" lvl="0" indent="-342900">
              <a:buFont typeface="Arial" pitchFamily="34" charset="0"/>
              <a:buChar char="•"/>
            </a:pPr>
            <a:r>
              <a:rPr lang="en-US" sz="2800" dirty="0"/>
              <a:t>Provide hands-on activities and reinforce learning through an interactive </a:t>
            </a:r>
            <a:r>
              <a:rPr lang="en-US" sz="2800" dirty="0" err="1"/>
              <a:t>WooClap</a:t>
            </a:r>
            <a:r>
              <a:rPr lang="en-US" sz="2800" dirty="0"/>
              <a:t> and </a:t>
            </a:r>
            <a:r>
              <a:rPr lang="en-US" sz="2800" dirty="0" err="1"/>
              <a:t>WooFlash</a:t>
            </a:r>
            <a:r>
              <a:rPr lang="en-US" sz="2800" dirty="0"/>
              <a:t> tools.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
        <p:nvSpPr>
          <p:cNvPr id="2" name="Slide Number Placeholder 1">
            <a:extLst>
              <a:ext uri="{FF2B5EF4-FFF2-40B4-BE49-F238E27FC236}">
                <a16:creationId xmlns:a16="http://schemas.microsoft.com/office/drawing/2014/main" id="{C1EFADE0-B82F-7BAE-6CA9-4FEFBD6230FD}"/>
              </a:ext>
            </a:extLst>
          </p:cNvPr>
          <p:cNvSpPr>
            <a:spLocks noGrp="1"/>
          </p:cNvSpPr>
          <p:nvPr>
            <p:ph type="sldNum" sz="quarter" idx="12"/>
          </p:nvPr>
        </p:nvSpPr>
        <p:spPr/>
        <p:txBody>
          <a:bodyPr/>
          <a:lstStyle/>
          <a:p>
            <a:fld id="{26510230-8DD5-4BA5-AB2D-CA30FC08F9D7}" type="slidenum">
              <a:rPr lang="en-IN" smtClean="0"/>
              <a:t>6</a:t>
            </a:fld>
            <a:endParaRPr lang="en-IN"/>
          </a:p>
        </p:txBody>
      </p:sp>
    </p:spTree>
    <p:extLst>
      <p:ext uri="{BB962C8B-B14F-4D97-AF65-F5344CB8AC3E}">
        <p14:creationId xmlns:p14="http://schemas.microsoft.com/office/powerpoint/2010/main" val="3560614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9D831-2400-AE7C-28BC-5214B7AF2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D3B92-70EA-B9CA-0C27-029CCF679AF2}"/>
              </a:ext>
            </a:extLst>
          </p:cNvPr>
          <p:cNvSpPr>
            <a:spLocks noGrp="1"/>
          </p:cNvSpPr>
          <p:nvPr>
            <p:ph type="title"/>
          </p:nvPr>
        </p:nvSpPr>
        <p:spPr>
          <a:xfrm>
            <a:off x="838200" y="950450"/>
            <a:ext cx="10515600" cy="740238"/>
          </a:xfrm>
        </p:spPr>
        <p:txBody>
          <a:bodyPr/>
          <a:lstStyle/>
          <a:p>
            <a:r>
              <a:rPr lang="en-US" dirty="0"/>
              <a:t>Introduction to Arrays</a:t>
            </a:r>
            <a:endParaRPr lang="en-IN" dirty="0"/>
          </a:p>
        </p:txBody>
      </p:sp>
      <p:sp>
        <p:nvSpPr>
          <p:cNvPr id="6" name="Content Placeholder 5">
            <a:extLst>
              <a:ext uri="{FF2B5EF4-FFF2-40B4-BE49-F238E27FC236}">
                <a16:creationId xmlns:a16="http://schemas.microsoft.com/office/drawing/2014/main" id="{0287C04E-3404-F384-B7E3-A25099C15916}"/>
              </a:ext>
            </a:extLst>
          </p:cNvPr>
          <p:cNvSpPr>
            <a:spLocks noGrp="1"/>
          </p:cNvSpPr>
          <p:nvPr>
            <p:ph idx="1"/>
          </p:nvPr>
        </p:nvSpPr>
        <p:spPr/>
        <p:txBody>
          <a:bodyPr/>
          <a:lstStyle/>
          <a:p>
            <a:r>
              <a:rPr lang="en-IN" dirty="0"/>
              <a:t>Arrays are foundational linear data structures.</a:t>
            </a:r>
          </a:p>
          <a:p>
            <a:r>
              <a:rPr lang="en-IN" dirty="0"/>
              <a:t>Homogeneous collection of elements.</a:t>
            </a:r>
          </a:p>
          <a:p>
            <a:r>
              <a:rPr lang="en-IN" dirty="0"/>
              <a:t>Stored in contiguous memory.</a:t>
            </a:r>
          </a:p>
          <a:p>
            <a:r>
              <a:rPr lang="en-IN" dirty="0"/>
              <a:t>Accessed by Index. Ex. </a:t>
            </a:r>
            <a:r>
              <a:rPr lang="en-IN" dirty="0" err="1"/>
              <a:t>Arr</a:t>
            </a:r>
            <a:r>
              <a:rPr lang="en-IN" dirty="0"/>
              <a:t>[3] will give 10. </a:t>
            </a:r>
          </a:p>
          <a:p>
            <a:endParaRPr lang="en-IN" dirty="0"/>
          </a:p>
        </p:txBody>
      </p:sp>
      <p:sp>
        <p:nvSpPr>
          <p:cNvPr id="3" name="Footer Placeholder 2">
            <a:extLst>
              <a:ext uri="{FF2B5EF4-FFF2-40B4-BE49-F238E27FC236}">
                <a16:creationId xmlns:a16="http://schemas.microsoft.com/office/drawing/2014/main" id="{E5015037-4DCE-187C-CE6C-16BA61DBC92C}"/>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8F453872-7968-61D2-AEC5-3E50037ABF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F261B6E2-2264-3B3B-95DD-A4A74A380C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pic>
        <p:nvPicPr>
          <p:cNvPr id="10" name="Picture 9" descr="A diagram of a structure&#10;&#10;AI-generated content may be incorrect.">
            <a:extLst>
              <a:ext uri="{FF2B5EF4-FFF2-40B4-BE49-F238E27FC236}">
                <a16:creationId xmlns:a16="http://schemas.microsoft.com/office/drawing/2014/main" id="{F00EFCA8-3B5F-A825-DAAE-AA4F1988189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t="24979" b="26204"/>
          <a:stretch>
            <a:fillRect/>
          </a:stretch>
        </p:blipFill>
        <p:spPr>
          <a:xfrm>
            <a:off x="1100216" y="3941747"/>
            <a:ext cx="9525000" cy="2324910"/>
          </a:xfrm>
          <a:prstGeom prst="rect">
            <a:avLst/>
          </a:prstGeom>
        </p:spPr>
      </p:pic>
      <p:sp>
        <p:nvSpPr>
          <p:cNvPr id="11" name="Slide Number Placeholder 10">
            <a:extLst>
              <a:ext uri="{FF2B5EF4-FFF2-40B4-BE49-F238E27FC236}">
                <a16:creationId xmlns:a16="http://schemas.microsoft.com/office/drawing/2014/main" id="{54EB07A1-E20E-3CF4-327A-D1316F08EADB}"/>
              </a:ext>
            </a:extLst>
          </p:cNvPr>
          <p:cNvSpPr>
            <a:spLocks noGrp="1"/>
          </p:cNvSpPr>
          <p:nvPr>
            <p:ph type="sldNum" sz="quarter" idx="12"/>
          </p:nvPr>
        </p:nvSpPr>
        <p:spPr/>
        <p:txBody>
          <a:bodyPr/>
          <a:lstStyle/>
          <a:p>
            <a:fld id="{26510230-8DD5-4BA5-AB2D-CA30FC08F9D7}" type="slidenum">
              <a:rPr lang="en-IN" smtClean="0"/>
              <a:t>7</a:t>
            </a:fld>
            <a:endParaRPr lang="en-IN"/>
          </a:p>
        </p:txBody>
      </p:sp>
    </p:spTree>
    <p:extLst>
      <p:ext uri="{BB962C8B-B14F-4D97-AF65-F5344CB8AC3E}">
        <p14:creationId xmlns:p14="http://schemas.microsoft.com/office/powerpoint/2010/main" val="1206115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1948-DFEA-3138-F17E-58B718414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D4D09-D2FB-518C-81A6-F50607E0D6FF}"/>
              </a:ext>
            </a:extLst>
          </p:cNvPr>
          <p:cNvSpPr>
            <a:spLocks noGrp="1"/>
          </p:cNvSpPr>
          <p:nvPr>
            <p:ph type="title"/>
          </p:nvPr>
        </p:nvSpPr>
        <p:spPr>
          <a:xfrm>
            <a:off x="838200" y="950450"/>
            <a:ext cx="10515600" cy="740238"/>
          </a:xfrm>
        </p:spPr>
        <p:txBody>
          <a:bodyPr/>
          <a:lstStyle/>
          <a:p>
            <a:r>
              <a:rPr lang="en-US" dirty="0"/>
              <a:t>Types of Arrays</a:t>
            </a:r>
            <a:endParaRPr lang="en-IN" dirty="0"/>
          </a:p>
        </p:txBody>
      </p:sp>
      <p:sp>
        <p:nvSpPr>
          <p:cNvPr id="3" name="Footer Placeholder 2">
            <a:extLst>
              <a:ext uri="{FF2B5EF4-FFF2-40B4-BE49-F238E27FC236}">
                <a16:creationId xmlns:a16="http://schemas.microsoft.com/office/drawing/2014/main" id="{7CC6CF30-5368-9D29-AEBC-4DC044BBEE12}"/>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A0204B91-0A27-9D5C-12DB-5BA4CC489F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66D5D17D-1753-5B6C-D11F-F12025509B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pic>
        <p:nvPicPr>
          <p:cNvPr id="10" name="Picture 9">
            <a:extLst>
              <a:ext uri="{FF2B5EF4-FFF2-40B4-BE49-F238E27FC236}">
                <a16:creationId xmlns:a16="http://schemas.microsoft.com/office/drawing/2014/main" id="{8632B16C-17CB-C9DD-0996-7644D561D2A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2494" b="95262" l="5993" r="95256">
                        <a14:foregroundMark x1="51061" y1="3741" x2="29588" y2="6484"/>
                        <a14:foregroundMark x1="29588" y1="6484" x2="48190" y2="16708"/>
                        <a14:foregroundMark x1="48190" y1="16708" x2="62172" y2="14464"/>
                        <a14:foregroundMark x1="62172" y1="14464" x2="53808" y2="998"/>
                        <a14:foregroundMark x1="53808" y1="998" x2="46941" y2="2494"/>
                        <a14:foregroundMark x1="46941" y1="2494" x2="44320" y2="5237"/>
                        <a14:foregroundMark x1="10112" y1="43641" x2="5119" y2="56858"/>
                        <a14:foregroundMark x1="5119" y1="56858" x2="5993" y2="72818"/>
                        <a14:foregroundMark x1="5993" y1="72818" x2="31211" y2="75561"/>
                        <a14:foregroundMark x1="31211" y1="75561" x2="48190" y2="63092"/>
                        <a14:foregroundMark x1="48190" y1="63092" x2="32834" y2="46883"/>
                        <a14:foregroundMark x1="32834" y1="46883" x2="16854" y2="48628"/>
                        <a14:foregroundMark x1="9488" y1="80299" x2="2622" y2="87032"/>
                        <a14:foregroundMark x1="2622" y1="87032" x2="30212" y2="95511"/>
                        <a14:foregroundMark x1="30212" y1="95511" x2="39201" y2="89027"/>
                        <a14:foregroundMark x1="39201" y1="89027" x2="18102" y2="81297"/>
                        <a14:foregroundMark x1="18102" y1="81297" x2="6742" y2="88030"/>
                        <a14:foregroundMark x1="85643" y1="42394" x2="67041" y2="41646"/>
                        <a14:foregroundMark x1="67041" y1="41646" x2="48689" y2="59601"/>
                        <a14:foregroundMark x1="48689" y1="59601" x2="63546" y2="81796"/>
                        <a14:foregroundMark x1="63546" y1="81796" x2="87016" y2="75561"/>
                        <a14:foregroundMark x1="87016" y1="75561" x2="94632" y2="65586"/>
                        <a14:foregroundMark x1="94632" y1="65586" x2="90762" y2="45137"/>
                        <a14:foregroundMark x1="90762" y1="45137" x2="71161" y2="40399"/>
                        <a14:foregroundMark x1="96754" y1="57606" x2="89638" y2="58105"/>
                        <a14:foregroundMark x1="89638" y1="58105" x2="94132" y2="68828"/>
                        <a14:foregroundMark x1="94132" y1="68828" x2="97878" y2="61845"/>
                        <a14:foregroundMark x1="97878" y1="61845" x2="95256" y2="49875"/>
                        <a14:foregroundMark x1="95256" y1="49875" x2="94132" y2="51122"/>
                        <a14:backgroundMark x1="91386" y1="10973" x2="91386" y2="10973"/>
                        <a14:backgroundMark x1="91386" y1="10973" x2="91386" y2="10973"/>
                        <a14:backgroundMark x1="91386" y1="10973" x2="91386" y2="1097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6"/>
              </a:ext>
            </a:extLst>
          </a:blip>
          <a:srcRect l="2981" t="-1741" r="202" b="1"/>
          <a:stretch>
            <a:fillRect/>
          </a:stretch>
        </p:blipFill>
        <p:spPr>
          <a:xfrm>
            <a:off x="1731523" y="1504950"/>
            <a:ext cx="9221820" cy="4851400"/>
          </a:xfrm>
          <a:prstGeom prst="rect">
            <a:avLst/>
          </a:prstGeom>
        </p:spPr>
      </p:pic>
      <p:sp>
        <p:nvSpPr>
          <p:cNvPr id="4" name="Slide Number Placeholder 3">
            <a:extLst>
              <a:ext uri="{FF2B5EF4-FFF2-40B4-BE49-F238E27FC236}">
                <a16:creationId xmlns:a16="http://schemas.microsoft.com/office/drawing/2014/main" id="{F126907E-398C-B5AA-4502-5AB5193183E0}"/>
              </a:ext>
            </a:extLst>
          </p:cNvPr>
          <p:cNvSpPr>
            <a:spLocks noGrp="1"/>
          </p:cNvSpPr>
          <p:nvPr>
            <p:ph type="sldNum" sz="quarter" idx="12"/>
          </p:nvPr>
        </p:nvSpPr>
        <p:spPr/>
        <p:txBody>
          <a:bodyPr/>
          <a:lstStyle/>
          <a:p>
            <a:fld id="{26510230-8DD5-4BA5-AB2D-CA30FC08F9D7}" type="slidenum">
              <a:rPr lang="en-IN" smtClean="0"/>
              <a:t>8</a:t>
            </a:fld>
            <a:endParaRPr lang="en-IN"/>
          </a:p>
        </p:txBody>
      </p:sp>
    </p:spTree>
    <p:extLst>
      <p:ext uri="{BB962C8B-B14F-4D97-AF65-F5344CB8AC3E}">
        <p14:creationId xmlns:p14="http://schemas.microsoft.com/office/powerpoint/2010/main" val="1932701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8AAD9-4EEA-3BAC-60E7-B536EFE5D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00C76-0E2A-9FAA-D31C-50ADD61BF7CB}"/>
              </a:ext>
            </a:extLst>
          </p:cNvPr>
          <p:cNvSpPr>
            <a:spLocks noGrp="1"/>
          </p:cNvSpPr>
          <p:nvPr>
            <p:ph type="title"/>
          </p:nvPr>
        </p:nvSpPr>
        <p:spPr>
          <a:xfrm>
            <a:off x="838200" y="950450"/>
            <a:ext cx="10515600" cy="740238"/>
          </a:xfrm>
        </p:spPr>
        <p:txBody>
          <a:bodyPr/>
          <a:lstStyle/>
          <a:p>
            <a:r>
              <a:rPr lang="en-US" dirty="0"/>
              <a:t>Creating 1D Arrays in C</a:t>
            </a:r>
            <a:endParaRPr lang="en-IN" dirty="0"/>
          </a:p>
        </p:txBody>
      </p:sp>
      <p:sp>
        <p:nvSpPr>
          <p:cNvPr id="3" name="Footer Placeholder 2">
            <a:extLst>
              <a:ext uri="{FF2B5EF4-FFF2-40B4-BE49-F238E27FC236}">
                <a16:creationId xmlns:a16="http://schemas.microsoft.com/office/drawing/2014/main" id="{093C051C-3F5E-B0EE-8176-C8B3A787F31D}"/>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93818043-D7B7-3618-0D9A-AA03CE00AA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786A500F-B461-FBFD-BF26-00559EA2E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pic>
        <p:nvPicPr>
          <p:cNvPr id="6" name="Picture 5" descr="A white board with colorful text and numbers&#10;&#10;AI-generated content may be incorrect.">
            <a:extLst>
              <a:ext uri="{FF2B5EF4-FFF2-40B4-BE49-F238E27FC236}">
                <a16:creationId xmlns:a16="http://schemas.microsoft.com/office/drawing/2014/main" id="{6CD4C5F0-4E67-B0F2-BCAA-6E942F7EE8AA}"/>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842270" y="1968216"/>
            <a:ext cx="8507459" cy="4388134"/>
          </a:xfrm>
          <a:prstGeom prst="rect">
            <a:avLst/>
          </a:prstGeom>
        </p:spPr>
      </p:pic>
      <p:sp>
        <p:nvSpPr>
          <p:cNvPr id="9" name="Slide Number Placeholder 8">
            <a:extLst>
              <a:ext uri="{FF2B5EF4-FFF2-40B4-BE49-F238E27FC236}">
                <a16:creationId xmlns:a16="http://schemas.microsoft.com/office/drawing/2014/main" id="{DB2321AE-0136-9082-F9ED-94172C527EA1}"/>
              </a:ext>
            </a:extLst>
          </p:cNvPr>
          <p:cNvSpPr>
            <a:spLocks noGrp="1"/>
          </p:cNvSpPr>
          <p:nvPr>
            <p:ph type="sldNum" sz="quarter" idx="12"/>
          </p:nvPr>
        </p:nvSpPr>
        <p:spPr/>
        <p:txBody>
          <a:bodyPr/>
          <a:lstStyle/>
          <a:p>
            <a:fld id="{26510230-8DD5-4BA5-AB2D-CA30FC08F9D7}" type="slidenum">
              <a:rPr lang="en-IN" smtClean="0"/>
              <a:t>9</a:t>
            </a:fld>
            <a:endParaRPr lang="en-IN"/>
          </a:p>
        </p:txBody>
      </p:sp>
    </p:spTree>
    <p:extLst>
      <p:ext uri="{BB962C8B-B14F-4D97-AF65-F5344CB8AC3E}">
        <p14:creationId xmlns:p14="http://schemas.microsoft.com/office/powerpoint/2010/main" val="2315450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CFBDC-F41C-EBAB-E5BB-C648A3E491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515D2-C224-1A12-45B3-CDC5A20CF35F}"/>
              </a:ext>
            </a:extLst>
          </p:cNvPr>
          <p:cNvSpPr>
            <a:spLocks noGrp="1"/>
          </p:cNvSpPr>
          <p:nvPr>
            <p:ph type="title"/>
          </p:nvPr>
        </p:nvSpPr>
        <p:spPr>
          <a:xfrm>
            <a:off x="838200" y="950450"/>
            <a:ext cx="10515600" cy="740238"/>
          </a:xfrm>
        </p:spPr>
        <p:txBody>
          <a:bodyPr/>
          <a:lstStyle/>
          <a:p>
            <a:r>
              <a:rPr lang="en-US" dirty="0"/>
              <a:t>Creating 2D Arrays in C</a:t>
            </a:r>
            <a:endParaRPr lang="en-IN" dirty="0"/>
          </a:p>
        </p:txBody>
      </p:sp>
      <p:sp>
        <p:nvSpPr>
          <p:cNvPr id="3" name="Footer Placeholder 2">
            <a:extLst>
              <a:ext uri="{FF2B5EF4-FFF2-40B4-BE49-F238E27FC236}">
                <a16:creationId xmlns:a16="http://schemas.microsoft.com/office/drawing/2014/main" id="{16816524-B83B-BEAF-1C16-548763C88AD5}"/>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05B01301-B936-6A55-707D-3366EA96AD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587E2ACC-FA09-6C14-1C65-93E9949FC1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pic>
        <p:nvPicPr>
          <p:cNvPr id="9" name="Picture 8" descr="A white background with black text&#10;&#10;AI-generated content may be incorrect.">
            <a:extLst>
              <a:ext uri="{FF2B5EF4-FFF2-40B4-BE49-F238E27FC236}">
                <a16:creationId xmlns:a16="http://schemas.microsoft.com/office/drawing/2014/main" id="{97361F9E-2531-826B-7CBC-77CB8DAAC13C}"/>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3032" t="7315" r="13750" b="27518"/>
          <a:stretch>
            <a:fillRect/>
          </a:stretch>
        </p:blipFill>
        <p:spPr>
          <a:xfrm>
            <a:off x="1118680" y="1825182"/>
            <a:ext cx="10145949" cy="4469184"/>
          </a:xfrm>
          <a:prstGeom prst="rect">
            <a:avLst/>
          </a:prstGeom>
        </p:spPr>
      </p:pic>
      <p:sp>
        <p:nvSpPr>
          <p:cNvPr id="10" name="Slide Number Placeholder 9">
            <a:extLst>
              <a:ext uri="{FF2B5EF4-FFF2-40B4-BE49-F238E27FC236}">
                <a16:creationId xmlns:a16="http://schemas.microsoft.com/office/drawing/2014/main" id="{E3072F55-0E5A-4C44-BBF5-D7E494903A7B}"/>
              </a:ext>
            </a:extLst>
          </p:cNvPr>
          <p:cNvSpPr>
            <a:spLocks noGrp="1"/>
          </p:cNvSpPr>
          <p:nvPr>
            <p:ph type="sldNum" sz="quarter" idx="12"/>
          </p:nvPr>
        </p:nvSpPr>
        <p:spPr/>
        <p:txBody>
          <a:bodyPr/>
          <a:lstStyle/>
          <a:p>
            <a:fld id="{26510230-8DD5-4BA5-AB2D-CA30FC08F9D7}" type="slidenum">
              <a:rPr lang="en-IN" smtClean="0"/>
              <a:t>10</a:t>
            </a:fld>
            <a:endParaRPr lang="en-IN"/>
          </a:p>
        </p:txBody>
      </p:sp>
    </p:spTree>
    <p:extLst>
      <p:ext uri="{BB962C8B-B14F-4D97-AF65-F5344CB8AC3E}">
        <p14:creationId xmlns:p14="http://schemas.microsoft.com/office/powerpoint/2010/main" val="1031068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57D8B-C265-6632-5B9A-8A58B5E0D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8B581-AD92-678C-EEA4-C56AF9AB7BB1}"/>
              </a:ext>
            </a:extLst>
          </p:cNvPr>
          <p:cNvSpPr>
            <a:spLocks noGrp="1"/>
          </p:cNvSpPr>
          <p:nvPr>
            <p:ph type="title"/>
          </p:nvPr>
        </p:nvSpPr>
        <p:spPr>
          <a:xfrm>
            <a:off x="4700666" y="184515"/>
            <a:ext cx="5257800" cy="740238"/>
          </a:xfrm>
        </p:spPr>
        <p:txBody>
          <a:bodyPr/>
          <a:lstStyle/>
          <a:p>
            <a:r>
              <a:rPr lang="en-US" dirty="0"/>
              <a:t>Activity: Gallery Walk</a:t>
            </a:r>
            <a:endParaRPr lang="en-IN" dirty="0"/>
          </a:p>
        </p:txBody>
      </p:sp>
      <p:sp>
        <p:nvSpPr>
          <p:cNvPr id="3" name="Footer Placeholder 2">
            <a:extLst>
              <a:ext uri="{FF2B5EF4-FFF2-40B4-BE49-F238E27FC236}">
                <a16:creationId xmlns:a16="http://schemas.microsoft.com/office/drawing/2014/main" id="{F5493171-C42F-C05F-6342-EA28C51C1766}"/>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372A9C85-A6A3-6932-BE45-51FE4F0E4B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325519BC-1DAE-FD5D-7F6A-9C496D504E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
        <p:nvSpPr>
          <p:cNvPr id="11" name="TextBox 10">
            <a:extLst>
              <a:ext uri="{FF2B5EF4-FFF2-40B4-BE49-F238E27FC236}">
                <a16:creationId xmlns:a16="http://schemas.microsoft.com/office/drawing/2014/main" id="{7FC2D298-6880-5B4C-670C-8195E883DB0A}"/>
              </a:ext>
            </a:extLst>
          </p:cNvPr>
          <p:cNvSpPr txBox="1"/>
          <p:nvPr/>
        </p:nvSpPr>
        <p:spPr>
          <a:xfrm>
            <a:off x="5832339" y="1268916"/>
            <a:ext cx="6096000" cy="4524315"/>
          </a:xfrm>
          <a:prstGeom prst="rect">
            <a:avLst/>
          </a:prstGeom>
          <a:noFill/>
        </p:spPr>
        <p:txBody>
          <a:bodyPr wrap="square">
            <a:spAutoFit/>
          </a:bodyPr>
          <a:lstStyle/>
          <a:p>
            <a:r>
              <a:rPr lang="en-US" dirty="0"/>
              <a:t>Step 1: </a:t>
            </a:r>
            <a:r>
              <a:rPr lang="en-IN" dirty="0"/>
              <a:t>Group Task (5 min)</a:t>
            </a:r>
            <a:endParaRPr lang="en-US" dirty="0"/>
          </a:p>
          <a:p>
            <a:endParaRPr lang="en-US" dirty="0"/>
          </a:p>
          <a:p>
            <a:r>
              <a:rPr lang="en-US" dirty="0"/>
              <a:t>Upon choosing the scenario corresponds to Group ID, </a:t>
            </a:r>
          </a:p>
          <a:p>
            <a:r>
              <a:rPr lang="en-US" dirty="0"/>
              <a:t>Each group uses White Board to:  </a:t>
            </a:r>
          </a:p>
          <a:p>
            <a:endParaRPr lang="en-US" b="1" dirty="0"/>
          </a:p>
          <a:p>
            <a:pPr marL="285750" indent="-285750">
              <a:buFont typeface="Arial" panose="020B0604020202020204" pitchFamily="34" charset="0"/>
              <a:buChar char="•"/>
            </a:pPr>
            <a:r>
              <a:rPr lang="en-US" b="1" dirty="0"/>
              <a:t>Justify which array dimension fits best (1D, 2D, 3D, etc.).</a:t>
            </a:r>
          </a:p>
          <a:p>
            <a:endParaRPr lang="en-US" b="1" dirty="0"/>
          </a:p>
          <a:p>
            <a:r>
              <a:rPr lang="en-US" dirty="0"/>
              <a:t>Step 2: Gallery Walk (10 min)</a:t>
            </a:r>
          </a:p>
          <a:p>
            <a:endParaRPr lang="en-US" dirty="0"/>
          </a:p>
          <a:p>
            <a:r>
              <a:rPr lang="en-US" dirty="0"/>
              <a:t>Groups rotate around the room. Read each group’s explanation. Leave sticky notes/comments:</a:t>
            </a:r>
          </a:p>
          <a:p>
            <a:endParaRPr lang="en-US" b="1" dirty="0"/>
          </a:p>
          <a:p>
            <a:pPr marL="285750" indent="-285750">
              <a:buFont typeface="Arial" panose="020B0604020202020204" pitchFamily="34" charset="0"/>
              <a:buChar char="•"/>
            </a:pPr>
            <a:r>
              <a:rPr lang="en-US" b="1" dirty="0"/>
              <a:t>Do you agree with the chosen array dimension?</a:t>
            </a:r>
          </a:p>
          <a:p>
            <a:pPr marL="285750" indent="-285750">
              <a:buFont typeface="Arial" panose="020B0604020202020204" pitchFamily="34" charset="0"/>
              <a:buChar char="•"/>
            </a:pPr>
            <a:r>
              <a:rPr lang="en-US" b="1" dirty="0"/>
              <a:t>Can you think of another way to represent it?</a:t>
            </a:r>
          </a:p>
          <a:p>
            <a:endParaRPr lang="en-US" dirty="0"/>
          </a:p>
        </p:txBody>
      </p:sp>
      <p:graphicFrame>
        <p:nvGraphicFramePr>
          <p:cNvPr id="21" name="TextBox 15">
            <a:extLst>
              <a:ext uri="{FF2B5EF4-FFF2-40B4-BE49-F238E27FC236}">
                <a16:creationId xmlns:a16="http://schemas.microsoft.com/office/drawing/2014/main" id="{5FB31504-ABDA-E344-A6FB-33D9071AE249}"/>
              </a:ext>
            </a:extLst>
          </p:cNvPr>
          <p:cNvGraphicFramePr/>
          <p:nvPr>
            <p:extLst>
              <p:ext uri="{D42A27DB-BD31-4B8C-83A1-F6EECF244321}">
                <p14:modId xmlns:p14="http://schemas.microsoft.com/office/powerpoint/2010/main" val="2511960645"/>
              </p:ext>
            </p:extLst>
          </p:nvPr>
        </p:nvGraphicFramePr>
        <p:xfrm>
          <a:off x="657225" y="1185703"/>
          <a:ext cx="4887541" cy="48013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7" name="Slide Number Placeholder 16">
            <a:extLst>
              <a:ext uri="{FF2B5EF4-FFF2-40B4-BE49-F238E27FC236}">
                <a16:creationId xmlns:a16="http://schemas.microsoft.com/office/drawing/2014/main" id="{4AD244E5-5C9D-60EC-8581-B77AB73B10E3}"/>
              </a:ext>
            </a:extLst>
          </p:cNvPr>
          <p:cNvSpPr>
            <a:spLocks noGrp="1"/>
          </p:cNvSpPr>
          <p:nvPr>
            <p:ph type="sldNum" sz="quarter" idx="12"/>
          </p:nvPr>
        </p:nvSpPr>
        <p:spPr/>
        <p:txBody>
          <a:bodyPr/>
          <a:lstStyle/>
          <a:p>
            <a:fld id="{26510230-8DD5-4BA5-AB2D-CA30FC08F9D7}" type="slidenum">
              <a:rPr lang="en-IN" smtClean="0"/>
              <a:t>11</a:t>
            </a:fld>
            <a:endParaRPr lang="en-IN"/>
          </a:p>
        </p:txBody>
      </p:sp>
    </p:spTree>
    <p:extLst>
      <p:ext uri="{BB962C8B-B14F-4D97-AF65-F5344CB8AC3E}">
        <p14:creationId xmlns:p14="http://schemas.microsoft.com/office/powerpoint/2010/main" val="3935443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E78DD-2286-9703-1B8E-FE400A6C6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1A3C6-570C-10D6-535E-7A871F619FAF}"/>
              </a:ext>
            </a:extLst>
          </p:cNvPr>
          <p:cNvSpPr>
            <a:spLocks noGrp="1"/>
          </p:cNvSpPr>
          <p:nvPr>
            <p:ph type="title"/>
          </p:nvPr>
        </p:nvSpPr>
        <p:spPr>
          <a:xfrm>
            <a:off x="4700666" y="184515"/>
            <a:ext cx="5257800" cy="740238"/>
          </a:xfrm>
        </p:spPr>
        <p:txBody>
          <a:bodyPr/>
          <a:lstStyle/>
          <a:p>
            <a:r>
              <a:rPr lang="en-US" dirty="0"/>
              <a:t>Activity: Gallery Walk</a:t>
            </a:r>
            <a:endParaRPr lang="en-IN" dirty="0"/>
          </a:p>
        </p:txBody>
      </p:sp>
      <p:sp>
        <p:nvSpPr>
          <p:cNvPr id="3" name="Footer Placeholder 2">
            <a:extLst>
              <a:ext uri="{FF2B5EF4-FFF2-40B4-BE49-F238E27FC236}">
                <a16:creationId xmlns:a16="http://schemas.microsoft.com/office/drawing/2014/main" id="{C1F7C324-1434-90F4-1339-E319732A2400}"/>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15CEFE77-469F-DAF5-60CF-B61818E56D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2AF3F78B-906B-5BA7-DBF4-F78FCC30EF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graphicFrame>
        <p:nvGraphicFramePr>
          <p:cNvPr id="10" name="Table 9">
            <a:extLst>
              <a:ext uri="{FF2B5EF4-FFF2-40B4-BE49-F238E27FC236}">
                <a16:creationId xmlns:a16="http://schemas.microsoft.com/office/drawing/2014/main" id="{5FBEE102-522D-BF98-806B-0602E7B16C0F}"/>
              </a:ext>
            </a:extLst>
          </p:cNvPr>
          <p:cNvGraphicFramePr>
            <a:graphicFrameLocks noGrp="1"/>
          </p:cNvGraphicFramePr>
          <p:nvPr>
            <p:extLst>
              <p:ext uri="{D42A27DB-BD31-4B8C-83A1-F6EECF244321}">
                <p14:modId xmlns:p14="http://schemas.microsoft.com/office/powerpoint/2010/main" val="2833173478"/>
              </p:ext>
            </p:extLst>
          </p:nvPr>
        </p:nvGraphicFramePr>
        <p:xfrm>
          <a:off x="1351099" y="1768476"/>
          <a:ext cx="9623151" cy="4351336"/>
        </p:xfrm>
        <a:graphic>
          <a:graphicData uri="http://schemas.openxmlformats.org/drawingml/2006/table">
            <a:tbl>
              <a:tblPr>
                <a:tableStyleId>{284E427A-3D55-4303-BF80-6455036E1DE7}</a:tableStyleId>
              </a:tblPr>
              <a:tblGrid>
                <a:gridCol w="3207717">
                  <a:extLst>
                    <a:ext uri="{9D8B030D-6E8A-4147-A177-3AD203B41FA5}">
                      <a16:colId xmlns:a16="http://schemas.microsoft.com/office/drawing/2014/main" val="371871593"/>
                    </a:ext>
                  </a:extLst>
                </a:gridCol>
                <a:gridCol w="3207717">
                  <a:extLst>
                    <a:ext uri="{9D8B030D-6E8A-4147-A177-3AD203B41FA5}">
                      <a16:colId xmlns:a16="http://schemas.microsoft.com/office/drawing/2014/main" val="2253556085"/>
                    </a:ext>
                  </a:extLst>
                </a:gridCol>
                <a:gridCol w="3207717">
                  <a:extLst>
                    <a:ext uri="{9D8B030D-6E8A-4147-A177-3AD203B41FA5}">
                      <a16:colId xmlns:a16="http://schemas.microsoft.com/office/drawing/2014/main" val="3495780814"/>
                    </a:ext>
                  </a:extLst>
                </a:gridCol>
              </a:tblGrid>
              <a:tr h="334718">
                <a:tc>
                  <a:txBody>
                    <a:bodyPr/>
                    <a:lstStyle/>
                    <a:p>
                      <a:pPr algn="ctr">
                        <a:buNone/>
                      </a:pPr>
                      <a:r>
                        <a:rPr lang="en-IN" sz="1600" b="1" dirty="0"/>
                        <a:t>Scenario</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dirty="0"/>
                        <a:t>Description</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dirty="0"/>
                        <a:t>Array Type</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02981587"/>
                  </a:ext>
                </a:extLst>
              </a:tr>
              <a:tr h="585757">
                <a:tc>
                  <a:txBody>
                    <a:bodyPr/>
                    <a:lstStyle/>
                    <a:p>
                      <a:pPr>
                        <a:buNone/>
                      </a:pPr>
                      <a:r>
                        <a:rPr lang="en-IN" sz="1600"/>
                        <a:t>Marks of Students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600" dirty="0"/>
                        <a:t>Store marks of 40 students in one subject</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dirty="0"/>
                        <a:t>1D Array</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75159260"/>
                  </a:ext>
                </a:extLst>
              </a:tr>
              <a:tr h="334718">
                <a:tc>
                  <a:txBody>
                    <a:bodyPr/>
                    <a:lstStyle/>
                    <a:p>
                      <a:pPr>
                        <a:buNone/>
                      </a:pPr>
                      <a:r>
                        <a:rPr lang="en-IN" sz="1600"/>
                        <a:t>Weekly Timetable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600" dirty="0"/>
                        <a:t>7 days × 6 periods per day</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a:t>2D Array</a:t>
                      </a:r>
                      <a:endParaRPr lang="en-IN"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54297611"/>
                  </a:ext>
                </a:extLst>
              </a:tr>
              <a:tr h="334718">
                <a:tc>
                  <a:txBody>
                    <a:bodyPr/>
                    <a:lstStyle/>
                    <a:p>
                      <a:pPr>
                        <a:buNone/>
                      </a:pPr>
                      <a:r>
                        <a:rPr lang="en-IN" sz="1600"/>
                        <a:t>Image Storage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IN" sz="1600" dirty="0"/>
                        <a:t>Height × Width × RGB values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a:t>3D Array</a:t>
                      </a:r>
                      <a:endParaRPr lang="en-IN" sz="16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64188903"/>
                  </a:ext>
                </a:extLst>
              </a:tr>
              <a:tr h="585757">
                <a:tc>
                  <a:txBody>
                    <a:bodyPr/>
                    <a:lstStyle/>
                    <a:p>
                      <a:pPr>
                        <a:buNone/>
                      </a:pPr>
                      <a:r>
                        <a:rPr lang="en-IN" sz="1600"/>
                        <a:t>Weather Data</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600"/>
                        <a:t>Daily temperature readings for 365 days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dirty="0"/>
                        <a:t>1D Array</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9030400"/>
                  </a:ext>
                </a:extLst>
              </a:tr>
              <a:tr h="334718">
                <a:tc>
                  <a:txBody>
                    <a:bodyPr/>
                    <a:lstStyle/>
                    <a:p>
                      <a:pPr>
                        <a:buNone/>
                      </a:pPr>
                      <a:r>
                        <a:rPr lang="en-IN" sz="1600"/>
                        <a:t>Rubik’s Cube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600"/>
                        <a:t>3D coordinates (x, y, z) with colors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dirty="0"/>
                        <a:t>3D Array</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08366572"/>
                  </a:ext>
                </a:extLst>
              </a:tr>
              <a:tr h="585757">
                <a:tc>
                  <a:txBody>
                    <a:bodyPr/>
                    <a:lstStyle/>
                    <a:p>
                      <a:pPr>
                        <a:buNone/>
                      </a:pPr>
                      <a:r>
                        <a:rPr lang="en-IN" sz="1600"/>
                        <a:t>Student Records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600"/>
                        <a:t>Roll number, name, and 5 subject marks of 50 students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dirty="0"/>
                        <a:t>2D Array</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34769924"/>
                  </a:ext>
                </a:extLst>
              </a:tr>
              <a:tr h="334718">
                <a:tc>
                  <a:txBody>
                    <a:bodyPr/>
                    <a:lstStyle/>
                    <a:p>
                      <a:pPr>
                        <a:buNone/>
                      </a:pPr>
                      <a:r>
                        <a:rPr lang="en-IN" sz="1600"/>
                        <a:t>Cinema Seat Booking</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IN" sz="1600"/>
                        <a:t>15 rows × 20 columns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dirty="0"/>
                        <a:t>2D Array</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351823465"/>
                  </a:ext>
                </a:extLst>
              </a:tr>
              <a:tr h="585757">
                <a:tc>
                  <a:txBody>
                    <a:bodyPr/>
                    <a:lstStyle/>
                    <a:p>
                      <a:pPr>
                        <a:buNone/>
                      </a:pPr>
                      <a:r>
                        <a:rPr lang="en-IN" sz="1600"/>
                        <a:t>Video Storage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600"/>
                        <a:t>Frames of video, each frame = image (Height × Width × RGB)</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dirty="0"/>
                        <a:t>4D Array</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822031498"/>
                  </a:ext>
                </a:extLst>
              </a:tr>
              <a:tr h="334718">
                <a:tc>
                  <a:txBody>
                    <a:bodyPr/>
                    <a:lstStyle/>
                    <a:p>
                      <a:pPr>
                        <a:buNone/>
                      </a:pPr>
                      <a:r>
                        <a:rPr lang="en-IN" sz="1600"/>
                        <a:t>Hospital Patient Data</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IN" sz="1600" dirty="0"/>
                        <a:t>Ward × Bed × Health parameters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en-IN" sz="1600" b="1" dirty="0"/>
                        <a:t>3D Array</a:t>
                      </a:r>
                      <a:endParaRPr lang="en-IN" sz="1600" dirty="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8783538"/>
                  </a:ext>
                </a:extLst>
              </a:tr>
            </a:tbl>
          </a:graphicData>
        </a:graphic>
      </p:graphicFrame>
      <p:sp>
        <p:nvSpPr>
          <p:cNvPr id="13" name="TextBox 12">
            <a:extLst>
              <a:ext uri="{FF2B5EF4-FFF2-40B4-BE49-F238E27FC236}">
                <a16:creationId xmlns:a16="http://schemas.microsoft.com/office/drawing/2014/main" id="{FD237C3D-342F-2039-2D53-69F50472867E}"/>
              </a:ext>
            </a:extLst>
          </p:cNvPr>
          <p:cNvSpPr txBox="1"/>
          <p:nvPr/>
        </p:nvSpPr>
        <p:spPr>
          <a:xfrm>
            <a:off x="1365465" y="1190292"/>
            <a:ext cx="6096000" cy="369332"/>
          </a:xfrm>
          <a:prstGeom prst="rect">
            <a:avLst/>
          </a:prstGeom>
          <a:noFill/>
        </p:spPr>
        <p:txBody>
          <a:bodyPr wrap="square">
            <a:spAutoFit/>
          </a:bodyPr>
          <a:lstStyle/>
          <a:p>
            <a:r>
              <a:rPr lang="en-US" b="1" dirty="0"/>
              <a:t>Reflection on Activity</a:t>
            </a:r>
            <a:endParaRPr lang="en-IN" b="1" dirty="0"/>
          </a:p>
        </p:txBody>
      </p:sp>
      <p:sp>
        <p:nvSpPr>
          <p:cNvPr id="14" name="Slide Number Placeholder 13">
            <a:extLst>
              <a:ext uri="{FF2B5EF4-FFF2-40B4-BE49-F238E27FC236}">
                <a16:creationId xmlns:a16="http://schemas.microsoft.com/office/drawing/2014/main" id="{B1266D34-FB95-5D3D-8AA0-984C9FBAC902}"/>
              </a:ext>
            </a:extLst>
          </p:cNvPr>
          <p:cNvSpPr>
            <a:spLocks noGrp="1"/>
          </p:cNvSpPr>
          <p:nvPr>
            <p:ph type="sldNum" sz="quarter" idx="12"/>
          </p:nvPr>
        </p:nvSpPr>
        <p:spPr/>
        <p:txBody>
          <a:bodyPr/>
          <a:lstStyle/>
          <a:p>
            <a:fld id="{26510230-8DD5-4BA5-AB2D-CA30FC08F9D7}" type="slidenum">
              <a:rPr lang="en-IN" smtClean="0"/>
              <a:t>12</a:t>
            </a:fld>
            <a:endParaRPr lang="en-IN"/>
          </a:p>
        </p:txBody>
      </p:sp>
    </p:spTree>
    <p:extLst>
      <p:ext uri="{BB962C8B-B14F-4D97-AF65-F5344CB8AC3E}">
        <p14:creationId xmlns:p14="http://schemas.microsoft.com/office/powerpoint/2010/main" val="4179404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A5CC-7EFF-AA69-4C96-3B2807F079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C0940-DBB0-8AB2-70CF-934ADC56C86D}"/>
              </a:ext>
            </a:extLst>
          </p:cNvPr>
          <p:cNvSpPr>
            <a:spLocks noGrp="1"/>
          </p:cNvSpPr>
          <p:nvPr>
            <p:ph type="title"/>
          </p:nvPr>
        </p:nvSpPr>
        <p:spPr>
          <a:xfrm>
            <a:off x="4440238" y="5555"/>
            <a:ext cx="6109050" cy="1325563"/>
          </a:xfrm>
        </p:spPr>
        <p:txBody>
          <a:bodyPr/>
          <a:lstStyle/>
          <a:p>
            <a:r>
              <a:rPr lang="en-US" dirty="0"/>
              <a:t>Array Traversal</a:t>
            </a:r>
            <a:endParaRPr lang="en-IN" dirty="0"/>
          </a:p>
        </p:txBody>
      </p:sp>
      <p:sp>
        <p:nvSpPr>
          <p:cNvPr id="10" name="Text Placeholder 9">
            <a:extLst>
              <a:ext uri="{FF2B5EF4-FFF2-40B4-BE49-F238E27FC236}">
                <a16:creationId xmlns:a16="http://schemas.microsoft.com/office/drawing/2014/main" id="{69D5C6E4-FE0C-FC27-095D-DF6AC58E7B38}"/>
              </a:ext>
            </a:extLst>
          </p:cNvPr>
          <p:cNvSpPr>
            <a:spLocks noGrp="1"/>
          </p:cNvSpPr>
          <p:nvPr>
            <p:ph type="body" idx="1"/>
          </p:nvPr>
        </p:nvSpPr>
        <p:spPr>
          <a:xfrm>
            <a:off x="744577" y="1185864"/>
            <a:ext cx="5157787" cy="495299"/>
          </a:xfrm>
        </p:spPr>
        <p:txBody>
          <a:bodyPr/>
          <a:lstStyle/>
          <a:p>
            <a:pPr algn="ctr"/>
            <a:r>
              <a:rPr lang="en-US" dirty="0"/>
              <a:t>1 D Arrays</a:t>
            </a:r>
          </a:p>
        </p:txBody>
      </p:sp>
      <p:sp>
        <p:nvSpPr>
          <p:cNvPr id="11" name="Content Placeholder 10">
            <a:extLst>
              <a:ext uri="{FF2B5EF4-FFF2-40B4-BE49-F238E27FC236}">
                <a16:creationId xmlns:a16="http://schemas.microsoft.com/office/drawing/2014/main" id="{28736F71-3D99-0A0E-DDB4-8792F9D4B22C}"/>
              </a:ext>
            </a:extLst>
          </p:cNvPr>
          <p:cNvSpPr>
            <a:spLocks noGrp="1"/>
          </p:cNvSpPr>
          <p:nvPr>
            <p:ph sz="half" idx="2"/>
          </p:nvPr>
        </p:nvSpPr>
        <p:spPr>
          <a:xfrm>
            <a:off x="862014" y="1826417"/>
            <a:ext cx="5157787" cy="3684588"/>
          </a:xfrm>
        </p:spPr>
        <p:txBody>
          <a:bodyPr>
            <a:normAutofit/>
          </a:bodyPr>
          <a:lstStyle/>
          <a:p>
            <a:pPr marL="0" indent="0">
              <a:buNone/>
            </a:pPr>
            <a:endParaRPr lang="en-IN" sz="1200" b="1" dirty="0">
              <a:latin typeface="Consolas" panose="020B0609020204030204" pitchFamily="49" charset="0"/>
            </a:endParaRPr>
          </a:p>
          <a:p>
            <a:pPr marL="0" indent="0">
              <a:buNone/>
            </a:pPr>
            <a:r>
              <a:rPr lang="en-IN" sz="1200" b="1" dirty="0">
                <a:latin typeface="Consolas" panose="020B0609020204030204" pitchFamily="49" charset="0"/>
              </a:rPr>
              <a:t>int </a:t>
            </a:r>
            <a:r>
              <a:rPr lang="en-IN" sz="1200" b="1" dirty="0" err="1">
                <a:latin typeface="Consolas" panose="020B0609020204030204" pitchFamily="49" charset="0"/>
              </a:rPr>
              <a:t>arr</a:t>
            </a:r>
            <a:r>
              <a:rPr lang="en-IN" sz="1200" b="1" dirty="0">
                <a:latin typeface="Consolas" panose="020B0609020204030204" pitchFamily="49" charset="0"/>
              </a:rPr>
              <a:t>[5] = {10, 20, 30, 40, 50};</a:t>
            </a:r>
          </a:p>
          <a:p>
            <a:pPr marL="0" indent="0">
              <a:buNone/>
            </a:pPr>
            <a:r>
              <a:rPr lang="en-IN" sz="1200" b="1" dirty="0">
                <a:latin typeface="Consolas" panose="020B0609020204030204" pitchFamily="49" charset="0"/>
              </a:rPr>
              <a:t>for (int </a:t>
            </a:r>
            <a:r>
              <a:rPr lang="en-IN" sz="1200" b="1" dirty="0" err="1">
                <a:latin typeface="Consolas" panose="020B0609020204030204" pitchFamily="49" charset="0"/>
              </a:rPr>
              <a:t>i</a:t>
            </a:r>
            <a:r>
              <a:rPr lang="en-IN" sz="1200" b="1" dirty="0">
                <a:latin typeface="Consolas" panose="020B0609020204030204" pitchFamily="49" charset="0"/>
              </a:rPr>
              <a:t> = 0; </a:t>
            </a:r>
            <a:r>
              <a:rPr lang="en-IN" sz="1200" b="1" dirty="0" err="1">
                <a:latin typeface="Consolas" panose="020B0609020204030204" pitchFamily="49" charset="0"/>
              </a:rPr>
              <a:t>i</a:t>
            </a:r>
            <a:r>
              <a:rPr lang="en-IN" sz="1200" b="1" dirty="0">
                <a:latin typeface="Consolas" panose="020B0609020204030204" pitchFamily="49" charset="0"/>
              </a:rPr>
              <a:t> &lt; 5; </a:t>
            </a:r>
            <a:r>
              <a:rPr lang="en-IN" sz="1200" b="1" dirty="0" err="1">
                <a:latin typeface="Consolas" panose="020B0609020204030204" pitchFamily="49" charset="0"/>
              </a:rPr>
              <a:t>i</a:t>
            </a:r>
            <a:r>
              <a:rPr lang="en-IN" sz="1200" b="1" dirty="0">
                <a:latin typeface="Consolas" panose="020B0609020204030204" pitchFamily="49" charset="0"/>
              </a:rPr>
              <a:t>++) {</a:t>
            </a:r>
          </a:p>
          <a:p>
            <a:pPr marL="0" indent="0">
              <a:buNone/>
            </a:pPr>
            <a:r>
              <a:rPr lang="en-IN" sz="1200" b="1" dirty="0">
                <a:latin typeface="Consolas" panose="020B0609020204030204" pitchFamily="49" charset="0"/>
              </a:rPr>
              <a:t>    </a:t>
            </a:r>
            <a:r>
              <a:rPr lang="en-IN" sz="1200" b="1" dirty="0" err="1">
                <a:latin typeface="Consolas" panose="020B0609020204030204" pitchFamily="49" charset="0"/>
              </a:rPr>
              <a:t>printf</a:t>
            </a:r>
            <a:r>
              <a:rPr lang="en-IN" sz="1200" b="1" dirty="0">
                <a:latin typeface="Consolas" panose="020B0609020204030204" pitchFamily="49" charset="0"/>
              </a:rPr>
              <a:t>("%d ", </a:t>
            </a:r>
            <a:r>
              <a:rPr lang="en-IN" sz="1200" b="1" dirty="0" err="1">
                <a:latin typeface="Consolas" panose="020B0609020204030204" pitchFamily="49" charset="0"/>
              </a:rPr>
              <a:t>arr</a:t>
            </a:r>
            <a:r>
              <a:rPr lang="en-IN" sz="1200" b="1" dirty="0">
                <a:latin typeface="Consolas" panose="020B0609020204030204" pitchFamily="49" charset="0"/>
              </a:rPr>
              <a:t>[</a:t>
            </a:r>
            <a:r>
              <a:rPr lang="en-IN" sz="1200" b="1" dirty="0" err="1">
                <a:latin typeface="Consolas" panose="020B0609020204030204" pitchFamily="49" charset="0"/>
              </a:rPr>
              <a:t>i</a:t>
            </a:r>
            <a:r>
              <a:rPr lang="en-IN" sz="1200" b="1" dirty="0">
                <a:latin typeface="Consolas" panose="020B0609020204030204" pitchFamily="49" charset="0"/>
              </a:rPr>
              <a:t>]);   // Visit element one by one</a:t>
            </a:r>
          </a:p>
          <a:p>
            <a:pPr marL="0" indent="0">
              <a:buNone/>
            </a:pPr>
            <a:r>
              <a:rPr lang="en-IN" sz="1200" b="1" dirty="0">
                <a:latin typeface="Consolas" panose="020B0609020204030204" pitchFamily="49" charset="0"/>
              </a:rPr>
              <a:t>}</a:t>
            </a:r>
          </a:p>
          <a:p>
            <a:pPr marL="0" indent="0">
              <a:buNone/>
            </a:pPr>
            <a:endParaRPr lang="en-IN" sz="1200" b="1" dirty="0">
              <a:latin typeface="Consolas" panose="020B0609020204030204" pitchFamily="49" charset="0"/>
            </a:endParaRPr>
          </a:p>
          <a:p>
            <a:r>
              <a:rPr lang="en-US" sz="1600" dirty="0"/>
              <a:t>A 1D array is like a row of boxes in memory.</a:t>
            </a:r>
          </a:p>
          <a:p>
            <a:r>
              <a:rPr lang="en-US" sz="1600" dirty="0"/>
              <a:t>Traversal </a:t>
            </a:r>
            <a:r>
              <a:rPr lang="en-US" sz="1600" dirty="0">
                <a:sym typeface="Wingdings" panose="05000000000000000000" pitchFamily="2" charset="2"/>
              </a:rPr>
              <a:t></a:t>
            </a:r>
            <a:r>
              <a:rPr lang="en-US" sz="1600" dirty="0"/>
              <a:t> go from left to right.</a:t>
            </a:r>
            <a:endParaRPr lang="en-IN" sz="1600" dirty="0"/>
          </a:p>
        </p:txBody>
      </p:sp>
      <p:sp>
        <p:nvSpPr>
          <p:cNvPr id="12" name="Text Placeholder 11">
            <a:extLst>
              <a:ext uri="{FF2B5EF4-FFF2-40B4-BE49-F238E27FC236}">
                <a16:creationId xmlns:a16="http://schemas.microsoft.com/office/drawing/2014/main" id="{B2CC500C-A961-9BEB-E0B5-9003B63E5959}"/>
              </a:ext>
            </a:extLst>
          </p:cNvPr>
          <p:cNvSpPr>
            <a:spLocks noGrp="1"/>
          </p:cNvSpPr>
          <p:nvPr>
            <p:ph type="body" sz="quarter" idx="3"/>
          </p:nvPr>
        </p:nvSpPr>
        <p:spPr>
          <a:xfrm>
            <a:off x="6172200" y="1162050"/>
            <a:ext cx="5183188" cy="495299"/>
          </a:xfrm>
        </p:spPr>
        <p:txBody>
          <a:bodyPr/>
          <a:lstStyle/>
          <a:p>
            <a:pPr algn="ctr"/>
            <a:r>
              <a:rPr lang="en-US" dirty="0"/>
              <a:t>2 D Arrays</a:t>
            </a:r>
            <a:endParaRPr lang="en-IN" dirty="0"/>
          </a:p>
        </p:txBody>
      </p:sp>
      <p:sp>
        <p:nvSpPr>
          <p:cNvPr id="13" name="Content Placeholder 12">
            <a:extLst>
              <a:ext uri="{FF2B5EF4-FFF2-40B4-BE49-F238E27FC236}">
                <a16:creationId xmlns:a16="http://schemas.microsoft.com/office/drawing/2014/main" id="{5745C272-DDAF-B943-378C-950E87FAE904}"/>
              </a:ext>
            </a:extLst>
          </p:cNvPr>
          <p:cNvSpPr>
            <a:spLocks noGrp="1"/>
          </p:cNvSpPr>
          <p:nvPr>
            <p:ph sz="quarter" idx="4"/>
          </p:nvPr>
        </p:nvSpPr>
        <p:spPr>
          <a:xfrm>
            <a:off x="6172200" y="2001440"/>
            <a:ext cx="5314950" cy="3684588"/>
          </a:xfrm>
        </p:spPr>
        <p:txBody>
          <a:bodyPr>
            <a:normAutofit/>
          </a:bodyPr>
          <a:lstStyle/>
          <a:p>
            <a:pPr marL="0" indent="0">
              <a:buNone/>
            </a:pPr>
            <a:r>
              <a:rPr lang="en-IN" sz="1200" b="1" dirty="0">
                <a:latin typeface="Consolas" panose="020B0609020204030204" pitchFamily="49" charset="0"/>
              </a:rPr>
              <a:t>int </a:t>
            </a:r>
            <a:r>
              <a:rPr lang="en-IN" sz="1200" b="1" dirty="0" err="1">
                <a:latin typeface="Consolas" panose="020B0609020204030204" pitchFamily="49" charset="0"/>
              </a:rPr>
              <a:t>arr</a:t>
            </a:r>
            <a:r>
              <a:rPr lang="en-IN" sz="1200" b="1" dirty="0">
                <a:latin typeface="Consolas" panose="020B0609020204030204" pitchFamily="49" charset="0"/>
              </a:rPr>
              <a:t>[2][3] = {{1, 2, 3}, {4, 5, 6}};</a:t>
            </a:r>
          </a:p>
          <a:p>
            <a:pPr marL="0" indent="0">
              <a:buNone/>
            </a:pPr>
            <a:r>
              <a:rPr lang="en-IN" sz="1200" b="1" dirty="0">
                <a:latin typeface="Consolas" panose="020B0609020204030204" pitchFamily="49" charset="0"/>
              </a:rPr>
              <a:t>for (int </a:t>
            </a:r>
            <a:r>
              <a:rPr lang="en-IN" sz="1200" b="1" dirty="0" err="1">
                <a:latin typeface="Consolas" panose="020B0609020204030204" pitchFamily="49" charset="0"/>
              </a:rPr>
              <a:t>i</a:t>
            </a:r>
            <a:r>
              <a:rPr lang="en-IN" sz="1200" b="1" dirty="0">
                <a:latin typeface="Consolas" panose="020B0609020204030204" pitchFamily="49" charset="0"/>
              </a:rPr>
              <a:t> = 0; </a:t>
            </a:r>
            <a:r>
              <a:rPr lang="en-IN" sz="1200" b="1" dirty="0" err="1">
                <a:latin typeface="Consolas" panose="020B0609020204030204" pitchFamily="49" charset="0"/>
              </a:rPr>
              <a:t>i</a:t>
            </a:r>
            <a:r>
              <a:rPr lang="en-IN" sz="1200" b="1" dirty="0">
                <a:latin typeface="Consolas" panose="020B0609020204030204" pitchFamily="49" charset="0"/>
              </a:rPr>
              <a:t> &lt; 2; </a:t>
            </a:r>
            <a:r>
              <a:rPr lang="en-IN" sz="1200" b="1" dirty="0" err="1">
                <a:latin typeface="Consolas" panose="020B0609020204030204" pitchFamily="49" charset="0"/>
              </a:rPr>
              <a:t>i</a:t>
            </a:r>
            <a:r>
              <a:rPr lang="en-IN" sz="1200" b="1" dirty="0">
                <a:latin typeface="Consolas" panose="020B0609020204030204" pitchFamily="49" charset="0"/>
              </a:rPr>
              <a:t>++) {      // Loop over rows</a:t>
            </a:r>
          </a:p>
          <a:p>
            <a:pPr marL="0" indent="0">
              <a:buNone/>
            </a:pPr>
            <a:r>
              <a:rPr lang="en-IN" sz="1200" b="1" dirty="0">
                <a:latin typeface="Consolas" panose="020B0609020204030204" pitchFamily="49" charset="0"/>
              </a:rPr>
              <a:t>    for (int j = 0; j &lt; 3; </a:t>
            </a:r>
            <a:r>
              <a:rPr lang="en-IN" sz="1200" b="1" dirty="0" err="1">
                <a:latin typeface="Consolas" panose="020B0609020204030204" pitchFamily="49" charset="0"/>
              </a:rPr>
              <a:t>j++</a:t>
            </a:r>
            <a:r>
              <a:rPr lang="en-IN" sz="1200" b="1" dirty="0">
                <a:latin typeface="Consolas" panose="020B0609020204030204" pitchFamily="49" charset="0"/>
              </a:rPr>
              <a:t>) {  // Loop over columns</a:t>
            </a:r>
          </a:p>
          <a:p>
            <a:pPr marL="0" indent="0">
              <a:buNone/>
            </a:pPr>
            <a:r>
              <a:rPr lang="en-IN" sz="1200" b="1" dirty="0">
                <a:latin typeface="Consolas" panose="020B0609020204030204" pitchFamily="49" charset="0"/>
              </a:rPr>
              <a:t>        </a:t>
            </a:r>
            <a:r>
              <a:rPr lang="en-IN" sz="1200" b="1" dirty="0" err="1">
                <a:latin typeface="Consolas" panose="020B0609020204030204" pitchFamily="49" charset="0"/>
              </a:rPr>
              <a:t>printf</a:t>
            </a:r>
            <a:r>
              <a:rPr lang="en-IN" sz="1200" b="1" dirty="0">
                <a:latin typeface="Consolas" panose="020B0609020204030204" pitchFamily="49" charset="0"/>
              </a:rPr>
              <a:t>("%d ", </a:t>
            </a:r>
            <a:r>
              <a:rPr lang="en-IN" sz="1200" b="1" dirty="0" err="1">
                <a:latin typeface="Consolas" panose="020B0609020204030204" pitchFamily="49" charset="0"/>
              </a:rPr>
              <a:t>arr</a:t>
            </a:r>
            <a:r>
              <a:rPr lang="en-IN" sz="1200" b="1" dirty="0">
                <a:latin typeface="Consolas" panose="020B0609020204030204" pitchFamily="49" charset="0"/>
              </a:rPr>
              <a:t>[</a:t>
            </a:r>
            <a:r>
              <a:rPr lang="en-IN" sz="1200" b="1" dirty="0" err="1">
                <a:latin typeface="Consolas" panose="020B0609020204030204" pitchFamily="49" charset="0"/>
              </a:rPr>
              <a:t>i</a:t>
            </a:r>
            <a:r>
              <a:rPr lang="en-IN" sz="1200" b="1" dirty="0">
                <a:latin typeface="Consolas" panose="020B0609020204030204" pitchFamily="49" charset="0"/>
              </a:rPr>
              <a:t>][j]); //Visit element row by row</a:t>
            </a:r>
          </a:p>
          <a:p>
            <a:pPr marL="0" indent="0">
              <a:buNone/>
            </a:pPr>
            <a:r>
              <a:rPr lang="en-IN" sz="1200" b="1" dirty="0">
                <a:latin typeface="Consolas" panose="020B0609020204030204" pitchFamily="49" charset="0"/>
              </a:rPr>
              <a:t>    }</a:t>
            </a:r>
          </a:p>
          <a:p>
            <a:pPr marL="0" indent="0">
              <a:buNone/>
            </a:pPr>
            <a:r>
              <a:rPr lang="en-IN" sz="1200" b="1" dirty="0">
                <a:latin typeface="Consolas" panose="020B0609020204030204" pitchFamily="49" charset="0"/>
              </a:rPr>
              <a:t>}</a:t>
            </a:r>
          </a:p>
          <a:p>
            <a:pPr marL="0" indent="0">
              <a:buNone/>
            </a:pPr>
            <a:endParaRPr lang="en-IN" sz="1200" b="1" dirty="0">
              <a:latin typeface="Consolas" panose="020B0609020204030204" pitchFamily="49" charset="0"/>
            </a:endParaRPr>
          </a:p>
          <a:p>
            <a:r>
              <a:rPr lang="en-US" sz="1600" dirty="0"/>
              <a:t>A 2D array is like a grid (matrix).</a:t>
            </a:r>
          </a:p>
          <a:p>
            <a:r>
              <a:rPr lang="en-US" sz="1600" dirty="0"/>
              <a:t>Traversal = row-by-row (row-major) or column-by-column (column-major).</a:t>
            </a:r>
          </a:p>
          <a:p>
            <a:r>
              <a:rPr lang="en-US" sz="1600" dirty="0"/>
              <a:t>In C row-major order is the default.</a:t>
            </a:r>
            <a:endParaRPr lang="en-IN" sz="1600" dirty="0"/>
          </a:p>
        </p:txBody>
      </p:sp>
      <p:sp>
        <p:nvSpPr>
          <p:cNvPr id="3" name="Footer Placeholder 2">
            <a:extLst>
              <a:ext uri="{FF2B5EF4-FFF2-40B4-BE49-F238E27FC236}">
                <a16:creationId xmlns:a16="http://schemas.microsoft.com/office/drawing/2014/main" id="{22C888EA-0C86-98E4-8DD2-81E8C66DBFDB}"/>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1D2C73B8-A14C-4EE7-9485-5D2E8EAFBB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5AB6CC2E-E8CF-60EC-6B27-48E6E876F7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
        <p:nvSpPr>
          <p:cNvPr id="20" name="Slide Number Placeholder 19">
            <a:extLst>
              <a:ext uri="{FF2B5EF4-FFF2-40B4-BE49-F238E27FC236}">
                <a16:creationId xmlns:a16="http://schemas.microsoft.com/office/drawing/2014/main" id="{8155B62A-DBFF-9CD7-9AD7-EF0DA747AB45}"/>
              </a:ext>
            </a:extLst>
          </p:cNvPr>
          <p:cNvSpPr>
            <a:spLocks noGrp="1"/>
          </p:cNvSpPr>
          <p:nvPr>
            <p:ph type="sldNum" sz="quarter" idx="12"/>
          </p:nvPr>
        </p:nvSpPr>
        <p:spPr/>
        <p:txBody>
          <a:bodyPr/>
          <a:lstStyle/>
          <a:p>
            <a:fld id="{26510230-8DD5-4BA5-AB2D-CA30FC08F9D7}" type="slidenum">
              <a:rPr lang="en-IN" smtClean="0"/>
              <a:t>13</a:t>
            </a:fld>
            <a:endParaRPr lang="en-IN"/>
          </a:p>
        </p:txBody>
      </p:sp>
    </p:spTree>
    <p:extLst>
      <p:ext uri="{BB962C8B-B14F-4D97-AF65-F5344CB8AC3E}">
        <p14:creationId xmlns:p14="http://schemas.microsoft.com/office/powerpoint/2010/main" val="708875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F86A98-49E2-D568-CD99-7E7A9FACA9D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E98473-C059-96E7-7CE7-DBA5C78EB8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11E352E3-9FE0-1E0F-EACA-9EF2E724A6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DC759860-E5FE-38CC-D4D6-6CBD715D4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4A062553-CE2B-DDC6-4AA7-189282C774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CA59CAD5-FAF0-767F-8824-AD0CE5F7FD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330E2437-7CA0-9916-57DA-0F8F878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ABC225E3-831B-FB2F-F5FF-A9AEF3E9A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37CCEAE7-477A-8BB0-4E85-CA530A94AFFA}"/>
              </a:ext>
            </a:extLst>
          </p:cNvPr>
          <p:cNvSpPr>
            <a:spLocks noGrp="1"/>
          </p:cNvSpPr>
          <p:nvPr>
            <p:ph type="ftr" sz="quarter" idx="11"/>
          </p:nvPr>
        </p:nvSpPr>
        <p:spPr/>
        <p:txBody>
          <a:bodyPr/>
          <a:lstStyle/>
          <a:p>
            <a:r>
              <a:rPr lang="en-IN"/>
              <a:t>GSCALE</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id="{DB15CD99-CC88-16E1-09BC-0E915EEAE9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606DD7AD-C0FF-C4D9-98D8-EE3D18C4BA76}"/>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Row Major and Column Major Order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3E7B7197-DEC0-DC67-142E-B157DBF338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graphicFrame>
        <p:nvGraphicFramePr>
          <p:cNvPr id="19" name="Diagram 18">
            <a:extLst>
              <a:ext uri="{FF2B5EF4-FFF2-40B4-BE49-F238E27FC236}">
                <a16:creationId xmlns:a16="http://schemas.microsoft.com/office/drawing/2014/main" id="{ECDBD913-968F-7DD5-F3F3-29699D0E8873}"/>
              </a:ext>
            </a:extLst>
          </p:cNvPr>
          <p:cNvGraphicFramePr/>
          <p:nvPr>
            <p:extLst>
              <p:ext uri="{D42A27DB-BD31-4B8C-83A1-F6EECF244321}">
                <p14:modId xmlns:p14="http://schemas.microsoft.com/office/powerpoint/2010/main" val="1990750471"/>
              </p:ext>
            </p:extLst>
          </p:nvPr>
        </p:nvGraphicFramePr>
        <p:xfrm>
          <a:off x="1433434" y="1259481"/>
          <a:ext cx="9886950" cy="49864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0" name="Slide Number Placeholder 19">
            <a:extLst>
              <a:ext uri="{FF2B5EF4-FFF2-40B4-BE49-F238E27FC236}">
                <a16:creationId xmlns:a16="http://schemas.microsoft.com/office/drawing/2014/main" id="{8256BFCC-4BAF-2E37-4DC7-78487F939215}"/>
              </a:ext>
            </a:extLst>
          </p:cNvPr>
          <p:cNvSpPr>
            <a:spLocks noGrp="1"/>
          </p:cNvSpPr>
          <p:nvPr>
            <p:ph type="sldNum" sz="quarter" idx="12"/>
          </p:nvPr>
        </p:nvSpPr>
        <p:spPr/>
        <p:txBody>
          <a:bodyPr/>
          <a:lstStyle/>
          <a:p>
            <a:fld id="{26510230-8DD5-4BA5-AB2D-CA30FC08F9D7}" type="slidenum">
              <a:rPr lang="en-IN" smtClean="0"/>
              <a:t>14</a:t>
            </a:fld>
            <a:endParaRPr lang="en-IN"/>
          </a:p>
        </p:txBody>
      </p:sp>
    </p:spTree>
    <p:extLst>
      <p:ext uri="{BB962C8B-B14F-4D97-AF65-F5344CB8AC3E}">
        <p14:creationId xmlns:p14="http://schemas.microsoft.com/office/powerpoint/2010/main" val="329581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a:t>GSCALE</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1625497" y="769943"/>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Row Major and Column Major Order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3" name="Picture 2" descr="A comparison of columns and numbers&#10;&#10;AI-generated content may be incorrect.">
            <a:extLst>
              <a:ext uri="{FF2B5EF4-FFF2-40B4-BE49-F238E27FC236}">
                <a16:creationId xmlns:a16="http://schemas.microsoft.com/office/drawing/2014/main" id="{3FE2B557-EB6B-4C80-E990-7926670F6ED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841552" y="2105286"/>
            <a:ext cx="9162993" cy="3122968"/>
          </a:xfrm>
          <a:prstGeom prst="rect">
            <a:avLst/>
          </a:prstGeom>
        </p:spPr>
      </p:pic>
      <p:sp>
        <p:nvSpPr>
          <p:cNvPr id="18" name="Slide Number Placeholder 17">
            <a:extLst>
              <a:ext uri="{FF2B5EF4-FFF2-40B4-BE49-F238E27FC236}">
                <a16:creationId xmlns:a16="http://schemas.microsoft.com/office/drawing/2014/main" id="{1465688F-36BD-4A97-39D9-156370954F66}"/>
              </a:ext>
            </a:extLst>
          </p:cNvPr>
          <p:cNvSpPr>
            <a:spLocks noGrp="1"/>
          </p:cNvSpPr>
          <p:nvPr>
            <p:ph type="sldNum" sz="quarter" idx="12"/>
          </p:nvPr>
        </p:nvSpPr>
        <p:spPr/>
        <p:txBody>
          <a:bodyPr/>
          <a:lstStyle/>
          <a:p>
            <a:fld id="{26510230-8DD5-4BA5-AB2D-CA30FC08F9D7}" type="slidenum">
              <a:rPr lang="en-IN" smtClean="0"/>
              <a:t>15</a:t>
            </a:fld>
            <a:endParaRPr lang="en-IN"/>
          </a:p>
        </p:txBody>
      </p:sp>
    </p:spTree>
    <p:extLst>
      <p:ext uri="{BB962C8B-B14F-4D97-AF65-F5344CB8AC3E}">
        <p14:creationId xmlns:p14="http://schemas.microsoft.com/office/powerpoint/2010/main" val="3872618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FAB452-03DA-9AC0-1865-39A63E26F6B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47E11-1D69-75F8-E793-42D179537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BD81931-9A7C-DFAE-B315-9B9591AF26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7DBEB953-5260-DCFA-A036-9383F7878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37788654-8F86-6BD9-8D8B-218FDAA75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DBA49FF-B33A-9B6B-2DE0-6FB133B245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2CFA237D-8D3F-D614-1ABB-EAF1387854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F4530995-7110-484E-957D-D783BBA58A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C868432A-88F8-9563-656B-F1944A559052}"/>
              </a:ext>
            </a:extLst>
          </p:cNvPr>
          <p:cNvSpPr>
            <a:spLocks noGrp="1"/>
          </p:cNvSpPr>
          <p:nvPr>
            <p:ph type="ftr" sz="quarter" idx="11"/>
          </p:nvPr>
        </p:nvSpPr>
        <p:spPr/>
        <p:txBody>
          <a:bodyPr/>
          <a:lstStyle/>
          <a:p>
            <a:r>
              <a:rPr lang="en-IN"/>
              <a:t>GSCALE</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id="{29E28FB6-3F7F-4DD7-7DFC-C627A14733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F4F8AB1D-8C51-CB91-C955-CD6FD3EC70EC}"/>
              </a:ext>
            </a:extLst>
          </p:cNvPr>
          <p:cNvSpPr>
            <a:spLocks noGrp="1"/>
          </p:cNvSpPr>
          <p:nvPr>
            <p:ph type="title"/>
          </p:nvPr>
        </p:nvSpPr>
        <p:spPr>
          <a:xfrm>
            <a:off x="1625497" y="1066476"/>
            <a:ext cx="8042378" cy="102903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Row Major vs Column Major Traversal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F529730E-46AB-CC6F-52E8-2281DAB573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6" name="TextBox 15">
            <a:extLst>
              <a:ext uri="{FF2B5EF4-FFF2-40B4-BE49-F238E27FC236}">
                <a16:creationId xmlns:a16="http://schemas.microsoft.com/office/drawing/2014/main" id="{294C5707-C08B-2947-068B-FD7AB31723C9}"/>
              </a:ext>
            </a:extLst>
          </p:cNvPr>
          <p:cNvSpPr txBox="1"/>
          <p:nvPr/>
        </p:nvSpPr>
        <p:spPr>
          <a:xfrm>
            <a:off x="1633093" y="2126059"/>
            <a:ext cx="9315451" cy="1477328"/>
          </a:xfrm>
          <a:prstGeom prst="rect">
            <a:avLst/>
          </a:prstGeom>
          <a:noFill/>
        </p:spPr>
        <p:txBody>
          <a:bodyPr wrap="square">
            <a:spAutoFit/>
          </a:bodyPr>
          <a:lstStyle/>
          <a:p>
            <a:r>
              <a:rPr lang="en-US" dirty="0">
                <a:solidFill>
                  <a:srgbClr val="000000"/>
                </a:solidFill>
                <a:latin typeface="Consolas" panose="020B0609020204030204" pitchFamily="49" charset="0"/>
              </a:rPr>
              <a:t>for (int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 0;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&lt; rows;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for (int j = 0; j &lt; cols; </a:t>
            </a:r>
            <a:r>
              <a:rPr lang="en-US" dirty="0" err="1">
                <a:solidFill>
                  <a:srgbClr val="000000"/>
                </a:solidFill>
                <a:latin typeface="Consolas" panose="020B0609020204030204" pitchFamily="49" charset="0"/>
              </a:rPr>
              <a:t>j++</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printf</a:t>
            </a:r>
            <a:r>
              <a:rPr lang="en-US" dirty="0">
                <a:solidFill>
                  <a:srgbClr val="000000"/>
                </a:solidFill>
                <a:latin typeface="Consolas" panose="020B0609020204030204" pitchFamily="49" charset="0"/>
              </a:rPr>
              <a:t>("%d ", A[</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][j]);   </a:t>
            </a:r>
            <a:r>
              <a:rPr lang="en-US" dirty="0">
                <a:solidFill>
                  <a:srgbClr val="FF0000"/>
                </a:solidFill>
                <a:latin typeface="Consolas" panose="020B0609020204030204" pitchFamily="49" charset="0"/>
              </a:rPr>
              <a:t>// Visit element row-wise</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p>
        </p:txBody>
      </p:sp>
      <p:sp>
        <p:nvSpPr>
          <p:cNvPr id="4" name="TextBox 3">
            <a:extLst>
              <a:ext uri="{FF2B5EF4-FFF2-40B4-BE49-F238E27FC236}">
                <a16:creationId xmlns:a16="http://schemas.microsoft.com/office/drawing/2014/main" id="{A5814F5B-02FF-9E41-428B-2A4F2346609B}"/>
              </a:ext>
            </a:extLst>
          </p:cNvPr>
          <p:cNvSpPr txBox="1"/>
          <p:nvPr/>
        </p:nvSpPr>
        <p:spPr>
          <a:xfrm>
            <a:off x="1633092" y="4089987"/>
            <a:ext cx="9415907" cy="1477328"/>
          </a:xfrm>
          <a:prstGeom prst="rect">
            <a:avLst/>
          </a:prstGeom>
          <a:noFill/>
        </p:spPr>
        <p:txBody>
          <a:bodyPr wrap="square">
            <a:spAutoFit/>
          </a:bodyPr>
          <a:lstStyle/>
          <a:p>
            <a:r>
              <a:rPr lang="en-IN" dirty="0">
                <a:latin typeface="Consolas" panose="020B0609020204030204" pitchFamily="49" charset="0"/>
              </a:rPr>
              <a:t>for (int j = 0; j &lt; cols; </a:t>
            </a:r>
            <a:r>
              <a:rPr lang="en-IN" dirty="0" err="1">
                <a:latin typeface="Consolas" panose="020B0609020204030204" pitchFamily="49" charset="0"/>
              </a:rPr>
              <a:t>j++</a:t>
            </a:r>
            <a:r>
              <a:rPr lang="en-IN" dirty="0">
                <a:latin typeface="Consolas" panose="020B0609020204030204" pitchFamily="49" charset="0"/>
              </a:rPr>
              <a:t>) {</a:t>
            </a:r>
          </a:p>
          <a:p>
            <a:r>
              <a:rPr lang="en-IN" dirty="0">
                <a:latin typeface="Consolas" panose="020B0609020204030204" pitchFamily="49" charset="0"/>
              </a:rPr>
              <a:t>    for (int </a:t>
            </a:r>
            <a:r>
              <a:rPr lang="en-IN" dirty="0" err="1">
                <a:latin typeface="Consolas" panose="020B0609020204030204" pitchFamily="49" charset="0"/>
              </a:rPr>
              <a:t>i</a:t>
            </a:r>
            <a:r>
              <a:rPr lang="en-IN" dirty="0">
                <a:latin typeface="Consolas" panose="020B0609020204030204" pitchFamily="49" charset="0"/>
              </a:rPr>
              <a:t> = 0; </a:t>
            </a:r>
            <a:r>
              <a:rPr lang="en-IN" dirty="0" err="1">
                <a:latin typeface="Consolas" panose="020B0609020204030204" pitchFamily="49" charset="0"/>
              </a:rPr>
              <a:t>i</a:t>
            </a:r>
            <a:r>
              <a:rPr lang="en-IN" dirty="0">
                <a:latin typeface="Consolas" panose="020B0609020204030204" pitchFamily="49" charset="0"/>
              </a:rPr>
              <a:t> &lt; rows; </a:t>
            </a:r>
            <a:r>
              <a:rPr lang="en-IN" dirty="0" err="1">
                <a:latin typeface="Consolas" panose="020B0609020204030204" pitchFamily="49" charset="0"/>
              </a:rPr>
              <a:t>i</a:t>
            </a:r>
            <a:r>
              <a:rPr lang="en-IN" dirty="0">
                <a:latin typeface="Consolas" panose="020B0609020204030204" pitchFamily="49" charset="0"/>
              </a:rPr>
              <a:t>++) {</a:t>
            </a:r>
          </a:p>
          <a:p>
            <a:r>
              <a:rPr lang="en-IN" dirty="0">
                <a:latin typeface="Consolas" panose="020B0609020204030204" pitchFamily="49" charset="0"/>
              </a:rPr>
              <a:t>        </a:t>
            </a:r>
            <a:r>
              <a:rPr lang="en-IN" dirty="0" err="1">
                <a:latin typeface="Consolas" panose="020B0609020204030204" pitchFamily="49" charset="0"/>
              </a:rPr>
              <a:t>printf</a:t>
            </a:r>
            <a:r>
              <a:rPr lang="en-IN" dirty="0">
                <a:latin typeface="Consolas" panose="020B0609020204030204" pitchFamily="49" charset="0"/>
              </a:rPr>
              <a:t>("%d ", A[</a:t>
            </a:r>
            <a:r>
              <a:rPr lang="en-IN" dirty="0" err="1">
                <a:latin typeface="Consolas" panose="020B0609020204030204" pitchFamily="49" charset="0"/>
              </a:rPr>
              <a:t>i</a:t>
            </a:r>
            <a:r>
              <a:rPr lang="en-IN" dirty="0">
                <a:latin typeface="Consolas" panose="020B0609020204030204" pitchFamily="49" charset="0"/>
              </a:rPr>
              <a:t>][j]);   </a:t>
            </a:r>
            <a:r>
              <a:rPr lang="en-IN" dirty="0">
                <a:solidFill>
                  <a:srgbClr val="FF0000"/>
                </a:solidFill>
                <a:latin typeface="Consolas" panose="020B0609020204030204" pitchFamily="49" charset="0"/>
              </a:rPr>
              <a:t>// Visit element column-wise</a:t>
            </a:r>
          </a:p>
          <a:p>
            <a:r>
              <a:rPr lang="en-IN" dirty="0">
                <a:latin typeface="Consolas" panose="020B0609020204030204" pitchFamily="49" charset="0"/>
              </a:rPr>
              <a:t>    }</a:t>
            </a:r>
          </a:p>
          <a:p>
            <a:r>
              <a:rPr lang="en-IN" dirty="0">
                <a:latin typeface="Consolas" panose="020B0609020204030204" pitchFamily="49" charset="0"/>
              </a:rPr>
              <a:t>}</a:t>
            </a:r>
          </a:p>
        </p:txBody>
      </p:sp>
      <p:sp>
        <p:nvSpPr>
          <p:cNvPr id="18" name="Slide Number Placeholder 17">
            <a:extLst>
              <a:ext uri="{FF2B5EF4-FFF2-40B4-BE49-F238E27FC236}">
                <a16:creationId xmlns:a16="http://schemas.microsoft.com/office/drawing/2014/main" id="{013923BC-245A-763B-AC5B-5E05EF4F77BE}"/>
              </a:ext>
            </a:extLst>
          </p:cNvPr>
          <p:cNvSpPr>
            <a:spLocks noGrp="1"/>
          </p:cNvSpPr>
          <p:nvPr>
            <p:ph type="sldNum" sz="quarter" idx="12"/>
          </p:nvPr>
        </p:nvSpPr>
        <p:spPr/>
        <p:txBody>
          <a:bodyPr/>
          <a:lstStyle/>
          <a:p>
            <a:fld id="{26510230-8DD5-4BA5-AB2D-CA30FC08F9D7}" type="slidenum">
              <a:rPr lang="en-IN" smtClean="0"/>
              <a:t>16</a:t>
            </a:fld>
            <a:endParaRPr lang="en-IN"/>
          </a:p>
        </p:txBody>
      </p:sp>
    </p:spTree>
    <p:extLst>
      <p:ext uri="{BB962C8B-B14F-4D97-AF65-F5344CB8AC3E}">
        <p14:creationId xmlns:p14="http://schemas.microsoft.com/office/powerpoint/2010/main" val="4123813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C6FAF-ACA3-4BC7-7285-91DEBFFA561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EE70C8-A781-4BF7-217B-60E3456D55C0}"/>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7109D9A1-F3A9-B60E-F644-758BF6B79D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E8E11813-424E-1044-A511-F5073DA7E307}"/>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Post-Class </a:t>
            </a: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Assessment</a:t>
            </a:r>
          </a:p>
        </p:txBody>
      </p:sp>
      <p:sp>
        <p:nvSpPr>
          <p:cNvPr id="2" name="Rectangle 1">
            <a:extLst>
              <a:ext uri="{FF2B5EF4-FFF2-40B4-BE49-F238E27FC236}">
                <a16:creationId xmlns:a16="http://schemas.microsoft.com/office/drawing/2014/main" id="{7E3050F6-9AF1-47FD-09AF-9ACAA5464224}"/>
              </a:ext>
            </a:extLst>
          </p:cNvPr>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5F12D9D8-3FDD-0C49-3A22-290A9D12EE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sp>
        <p:nvSpPr>
          <p:cNvPr id="4" name="Slide Number Placeholder 3">
            <a:extLst>
              <a:ext uri="{FF2B5EF4-FFF2-40B4-BE49-F238E27FC236}">
                <a16:creationId xmlns:a16="http://schemas.microsoft.com/office/drawing/2014/main" id="{692CDCB1-27C4-8239-6779-7EC621C8C03B}"/>
              </a:ext>
            </a:extLst>
          </p:cNvPr>
          <p:cNvSpPr>
            <a:spLocks noGrp="1"/>
          </p:cNvSpPr>
          <p:nvPr>
            <p:ph type="sldNum" sz="quarter" idx="12"/>
          </p:nvPr>
        </p:nvSpPr>
        <p:spPr/>
        <p:txBody>
          <a:bodyPr/>
          <a:lstStyle/>
          <a:p>
            <a:fld id="{26510230-8DD5-4BA5-AB2D-CA30FC08F9D7}" type="slidenum">
              <a:rPr lang="en-IN" smtClean="0"/>
              <a:t>17</a:t>
            </a:fld>
            <a:endParaRPr lang="en-IN"/>
          </a:p>
        </p:txBody>
      </p:sp>
      <p:pic>
        <p:nvPicPr>
          <p:cNvPr id="6" name="Picture 5">
            <a:extLst>
              <a:ext uri="{FF2B5EF4-FFF2-40B4-BE49-F238E27FC236}">
                <a16:creationId xmlns:a16="http://schemas.microsoft.com/office/drawing/2014/main" id="{06C5DA35-E546-72ED-B620-9A45A606A9E7}"/>
              </a:ext>
            </a:extLst>
          </p:cNvPr>
          <p:cNvPicPr>
            <a:picLocks noChangeAspect="1"/>
          </p:cNvPicPr>
          <p:nvPr/>
        </p:nvPicPr>
        <p:blipFill>
          <a:blip r:embed="rId4"/>
          <a:stretch>
            <a:fillRect/>
          </a:stretch>
        </p:blipFill>
        <p:spPr>
          <a:xfrm>
            <a:off x="1436914" y="1596930"/>
            <a:ext cx="9416143" cy="4346669"/>
          </a:xfrm>
          <a:prstGeom prst="rect">
            <a:avLst/>
          </a:prstGeom>
        </p:spPr>
      </p:pic>
    </p:spTree>
    <p:extLst>
      <p:ext uri="{BB962C8B-B14F-4D97-AF65-F5344CB8AC3E}">
        <p14:creationId xmlns:p14="http://schemas.microsoft.com/office/powerpoint/2010/main" val="3783259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4" name="Picture 3">
            <a:extLst>
              <a:ext uri="{FF2B5EF4-FFF2-40B4-BE49-F238E27FC236}">
                <a16:creationId xmlns:a16="http://schemas.microsoft.com/office/drawing/2014/main" id="{9AF74F7A-6489-738B-D3DF-3C0E1A63570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2494" b="95262" l="5993" r="95256">
                        <a14:foregroundMark x1="51061" y1="3741" x2="29588" y2="6484"/>
                        <a14:foregroundMark x1="29588" y1="6484" x2="48190" y2="16708"/>
                        <a14:foregroundMark x1="48190" y1="16708" x2="62172" y2="14464"/>
                        <a14:foregroundMark x1="62172" y1="14464" x2="53808" y2="998"/>
                        <a14:foregroundMark x1="53808" y1="998" x2="46941" y2="2494"/>
                        <a14:foregroundMark x1="46941" y1="2494" x2="44320" y2="5237"/>
                        <a14:foregroundMark x1="10112" y1="43641" x2="5119" y2="56858"/>
                        <a14:foregroundMark x1="5119" y1="56858" x2="5993" y2="72818"/>
                        <a14:foregroundMark x1="5993" y1="72818" x2="31211" y2="75561"/>
                        <a14:foregroundMark x1="31211" y1="75561" x2="48190" y2="63092"/>
                        <a14:foregroundMark x1="48190" y1="63092" x2="32834" y2="46883"/>
                        <a14:foregroundMark x1="32834" y1="46883" x2="16854" y2="48628"/>
                        <a14:foregroundMark x1="9488" y1="80299" x2="2622" y2="87032"/>
                        <a14:foregroundMark x1="2622" y1="87032" x2="30212" y2="95511"/>
                        <a14:foregroundMark x1="30212" y1="95511" x2="39201" y2="89027"/>
                        <a14:foregroundMark x1="39201" y1="89027" x2="18102" y2="81297"/>
                        <a14:foregroundMark x1="18102" y1="81297" x2="6742" y2="88030"/>
                        <a14:foregroundMark x1="85643" y1="42394" x2="67041" y2="41646"/>
                        <a14:foregroundMark x1="67041" y1="41646" x2="48689" y2="59601"/>
                        <a14:foregroundMark x1="48689" y1="59601" x2="63546" y2="81796"/>
                        <a14:foregroundMark x1="63546" y1="81796" x2="87016" y2="75561"/>
                        <a14:foregroundMark x1="87016" y1="75561" x2="94632" y2="65586"/>
                        <a14:foregroundMark x1="94632" y1="65586" x2="90762" y2="45137"/>
                        <a14:foregroundMark x1="90762" y1="45137" x2="71161" y2="40399"/>
                        <a14:foregroundMark x1="96754" y1="57606" x2="89638" y2="58105"/>
                        <a14:foregroundMark x1="89638" y1="58105" x2="94132" y2="68828"/>
                        <a14:foregroundMark x1="94132" y1="68828" x2="97878" y2="61845"/>
                        <a14:foregroundMark x1="97878" y1="61845" x2="95256" y2="49875"/>
                        <a14:foregroundMark x1="95256" y1="49875" x2="94132" y2="51122"/>
                        <a14:backgroundMark x1="91386" y1="10973" x2="91386" y2="10973"/>
                        <a14:backgroundMark x1="91386" y1="10973" x2="91386" y2="10973"/>
                        <a14:backgroundMark x1="91386" y1="10973" x2="91386" y2="1097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6"/>
              </a:ext>
            </a:extLst>
          </a:blip>
          <a:srcRect l="2981" t="-1741" r="202" b="1"/>
          <a:stretch>
            <a:fillRect/>
          </a:stretch>
        </p:blipFill>
        <p:spPr>
          <a:xfrm>
            <a:off x="1152103" y="1810687"/>
            <a:ext cx="4390304" cy="2309644"/>
          </a:xfrm>
          <a:prstGeom prst="rect">
            <a:avLst/>
          </a:prstGeom>
        </p:spPr>
      </p:pic>
      <p:pic>
        <p:nvPicPr>
          <p:cNvPr id="6" name="Picture 5" descr="A comparison of columns and numbers&#10;&#10;AI-generated content may be incorrect.">
            <a:extLst>
              <a:ext uri="{FF2B5EF4-FFF2-40B4-BE49-F238E27FC236}">
                <a16:creationId xmlns:a16="http://schemas.microsoft.com/office/drawing/2014/main" id="{026AC1CB-1C7D-81C1-19D7-1F95159A91C1}"/>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5680952" y="3840998"/>
            <a:ext cx="5672847" cy="1933442"/>
          </a:xfrm>
          <a:prstGeom prst="rect">
            <a:avLst/>
          </a:prstGeom>
        </p:spPr>
      </p:pic>
      <p:sp>
        <p:nvSpPr>
          <p:cNvPr id="9" name="Slide Number Placeholder 8">
            <a:extLst>
              <a:ext uri="{FF2B5EF4-FFF2-40B4-BE49-F238E27FC236}">
                <a16:creationId xmlns:a16="http://schemas.microsoft.com/office/drawing/2014/main" id="{CF6C4DF4-A630-33E0-C990-56FD7247DCB7}"/>
              </a:ext>
            </a:extLst>
          </p:cNvPr>
          <p:cNvSpPr>
            <a:spLocks noGrp="1"/>
          </p:cNvSpPr>
          <p:nvPr>
            <p:ph type="sldNum" sz="quarter" idx="12"/>
          </p:nvPr>
        </p:nvSpPr>
        <p:spPr/>
        <p:txBody>
          <a:bodyPr/>
          <a:lstStyle/>
          <a:p>
            <a:fld id="{26510230-8DD5-4BA5-AB2D-CA30FC08F9D7}" type="slidenum">
              <a:rPr lang="en-IN" smtClean="0"/>
              <a:t>18</a:t>
            </a:fld>
            <a:endParaRPr lang="en-IN"/>
          </a:p>
        </p:txBody>
      </p:sp>
    </p:spTree>
    <p:extLst>
      <p:ext uri="{BB962C8B-B14F-4D97-AF65-F5344CB8AC3E}">
        <p14:creationId xmlns:p14="http://schemas.microsoft.com/office/powerpoint/2010/main" val="724998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GSCALE</a:t>
            </a:r>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076886"/>
            <a:ext cx="10820400" cy="5323913"/>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a:p>
            <a:pPr marL="0" indent="0" algn="just">
              <a:buNone/>
            </a:pP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1144965772"/>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6" name="Slide Number Placeholder 5">
            <a:extLst>
              <a:ext uri="{FF2B5EF4-FFF2-40B4-BE49-F238E27FC236}">
                <a16:creationId xmlns:a16="http://schemas.microsoft.com/office/drawing/2014/main" id="{A633C4F7-D65F-F3A3-C543-0A969DD49214}"/>
              </a:ext>
            </a:extLst>
          </p:cNvPr>
          <p:cNvSpPr>
            <a:spLocks noGrp="1"/>
          </p:cNvSpPr>
          <p:nvPr>
            <p:ph type="sldNum" sz="quarter" idx="12"/>
          </p:nvPr>
        </p:nvSpPr>
        <p:spPr/>
        <p:txBody>
          <a:bodyPr/>
          <a:lstStyle/>
          <a:p>
            <a:fld id="{26510230-8DD5-4BA5-AB2D-CA30FC08F9D7}" type="slidenum">
              <a:rPr lang="en-IN" smtClean="0"/>
              <a:t>19</a:t>
            </a:fld>
            <a:endParaRPr lang="en-IN"/>
          </a:p>
        </p:txBody>
      </p:sp>
    </p:spTree>
    <p:extLst>
      <p:ext uri="{BB962C8B-B14F-4D97-AF65-F5344CB8AC3E}">
        <p14:creationId xmlns:p14="http://schemas.microsoft.com/office/powerpoint/2010/main" val="3979080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1569660"/>
          </a:xfrm>
          <a:prstGeom prst="rect">
            <a:avLst/>
          </a:prstGeom>
        </p:spPr>
        <p:txBody>
          <a:bodyPr wrap="square">
            <a:spAutoFit/>
          </a:bodyPr>
          <a:lstStyle/>
          <a:p>
            <a:r>
              <a:rPr lang="en-US" sz="3200" b="1" dirty="0"/>
              <a:t>Next Session:</a:t>
            </a:r>
            <a:endParaRPr lang="en-US" sz="3200" dirty="0"/>
          </a:p>
          <a:p>
            <a:r>
              <a:rPr lang="en-US" sz="3200" dirty="0"/>
              <a:t>Derivation of Index Formulae for 1-D,2-D, and multi-D Array</a:t>
            </a:r>
            <a:endParaRPr lang="en-US" sz="32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EAA0135A-6C4E-86B2-DE41-99FD6C010ECF}"/>
              </a:ext>
            </a:extLst>
          </p:cNvPr>
          <p:cNvSpPr>
            <a:spLocks noGrp="1"/>
          </p:cNvSpPr>
          <p:nvPr>
            <p:ph type="sldNum" sz="quarter" idx="12"/>
          </p:nvPr>
        </p:nvSpPr>
        <p:spPr/>
        <p:txBody>
          <a:bodyPr/>
          <a:lstStyle/>
          <a:p>
            <a:fld id="{26510230-8DD5-4BA5-AB2D-CA30FC08F9D7}" type="slidenum">
              <a:rPr lang="en-IN" smtClean="0"/>
              <a:t>20</a:t>
            </a:fld>
            <a:endParaRPr lang="en-IN"/>
          </a:p>
        </p:txBody>
      </p:sp>
    </p:spTree>
    <p:extLst>
      <p:ext uri="{BB962C8B-B14F-4D97-AF65-F5344CB8AC3E}">
        <p14:creationId xmlns:p14="http://schemas.microsoft.com/office/powerpoint/2010/main" val="2031808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GSCALE</a:t>
            </a:r>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674913" y="1071593"/>
            <a:ext cx="4805996" cy="129711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tx2"/>
                </a:solidFill>
              </a:rPr>
              <a:t>Review and Reflection from students</a:t>
            </a:r>
          </a:p>
        </p:txBody>
      </p:sp>
      <p:pic>
        <p:nvPicPr>
          <p:cNvPr id="4" name="Picture 3">
            <a:extLst>
              <a:ext uri="{FF2B5EF4-FFF2-40B4-BE49-F238E27FC236}">
                <a16:creationId xmlns:a16="http://schemas.microsoft.com/office/drawing/2014/main" id="{22CF50CF-AEF2-35DF-0842-9FFB0659E1E7}"/>
              </a:ext>
            </a:extLst>
          </p:cNvPr>
          <p:cNvPicPr>
            <a:picLocks noChangeAspect="1"/>
          </p:cNvPicPr>
          <p:nvPr/>
        </p:nvPicPr>
        <p:blipFill>
          <a:blip r:embed="rId4"/>
          <a:stretch>
            <a:fillRect/>
          </a:stretch>
        </p:blipFill>
        <p:spPr>
          <a:xfrm>
            <a:off x="674913" y="2833516"/>
            <a:ext cx="10574226" cy="2448267"/>
          </a:xfrm>
          <a:prstGeom prst="rect">
            <a:avLst/>
          </a:prstGeom>
        </p:spPr>
      </p:pic>
      <p:sp>
        <p:nvSpPr>
          <p:cNvPr id="6" name="Slide Number Placeholder 5">
            <a:extLst>
              <a:ext uri="{FF2B5EF4-FFF2-40B4-BE49-F238E27FC236}">
                <a16:creationId xmlns:a16="http://schemas.microsoft.com/office/drawing/2014/main" id="{CC8F4F4A-6DF9-DFCE-21D0-69385C6829C7}"/>
              </a:ext>
            </a:extLst>
          </p:cNvPr>
          <p:cNvSpPr>
            <a:spLocks noGrp="1"/>
          </p:cNvSpPr>
          <p:nvPr>
            <p:ph type="sldNum" sz="quarter" idx="12"/>
          </p:nvPr>
        </p:nvSpPr>
        <p:spPr/>
        <p:txBody>
          <a:bodyPr/>
          <a:lstStyle/>
          <a:p>
            <a:fld id="{26510230-8DD5-4BA5-AB2D-CA30FC08F9D7}" type="slidenum">
              <a:rPr lang="en-IN" smtClean="0"/>
              <a:t>21</a:t>
            </a:fld>
            <a:endParaRPr lang="en-IN"/>
          </a:p>
        </p:txBody>
      </p:sp>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2722</TotalTime>
  <Words>1061</Words>
  <Application>Microsoft Office PowerPoint</Application>
  <PresentationFormat>Widescreen</PresentationFormat>
  <Paragraphs>176</Paragraphs>
  <Slides>21</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Aptos</vt:lpstr>
      <vt:lpstr>Aptos Display</vt:lpstr>
      <vt:lpstr>Arial</vt:lpstr>
      <vt:lpstr>Calibri</vt:lpstr>
      <vt:lpstr>Consolas</vt:lpstr>
      <vt:lpstr>Georgia</vt:lpstr>
      <vt:lpstr>Tahoma</vt:lpstr>
      <vt:lpstr>Times New Roman</vt:lpstr>
      <vt:lpstr>Wingdings</vt:lpstr>
      <vt:lpstr>Office Theme</vt:lpstr>
      <vt:lpstr>Array: 1 D and 2 D Arrays, Representation of Arrays: Row Major Order, and Column Major Order   Session No.: 4 Course Name: Data Strucutres Course Code: R1UC308B   Instructor Name: Akhilesh Tripathi Duration: 50 mins Date of Conduction of Class:  Aug 2025</vt:lpstr>
      <vt:lpstr>PowerPoint Presentation</vt:lpstr>
      <vt:lpstr>PowerPoint Presentation</vt:lpstr>
      <vt:lpstr>PowerPoint Presentation</vt:lpstr>
      <vt:lpstr>Learning Outcomes</vt:lpstr>
      <vt:lpstr>PowerPoint Presentation</vt:lpstr>
      <vt:lpstr>Introduction to Arrays</vt:lpstr>
      <vt:lpstr>Types of Arrays</vt:lpstr>
      <vt:lpstr>Creating 1D Arrays in C</vt:lpstr>
      <vt:lpstr>Creating 2D Arrays in C</vt:lpstr>
      <vt:lpstr>Activity: Gallery Walk</vt:lpstr>
      <vt:lpstr>Activity: Gallery Walk</vt:lpstr>
      <vt:lpstr>Array Traversal</vt:lpstr>
      <vt:lpstr>Row Major and Column Major Order </vt:lpstr>
      <vt:lpstr>Row Major and Column Major Order </vt:lpstr>
      <vt:lpstr>Row Major vs Column Major Traversal </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92</cp:revision>
  <dcterms:created xsi:type="dcterms:W3CDTF">2024-08-22T06:33:55Z</dcterms:created>
  <dcterms:modified xsi:type="dcterms:W3CDTF">2026-08-04T10:47:24Z</dcterms:modified>
</cp:coreProperties>
</file>