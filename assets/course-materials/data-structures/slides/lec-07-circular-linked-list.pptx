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94" r:id="rId3"/>
    <p:sldId id="316" r:id="rId4"/>
    <p:sldId id="290" r:id="rId5"/>
    <p:sldId id="296" r:id="rId6"/>
    <p:sldId id="327" r:id="rId7"/>
    <p:sldId id="305" r:id="rId8"/>
    <p:sldId id="334" r:id="rId9"/>
    <p:sldId id="335" r:id="rId10"/>
    <p:sldId id="336" r:id="rId11"/>
    <p:sldId id="329" r:id="rId12"/>
    <p:sldId id="330" r:id="rId13"/>
    <p:sldId id="331" r:id="rId14"/>
    <p:sldId id="337" r:id="rId15"/>
    <p:sldId id="332" r:id="rId16"/>
    <p:sldId id="333" r:id="rId17"/>
    <p:sldId id="262" r:id="rId18"/>
    <p:sldId id="338" r:id="rId19"/>
    <p:sldId id="299" r:id="rId20"/>
    <p:sldId id="302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0D98F-497B-4B69-A1DD-B9424E6C5795}" v="58" dt="2025-08-15T05:35: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7153" autoAdjust="0"/>
  </p:normalViewPr>
  <p:slideViewPr>
    <p:cSldViewPr snapToGrid="0">
      <p:cViewPr varScale="1">
        <p:scale>
          <a:sx n="62" d="100"/>
          <a:sy n="62" d="100"/>
        </p:scale>
        <p:origin x="82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</pc:sldChg>
    </pc:docChg>
  </pc:docChgLst>
  <pc:docChgLst>
    <pc:chgData name="Dr. Anupam Kumar Sharma" userId="550e56936179f404" providerId="LiveId" clId="{A800D98F-497B-4B69-A1DD-B9424E6C5795}"/>
    <pc:docChg chg="undo custSel addSld delSld modSld sldOrd">
      <pc:chgData name="Dr. Anupam Kumar Sharma" userId="550e56936179f404" providerId="LiveId" clId="{A800D98F-497B-4B69-A1DD-B9424E6C5795}" dt="2025-08-15T05:35:55.241" v="633" actId="47"/>
      <pc:docMkLst>
        <pc:docMk/>
      </pc:docMkLst>
      <pc:sldChg chg="modSp mod">
        <pc:chgData name="Dr. Anupam Kumar Sharma" userId="550e56936179f404" providerId="LiveId" clId="{A800D98F-497B-4B69-A1DD-B9424E6C5795}" dt="2025-08-14T05:51:27.312" v="33" actId="20577"/>
        <pc:sldMkLst>
          <pc:docMk/>
          <pc:sldMk cId="2827898987" sldId="256"/>
        </pc:sldMkLst>
        <pc:spChg chg="mod">
          <ac:chgData name="Dr. Anupam Kumar Sharma" userId="550e56936179f404" providerId="LiveId" clId="{A800D98F-497B-4B69-A1DD-B9424E6C5795}" dt="2025-08-14T05:51:27.312" v="33" actId="20577"/>
          <ac:spMkLst>
            <pc:docMk/>
            <pc:sldMk cId="2827898987" sldId="256"/>
            <ac:spMk id="2" creationId="{52B4841D-4109-20CB-B253-8EF7C080604D}"/>
          </ac:spMkLst>
        </pc:spChg>
      </pc:sldChg>
      <pc:sldChg chg="modSp add del mod">
        <pc:chgData name="Dr. Anupam Kumar Sharma" userId="550e56936179f404" providerId="LiveId" clId="{A800D98F-497B-4B69-A1DD-B9424E6C5795}" dt="2025-08-15T05:09:28.530" v="590" actId="20577"/>
        <pc:sldMkLst>
          <pc:docMk/>
          <pc:sldMk cId="2766167463" sldId="262"/>
        </pc:sldMkLst>
        <pc:spChg chg="mod">
          <ac:chgData name="Dr. Anupam Kumar Sharma" userId="550e56936179f404" providerId="LiveId" clId="{A800D98F-497B-4B69-A1DD-B9424E6C5795}" dt="2025-08-15T05:09:28.530" v="59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800D98F-497B-4B69-A1DD-B9424E6C5795}" dt="2025-08-15T05:35:03" v="631"/>
        <pc:sldMkLst>
          <pc:docMk/>
          <pc:sldMk cId="1311328748" sldId="284"/>
        </pc:sldMkLst>
        <pc:spChg chg="mod">
          <ac:chgData name="Dr. Anupam Kumar Sharma" userId="550e56936179f404" providerId="LiveId" clId="{A800D98F-497B-4B69-A1DD-B9424E6C5795}" dt="2025-08-15T05:35:03" v="631"/>
          <ac:spMkLst>
            <pc:docMk/>
            <pc:sldMk cId="1311328748" sldId="284"/>
            <ac:spMk id="10" creationId="{A92BCC8A-DA75-739D-5118-196EB9E2238A}"/>
          </ac:spMkLst>
        </pc:spChg>
      </pc:sldChg>
      <pc:sldChg chg="modSp mod">
        <pc:chgData name="Dr. Anupam Kumar Sharma" userId="550e56936179f404" providerId="LiveId" clId="{A800D98F-497B-4B69-A1DD-B9424E6C5795}" dt="2025-08-15T04:36:14.635" v="145" actId="20577"/>
        <pc:sldMkLst>
          <pc:docMk/>
          <pc:sldMk cId="3560614696" sldId="290"/>
        </pc:sldMkLst>
        <pc:spChg chg="mod">
          <ac:chgData name="Dr. Anupam Kumar Sharma" userId="550e56936179f404" providerId="LiveId" clId="{A800D98F-497B-4B69-A1DD-B9424E6C5795}" dt="2025-08-15T04:36:14.635" v="145" actId="20577"/>
          <ac:spMkLst>
            <pc:docMk/>
            <pc:sldMk cId="3560614696" sldId="290"/>
            <ac:spMk id="12" creationId="{C79E5FE6-2AEA-FD10-96D6-84ECB84793BD}"/>
          </ac:spMkLst>
        </pc:spChg>
      </pc:sldChg>
      <pc:sldChg chg="del">
        <pc:chgData name="Dr. Anupam Kumar Sharma" userId="550e56936179f404" providerId="LiveId" clId="{A800D98F-497B-4B69-A1DD-B9424E6C5795}" dt="2025-08-15T05:35:50.724" v="632" actId="47"/>
        <pc:sldMkLst>
          <pc:docMk/>
          <pc:sldMk cId="115421639" sldId="293"/>
        </pc:sldMkLst>
      </pc:sldChg>
      <pc:sldChg chg="modSp mod">
        <pc:chgData name="Dr. Anupam Kumar Sharma" userId="550e56936179f404" providerId="LiveId" clId="{A800D98F-497B-4B69-A1DD-B9424E6C5795}" dt="2025-08-15T04:31:07.719" v="71" actId="12"/>
        <pc:sldMkLst>
          <pc:docMk/>
          <pc:sldMk cId="1139340497" sldId="294"/>
        </pc:sldMkLst>
        <pc:spChg chg="mod">
          <ac:chgData name="Dr. Anupam Kumar Sharma" userId="550e56936179f404" providerId="LiveId" clId="{A800D98F-497B-4B69-A1DD-B9424E6C5795}" dt="2025-08-15T04:31:07.719" v="71" actId="12"/>
          <ac:spMkLst>
            <pc:docMk/>
            <pc:sldMk cId="1139340497" sldId="294"/>
            <ac:spMk id="16" creationId="{00000000-0000-0000-0000-000000000000}"/>
          </ac:spMkLst>
        </pc:spChg>
        <pc:grpChg chg="mod">
          <ac:chgData name="Dr. Anupam Kumar Sharma" userId="550e56936179f404" providerId="LiveId" clId="{A800D98F-497B-4B69-A1DD-B9424E6C5795}" dt="2025-08-15T04:30:41.293" v="68" actId="14100"/>
          <ac:grpSpMkLst>
            <pc:docMk/>
            <pc:sldMk cId="1139340497" sldId="294"/>
            <ac:grpSpMk id="14" creationId="{00000000-0000-0000-0000-000000000000}"/>
          </ac:grpSpMkLst>
        </pc:grpChg>
      </pc:sldChg>
      <pc:sldChg chg="modSp mod">
        <pc:chgData name="Dr. Anupam Kumar Sharma" userId="550e56936179f404" providerId="LiveId" clId="{A800D98F-497B-4B69-A1DD-B9424E6C5795}" dt="2025-08-15T04:42:30.377" v="270" actId="20577"/>
        <pc:sldMkLst>
          <pc:docMk/>
          <pc:sldMk cId="600575522" sldId="296"/>
        </pc:sldMkLst>
        <pc:spChg chg="mod">
          <ac:chgData name="Dr. Anupam Kumar Sharma" userId="550e56936179f404" providerId="LiveId" clId="{A800D98F-497B-4B69-A1DD-B9424E6C5795}" dt="2025-08-15T04:39:53.248" v="205" actId="20577"/>
          <ac:spMkLst>
            <pc:docMk/>
            <pc:sldMk cId="600575522" sldId="296"/>
            <ac:spMk id="5" creationId="{00000000-0000-0000-0000-000000000000}"/>
          </ac:spMkLst>
        </pc:spChg>
        <pc:spChg chg="mod">
          <ac:chgData name="Dr. Anupam Kumar Sharma" userId="550e56936179f404" providerId="LiveId" clId="{A800D98F-497B-4B69-A1DD-B9424E6C5795}" dt="2025-08-15T04:41:20.003" v="266" actId="20577"/>
          <ac:spMkLst>
            <pc:docMk/>
            <pc:sldMk cId="600575522" sldId="296"/>
            <ac:spMk id="16" creationId="{00000000-0000-0000-0000-000000000000}"/>
          </ac:spMkLst>
        </pc:spChg>
        <pc:spChg chg="mod">
          <ac:chgData name="Dr. Anupam Kumar Sharma" userId="550e56936179f404" providerId="LiveId" clId="{A800D98F-497B-4B69-A1DD-B9424E6C5795}" dt="2025-08-15T04:42:30.377" v="270" actId="20577"/>
          <ac:spMkLst>
            <pc:docMk/>
            <pc:sldMk cId="600575522" sldId="296"/>
            <ac:spMk id="20" creationId="{00000000-0000-0000-0000-000000000000}"/>
          </ac:spMkLst>
        </pc:spChg>
        <pc:grpChg chg="mod">
          <ac:chgData name="Dr. Anupam Kumar Sharma" userId="550e56936179f404" providerId="LiveId" clId="{A800D98F-497B-4B69-A1DD-B9424E6C5795}" dt="2025-08-15T04:40:23.342" v="206" actId="1076"/>
          <ac:grpSpMkLst>
            <pc:docMk/>
            <pc:sldMk cId="600575522" sldId="296"/>
            <ac:grpSpMk id="14" creationId="{00000000-0000-0000-0000-000000000000}"/>
          </ac:grpSpMkLst>
        </pc:grpChg>
      </pc:sldChg>
      <pc:sldChg chg="addSp delSp modSp mod">
        <pc:chgData name="Dr. Anupam Kumar Sharma" userId="550e56936179f404" providerId="LiveId" clId="{A800D98F-497B-4B69-A1DD-B9424E6C5795}" dt="2025-08-15T05:27:16.283" v="616" actId="14100"/>
        <pc:sldMkLst>
          <pc:docMk/>
          <pc:sldMk cId="1760477617" sldId="299"/>
        </pc:sldMkLst>
        <pc:spChg chg="add mod">
          <ac:chgData name="Dr. Anupam Kumar Sharma" userId="550e56936179f404" providerId="LiveId" clId="{A800D98F-497B-4B69-A1DD-B9424E6C5795}" dt="2025-08-15T05:26:57.335" v="603" actId="14100"/>
          <ac:spMkLst>
            <pc:docMk/>
            <pc:sldMk cId="1760477617" sldId="299"/>
            <ac:spMk id="6" creationId="{FEC369D0-2DF4-195A-D8A0-390B335BC6C6}"/>
          </ac:spMkLst>
        </pc:spChg>
        <pc:spChg chg="add del mod">
          <ac:chgData name="Dr. Anupam Kumar Sharma" userId="550e56936179f404" providerId="LiveId" clId="{A800D98F-497B-4B69-A1DD-B9424E6C5795}" dt="2025-08-15T05:27:02.059" v="604" actId="478"/>
          <ac:spMkLst>
            <pc:docMk/>
            <pc:sldMk cId="1760477617" sldId="299"/>
            <ac:spMk id="8" creationId="{87BF9F50-CB5D-5F93-74E1-3578DA5B4C6E}"/>
          </ac:spMkLst>
        </pc:spChg>
        <pc:spChg chg="mod">
          <ac:chgData name="Dr. Anupam Kumar Sharma" userId="550e56936179f404" providerId="LiveId" clId="{A800D98F-497B-4B69-A1DD-B9424E6C5795}" dt="2025-08-15T05:27:09.673" v="614" actId="6549"/>
          <ac:spMkLst>
            <pc:docMk/>
            <pc:sldMk cId="1760477617" sldId="299"/>
            <ac:spMk id="10" creationId="{F648FC53-1451-ED3C-9DED-9CEC86030A58}"/>
          </ac:spMkLst>
        </pc:spChg>
        <pc:picChg chg="add mod">
          <ac:chgData name="Dr. Anupam Kumar Sharma" userId="550e56936179f404" providerId="LiveId" clId="{A800D98F-497B-4B69-A1DD-B9424E6C5795}" dt="2025-08-15T05:27:16.283" v="616" actId="14100"/>
          <ac:picMkLst>
            <pc:docMk/>
            <pc:sldMk cId="1760477617" sldId="299"/>
            <ac:picMk id="12" creationId="{F015EED9-C44E-B645-9F26-63B5BC0A745F}"/>
          </ac:picMkLst>
        </pc:picChg>
        <pc:picChg chg="del">
          <ac:chgData name="Dr. Anupam Kumar Sharma" userId="550e56936179f404" providerId="LiveId" clId="{A800D98F-497B-4B69-A1DD-B9424E6C5795}" dt="2025-08-15T05:14:48.118" v="591" actId="478"/>
          <ac:picMkLst>
            <pc:docMk/>
            <pc:sldMk cId="1760477617" sldId="299"/>
            <ac:picMk id="2050" creationId="{00000000-0000-0000-0000-000000000000}"/>
          </ac:picMkLst>
        </pc:picChg>
      </pc:sldChg>
      <pc:sldChg chg="del">
        <pc:chgData name="Dr. Anupam Kumar Sharma" userId="550e56936179f404" providerId="LiveId" clId="{A800D98F-497B-4B69-A1DD-B9424E6C5795}" dt="2025-08-15T05:35:55.241" v="633" actId="47"/>
        <pc:sldMkLst>
          <pc:docMk/>
          <pc:sldMk cId="3045931592" sldId="300"/>
        </pc:sldMkLst>
      </pc:sldChg>
      <pc:sldChg chg="delSp modSp mod">
        <pc:chgData name="Dr. Anupam Kumar Sharma" userId="550e56936179f404" providerId="LiveId" clId="{A800D98F-497B-4B69-A1DD-B9424E6C5795}" dt="2025-08-15T05:33:46.922" v="628" actId="1076"/>
        <pc:sldMkLst>
          <pc:docMk/>
          <pc:sldMk cId="2124361366" sldId="302"/>
        </pc:sldMkLst>
        <pc:spChg chg="mod">
          <ac:chgData name="Dr. Anupam Kumar Sharma" userId="550e56936179f404" providerId="LiveId" clId="{A800D98F-497B-4B69-A1DD-B9424E6C5795}" dt="2025-08-15T05:33:46.922" v="628" actId="1076"/>
          <ac:spMkLst>
            <pc:docMk/>
            <pc:sldMk cId="2124361366" sldId="302"/>
            <ac:spMk id="6" creationId="{00000000-0000-0000-0000-000000000000}"/>
          </ac:spMkLst>
        </pc:spChg>
        <pc:graphicFrameChg chg="del mod modGraphic">
          <ac:chgData name="Dr. Anupam Kumar Sharma" userId="550e56936179f404" providerId="LiveId" clId="{A800D98F-497B-4B69-A1DD-B9424E6C5795}" dt="2025-08-15T05:32:59.614" v="624" actId="478"/>
          <ac:graphicFrameMkLst>
            <pc:docMk/>
            <pc:sldMk cId="2124361366" sldId="302"/>
            <ac:graphicFrameMk id="2" creationId="{00000000-0000-0000-0000-000000000000}"/>
          </ac:graphicFrameMkLst>
        </pc:graphicFrameChg>
      </pc:sldChg>
      <pc:sldChg chg="modSp del mod">
        <pc:chgData name="Dr. Anupam Kumar Sharma" userId="550e56936179f404" providerId="LiveId" clId="{A800D98F-497B-4B69-A1DD-B9424E6C5795}" dt="2025-08-15T05:33:59.653" v="629" actId="2696"/>
        <pc:sldMkLst>
          <pc:docMk/>
          <pc:sldMk cId="10267218" sldId="303"/>
        </pc:sldMkLst>
        <pc:spChg chg="mod">
          <ac:chgData name="Dr. Anupam Kumar Sharma" userId="550e56936179f404" providerId="LiveId" clId="{A800D98F-497B-4B69-A1DD-B9424E6C5795}" dt="2025-08-15T04:28:44.197" v="35" actId="27636"/>
          <ac:spMkLst>
            <pc:docMk/>
            <pc:sldMk cId="10267218" sldId="303"/>
            <ac:spMk id="10" creationId="{E4F6F593-41A2-5797-581D-24AD95F1C7D0}"/>
          </ac:spMkLst>
        </pc:spChg>
      </pc:sldChg>
      <pc:sldChg chg="addSp delSp modSp mod">
        <pc:chgData name="Dr. Anupam Kumar Sharma" userId="550e56936179f404" providerId="LiveId" clId="{A800D98F-497B-4B69-A1DD-B9424E6C5795}" dt="2025-08-15T04:56:24.978" v="441" actId="20577"/>
        <pc:sldMkLst>
          <pc:docMk/>
          <pc:sldMk cId="1805800373" sldId="305"/>
        </pc:sldMkLst>
        <pc:spChg chg="add">
          <ac:chgData name="Dr. Anupam Kumar Sharma" userId="550e56936179f404" providerId="LiveId" clId="{A800D98F-497B-4B69-A1DD-B9424E6C5795}" dt="2025-08-15T04:51:59.795" v="399"/>
          <ac:spMkLst>
            <pc:docMk/>
            <pc:sldMk cId="1805800373" sldId="305"/>
            <ac:spMk id="2" creationId="{ED316C1B-DFD7-7719-A573-E370AD259A2A}"/>
          </ac:spMkLst>
        </pc:spChg>
        <pc:spChg chg="add del mod">
          <ac:chgData name="Dr. Anupam Kumar Sharma" userId="550e56936179f404" providerId="LiveId" clId="{A800D98F-497B-4B69-A1DD-B9424E6C5795}" dt="2025-08-15T04:52:48.447" v="403" actId="478"/>
          <ac:spMkLst>
            <pc:docMk/>
            <pc:sldMk cId="1805800373" sldId="305"/>
            <ac:spMk id="3" creationId="{CC3208D7-D932-C6D4-0371-99D97360395D}"/>
          </ac:spMkLst>
        </pc:spChg>
        <pc:spChg chg="add">
          <ac:chgData name="Dr. Anupam Kumar Sharma" userId="550e56936179f404" providerId="LiveId" clId="{A800D98F-497B-4B69-A1DD-B9424E6C5795}" dt="2025-08-15T04:52:33.034" v="402"/>
          <ac:spMkLst>
            <pc:docMk/>
            <pc:sldMk cId="1805800373" sldId="305"/>
            <ac:spMk id="4" creationId="{CBFFE8E0-61CF-A7BA-2ED7-867F5FD56B4E}"/>
          </ac:spMkLst>
        </pc:spChg>
        <pc:spChg chg="add mod">
          <ac:chgData name="Dr. Anupam Kumar Sharma" userId="550e56936179f404" providerId="LiveId" clId="{A800D98F-497B-4B69-A1DD-B9424E6C5795}" dt="2025-08-15T04:56:24.978" v="441" actId="20577"/>
          <ac:spMkLst>
            <pc:docMk/>
            <pc:sldMk cId="1805800373" sldId="305"/>
            <ac:spMk id="5" creationId="{899F1046-6BBA-7AE8-6FDB-46D2211E5A80}"/>
          </ac:spMkLst>
        </pc:spChg>
        <pc:spChg chg="mod">
          <ac:chgData name="Dr. Anupam Kumar Sharma" userId="550e56936179f404" providerId="LiveId" clId="{A800D98F-497B-4B69-A1DD-B9424E6C5795}" dt="2025-08-15T04:50:40.508" v="398" actId="20577"/>
          <ac:spMkLst>
            <pc:docMk/>
            <pc:sldMk cId="1805800373" sldId="305"/>
            <ac:spMk id="6" creationId="{0AC4C0B8-55BF-7607-C08F-4F93C85CCC8F}"/>
          </ac:spMkLst>
        </pc:spChg>
        <pc:spChg chg="del mod">
          <ac:chgData name="Dr. Anupam Kumar Sharma" userId="550e56936179f404" providerId="LiveId" clId="{A800D98F-497B-4B69-A1DD-B9424E6C5795}" dt="2025-08-15T04:44:15.714" v="337" actId="21"/>
          <ac:spMkLst>
            <pc:docMk/>
            <pc:sldMk cId="1805800373" sldId="305"/>
            <ac:spMk id="16" creationId="{00000000-0000-0000-0000-000000000000}"/>
          </ac:spMkLst>
        </pc:spChg>
        <pc:spChg chg="mod">
          <ac:chgData name="Dr. Anupam Kumar Sharma" userId="550e56936179f404" providerId="LiveId" clId="{A800D98F-497B-4B69-A1DD-B9424E6C5795}" dt="2025-08-15T04:52:10.520" v="400" actId="14100"/>
          <ac:spMkLst>
            <pc:docMk/>
            <pc:sldMk cId="1805800373" sldId="305"/>
            <ac:spMk id="19" creationId="{920ECE07-CE90-FEA2-59C0-9F6B1480E689}"/>
          </ac:spMkLst>
        </pc:spChg>
      </pc:sldChg>
      <pc:sldChg chg="del">
        <pc:chgData name="Dr. Anupam Kumar Sharma" userId="550e56936179f404" providerId="LiveId" clId="{A800D98F-497B-4B69-A1DD-B9424E6C5795}" dt="2025-08-14T05:29:27.690" v="21" actId="2696"/>
        <pc:sldMkLst>
          <pc:docMk/>
          <pc:sldMk cId="2698955094" sldId="311"/>
        </pc:sldMkLst>
      </pc:sldChg>
      <pc:sldChg chg="del">
        <pc:chgData name="Dr. Anupam Kumar Sharma" userId="550e56936179f404" providerId="LiveId" clId="{A800D98F-497B-4B69-A1DD-B9424E6C5795}" dt="2025-08-15T04:42:05.177" v="267" actId="2696"/>
        <pc:sldMkLst>
          <pc:docMk/>
          <pc:sldMk cId="86997150" sldId="312"/>
        </pc:sldMkLst>
      </pc:sldChg>
      <pc:sldChg chg="modSp">
        <pc:chgData name="Dr. Anupam Kumar Sharma" userId="550e56936179f404" providerId="LiveId" clId="{A800D98F-497B-4B69-A1DD-B9424E6C5795}" dt="2025-08-15T04:33:28.261" v="91" actId="20577"/>
        <pc:sldMkLst>
          <pc:docMk/>
          <pc:sldMk cId="2097443975" sldId="316"/>
        </pc:sldMkLst>
        <pc:graphicFrameChg chg="mod">
          <ac:chgData name="Dr. Anupam Kumar Sharma" userId="550e56936179f404" providerId="LiveId" clId="{A800D98F-497B-4B69-A1DD-B9424E6C5795}" dt="2025-08-15T04:33:28.261" v="91" actId="20577"/>
          <ac:graphicFrameMkLst>
            <pc:docMk/>
            <pc:sldMk cId="2097443975" sldId="316"/>
            <ac:graphicFrameMk id="12" creationId="{FBB5840F-85BE-5580-FDC6-C72FB2C1E292}"/>
          </ac:graphicFrameMkLst>
        </pc:graphicFrameChg>
      </pc:sldChg>
      <pc:sldChg chg="modSp">
        <pc:chgData name="Dr. Anupam Kumar Sharma" userId="550e56936179f404" providerId="LiveId" clId="{A800D98F-497B-4B69-A1DD-B9424E6C5795}" dt="2025-08-15T05:28:08.078" v="618"/>
        <pc:sldMkLst>
          <pc:docMk/>
          <pc:sldMk cId="2818065281" sldId="319"/>
        </pc:sldMkLst>
        <pc:graphicFrameChg chg="mod">
          <ac:chgData name="Dr. Anupam Kumar Sharma" userId="550e56936179f404" providerId="LiveId" clId="{A800D98F-497B-4B69-A1DD-B9424E6C5795}" dt="2025-08-15T05:28:08.078" v="618"/>
          <ac:graphicFrameMkLst>
            <pc:docMk/>
            <pc:sldMk cId="2818065281" sldId="319"/>
            <ac:graphicFrameMk id="12" creationId="{FBB5840F-85BE-5580-FDC6-C72FB2C1E292}"/>
          </ac:graphicFrameMkLst>
        </pc:graphicFrameChg>
      </pc:sldChg>
      <pc:sldChg chg="del">
        <pc:chgData name="Dr. Anupam Kumar Sharma" userId="550e56936179f404" providerId="LiveId" clId="{A800D98F-497B-4B69-A1DD-B9424E6C5795}" dt="2025-08-15T05:06:41.918" v="528" actId="2696"/>
        <pc:sldMkLst>
          <pc:docMk/>
          <pc:sldMk cId="2690088335" sldId="321"/>
        </pc:sldMkLst>
      </pc:sldChg>
      <pc:sldChg chg="del">
        <pc:chgData name="Dr. Anupam Kumar Sharma" userId="550e56936179f404" providerId="LiveId" clId="{A800D98F-497B-4B69-A1DD-B9424E6C5795}" dt="2025-08-15T04:42:08.917" v="268" actId="2696"/>
        <pc:sldMkLst>
          <pc:docMk/>
          <pc:sldMk cId="498231392" sldId="326"/>
        </pc:sldMkLst>
      </pc:sldChg>
      <pc:sldChg chg="addSp delSp modSp mod ord">
        <pc:chgData name="Dr. Anupam Kumar Sharma" userId="550e56936179f404" providerId="LiveId" clId="{A800D98F-497B-4B69-A1DD-B9424E6C5795}" dt="2025-08-15T04:50:17.575" v="379"/>
        <pc:sldMkLst>
          <pc:docMk/>
          <pc:sldMk cId="2398023980" sldId="327"/>
        </pc:sldMkLst>
        <pc:spChg chg="add mod">
          <ac:chgData name="Dr. Anupam Kumar Sharma" userId="550e56936179f404" providerId="LiveId" clId="{A800D98F-497B-4B69-A1DD-B9424E6C5795}" dt="2025-08-15T04:49:12.196" v="375" actId="14100"/>
          <ac:spMkLst>
            <pc:docMk/>
            <pc:sldMk cId="2398023980" sldId="327"/>
            <ac:spMk id="3" creationId="{896D904C-B16F-C35A-AEC7-884D473BA6A2}"/>
          </ac:spMkLst>
        </pc:spChg>
        <pc:spChg chg="del mod">
          <ac:chgData name="Dr. Anupam Kumar Sharma" userId="550e56936179f404" providerId="LiveId" clId="{A800D98F-497B-4B69-A1DD-B9424E6C5795}" dt="2025-08-15T04:48:17.620" v="361"/>
          <ac:spMkLst>
            <pc:docMk/>
            <pc:sldMk cId="2398023980" sldId="327"/>
            <ac:spMk id="5" creationId="{00000000-0000-0000-0000-000000000000}"/>
          </ac:spMkLst>
        </pc:spChg>
        <pc:spChg chg="add del mod">
          <ac:chgData name="Dr. Anupam Kumar Sharma" userId="550e56936179f404" providerId="LiveId" clId="{A800D98F-497B-4B69-A1DD-B9424E6C5795}" dt="2025-08-15T04:49:01.989" v="373" actId="478"/>
          <ac:spMkLst>
            <pc:docMk/>
            <pc:sldMk cId="2398023980" sldId="327"/>
            <ac:spMk id="10" creationId="{D1B831D2-3711-39AE-CC7F-C7D3BA3F90AB}"/>
          </ac:spMkLst>
        </pc:spChg>
        <pc:spChg chg="del mod">
          <ac:chgData name="Dr. Anupam Kumar Sharma" userId="550e56936179f404" providerId="LiveId" clId="{A800D98F-497B-4B69-A1DD-B9424E6C5795}" dt="2025-08-15T04:48:58.891" v="372" actId="478"/>
          <ac:spMkLst>
            <pc:docMk/>
            <pc:sldMk cId="2398023980" sldId="327"/>
            <ac:spMk id="19" creationId="{920ECE07-CE90-FEA2-59C0-9F6B1480E689}"/>
          </ac:spMkLst>
        </pc:spChg>
        <pc:graphicFrameChg chg="add mod modGraphic">
          <ac:chgData name="Dr. Anupam Kumar Sharma" userId="550e56936179f404" providerId="LiveId" clId="{A800D98F-497B-4B69-A1DD-B9424E6C5795}" dt="2025-08-15T04:50:05.860" v="377" actId="1076"/>
          <ac:graphicFrameMkLst>
            <pc:docMk/>
            <pc:sldMk cId="2398023980" sldId="327"/>
            <ac:graphicFrameMk id="2" creationId="{374796BE-1872-B5E6-A2E4-A24014BB2C0A}"/>
          </ac:graphicFrameMkLst>
        </pc:graphicFrameChg>
      </pc:sldChg>
      <pc:sldChg chg="add del">
        <pc:chgData name="Dr. Anupam Kumar Sharma" userId="550e56936179f404" providerId="LiveId" clId="{A800D98F-497B-4B69-A1DD-B9424E6C5795}" dt="2025-08-15T05:06:02.791" v="525" actId="2696"/>
        <pc:sldMkLst>
          <pc:docMk/>
          <pc:sldMk cId="2001890008" sldId="328"/>
        </pc:sldMkLst>
      </pc:sldChg>
      <pc:sldChg chg="addSp delSp modSp add mod">
        <pc:chgData name="Dr. Anupam Kumar Sharma" userId="550e56936179f404" providerId="LiveId" clId="{A800D98F-497B-4B69-A1DD-B9424E6C5795}" dt="2025-08-15T04:55:51.104" v="438" actId="20577"/>
        <pc:sldMkLst>
          <pc:docMk/>
          <pc:sldMk cId="3551130319" sldId="329"/>
        </pc:sldMkLst>
        <pc:spChg chg="del mod">
          <ac:chgData name="Dr. Anupam Kumar Sharma" userId="550e56936179f404" providerId="LiveId" clId="{A800D98F-497B-4B69-A1DD-B9424E6C5795}" dt="2025-08-15T04:55:30.162" v="429" actId="478"/>
          <ac:spMkLst>
            <pc:docMk/>
            <pc:sldMk cId="3551130319" sldId="329"/>
            <ac:spMk id="5" creationId="{7E56EB2B-DC4B-2181-FFA5-C3AF7CF72E63}"/>
          </ac:spMkLst>
        </pc:spChg>
        <pc:spChg chg="mod">
          <ac:chgData name="Dr. Anupam Kumar Sharma" userId="550e56936179f404" providerId="LiveId" clId="{A800D98F-497B-4B69-A1DD-B9424E6C5795}" dt="2025-08-15T04:55:51.104" v="438" actId="20577"/>
          <ac:spMkLst>
            <pc:docMk/>
            <pc:sldMk cId="3551130319" sldId="329"/>
            <ac:spMk id="19" creationId="{1C5098B7-9DD0-E192-71EE-45BB6D5A026D}"/>
          </ac:spMkLst>
        </pc:spChg>
        <pc:picChg chg="add mod">
          <ac:chgData name="Dr. Anupam Kumar Sharma" userId="550e56936179f404" providerId="LiveId" clId="{A800D98F-497B-4B69-A1DD-B9424E6C5795}" dt="2025-08-15T04:55:33.789" v="430" actId="1076"/>
          <ac:picMkLst>
            <pc:docMk/>
            <pc:sldMk cId="3551130319" sldId="329"/>
            <ac:picMk id="2" creationId="{ED5CA801-9DE9-2C9B-2DC7-C6B341C692EB}"/>
          </ac:picMkLst>
        </pc:picChg>
      </pc:sldChg>
      <pc:sldChg chg="addSp modSp add mod">
        <pc:chgData name="Dr. Anupam Kumar Sharma" userId="550e56936179f404" providerId="LiveId" clId="{A800D98F-497B-4B69-A1DD-B9424E6C5795}" dt="2025-08-15T04:57:39.317" v="461" actId="5793"/>
        <pc:sldMkLst>
          <pc:docMk/>
          <pc:sldMk cId="870317051" sldId="330"/>
        </pc:sldMkLst>
        <pc:spChg chg="add">
          <ac:chgData name="Dr. Anupam Kumar Sharma" userId="550e56936179f404" providerId="LiveId" clId="{A800D98F-497B-4B69-A1DD-B9424E6C5795}" dt="2025-08-15T04:57:07.258" v="442"/>
          <ac:spMkLst>
            <pc:docMk/>
            <pc:sldMk cId="870317051" sldId="330"/>
            <ac:spMk id="2" creationId="{8B1DECB0-8999-C687-0514-0A22F33C8FC4}"/>
          </ac:spMkLst>
        </pc:spChg>
        <pc:spChg chg="mod">
          <ac:chgData name="Dr. Anupam Kumar Sharma" userId="550e56936179f404" providerId="LiveId" clId="{A800D98F-497B-4B69-A1DD-B9424E6C5795}" dt="2025-08-15T04:57:15.401" v="444"/>
          <ac:spMkLst>
            <pc:docMk/>
            <pc:sldMk cId="870317051" sldId="330"/>
            <ac:spMk id="5" creationId="{FAFDFC21-A356-E97E-854A-EF9388F879CB}"/>
          </ac:spMkLst>
        </pc:spChg>
        <pc:spChg chg="mod">
          <ac:chgData name="Dr. Anupam Kumar Sharma" userId="550e56936179f404" providerId="LiveId" clId="{A800D98F-497B-4B69-A1DD-B9424E6C5795}" dt="2025-08-15T04:57:39.317" v="461" actId="5793"/>
          <ac:spMkLst>
            <pc:docMk/>
            <pc:sldMk cId="870317051" sldId="330"/>
            <ac:spMk id="19" creationId="{ADB2EE05-691E-032E-B557-9031B864CE5A}"/>
          </ac:spMkLst>
        </pc:spChg>
      </pc:sldChg>
      <pc:sldChg chg="addSp delSp modSp add mod">
        <pc:chgData name="Dr. Anupam Kumar Sharma" userId="550e56936179f404" providerId="LiveId" clId="{A800D98F-497B-4B69-A1DD-B9424E6C5795}" dt="2025-08-15T04:58:49.342" v="476"/>
        <pc:sldMkLst>
          <pc:docMk/>
          <pc:sldMk cId="3655096627" sldId="331"/>
        </pc:sldMkLst>
        <pc:spChg chg="del mod">
          <ac:chgData name="Dr. Anupam Kumar Sharma" userId="550e56936179f404" providerId="LiveId" clId="{A800D98F-497B-4B69-A1DD-B9424E6C5795}" dt="2025-08-15T04:58:49.342" v="476"/>
          <ac:spMkLst>
            <pc:docMk/>
            <pc:sldMk cId="3655096627" sldId="331"/>
            <ac:spMk id="5" creationId="{A5459B74-2C7E-3831-AF11-0C3E0ABF6F6D}"/>
          </ac:spMkLst>
        </pc:spChg>
        <pc:spChg chg="mod">
          <ac:chgData name="Dr. Anupam Kumar Sharma" userId="550e56936179f404" providerId="LiveId" clId="{A800D98F-497B-4B69-A1DD-B9424E6C5795}" dt="2025-08-15T04:58:21.905" v="471" actId="5793"/>
          <ac:spMkLst>
            <pc:docMk/>
            <pc:sldMk cId="3655096627" sldId="331"/>
            <ac:spMk id="19" creationId="{D4626002-3C2D-068D-AD69-6FE3A58E17EF}"/>
          </ac:spMkLst>
        </pc:spChg>
        <pc:picChg chg="add mod">
          <ac:chgData name="Dr. Anupam Kumar Sharma" userId="550e56936179f404" providerId="LiveId" clId="{A800D98F-497B-4B69-A1DD-B9424E6C5795}" dt="2025-08-15T04:58:48.403" v="474" actId="1076"/>
          <ac:picMkLst>
            <pc:docMk/>
            <pc:sldMk cId="3655096627" sldId="331"/>
            <ac:picMk id="2" creationId="{FD8864E0-2988-77A8-4E1C-9E272C2176E7}"/>
          </ac:picMkLst>
        </pc:picChg>
      </pc:sldChg>
      <pc:sldChg chg="modSp add mod">
        <pc:chgData name="Dr. Anupam Kumar Sharma" userId="550e56936179f404" providerId="LiveId" clId="{A800D98F-497B-4B69-A1DD-B9424E6C5795}" dt="2025-08-15T05:00:01.105" v="518" actId="6549"/>
        <pc:sldMkLst>
          <pc:docMk/>
          <pc:sldMk cId="189156485" sldId="332"/>
        </pc:sldMkLst>
        <pc:spChg chg="mod">
          <ac:chgData name="Dr. Anupam Kumar Sharma" userId="550e56936179f404" providerId="LiveId" clId="{A800D98F-497B-4B69-A1DD-B9424E6C5795}" dt="2025-08-15T05:00:01.105" v="518" actId="6549"/>
          <ac:spMkLst>
            <pc:docMk/>
            <pc:sldMk cId="189156485" sldId="332"/>
            <ac:spMk id="5" creationId="{891BD35B-CB2E-4F77-F8B4-E1F2810977D5}"/>
          </ac:spMkLst>
        </pc:spChg>
        <pc:spChg chg="mod">
          <ac:chgData name="Dr. Anupam Kumar Sharma" userId="550e56936179f404" providerId="LiveId" clId="{A800D98F-497B-4B69-A1DD-B9424E6C5795}" dt="2025-08-15T04:59:23.897" v="511" actId="5793"/>
          <ac:spMkLst>
            <pc:docMk/>
            <pc:sldMk cId="189156485" sldId="332"/>
            <ac:spMk id="19" creationId="{04DF0150-7760-FA85-2E7E-97D4C0DDFC59}"/>
          </ac:spMkLst>
        </pc:spChg>
      </pc:sldChg>
      <pc:sldChg chg="addSp delSp modSp add mod">
        <pc:chgData name="Dr. Anupam Kumar Sharma" userId="550e56936179f404" providerId="LiveId" clId="{A800D98F-497B-4B69-A1DD-B9424E6C5795}" dt="2025-08-15T05:00:41.869" v="524"/>
        <pc:sldMkLst>
          <pc:docMk/>
          <pc:sldMk cId="1156528671" sldId="333"/>
        </pc:sldMkLst>
        <pc:spChg chg="del mod">
          <ac:chgData name="Dr. Anupam Kumar Sharma" userId="550e56936179f404" providerId="LiveId" clId="{A800D98F-497B-4B69-A1DD-B9424E6C5795}" dt="2025-08-15T05:00:41.869" v="524"/>
          <ac:spMkLst>
            <pc:docMk/>
            <pc:sldMk cId="1156528671" sldId="333"/>
            <ac:spMk id="5" creationId="{8DB62675-9627-6141-4A4D-1E6E94FB4CC9}"/>
          </ac:spMkLst>
        </pc:spChg>
        <pc:picChg chg="add mod">
          <ac:chgData name="Dr. Anupam Kumar Sharma" userId="550e56936179f404" providerId="LiveId" clId="{A800D98F-497B-4B69-A1DD-B9424E6C5795}" dt="2025-08-15T05:00:40.887" v="522" actId="1076"/>
          <ac:picMkLst>
            <pc:docMk/>
            <pc:sldMk cId="1156528671" sldId="333"/>
            <ac:picMk id="2" creationId="{AA4961BE-DB98-68AB-5C47-5D72AC8E64A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pPr algn="ctr"/>
          <a:r>
            <a:rPr lang="en-US" sz="3600" dirty="0" smtClean="0"/>
            <a:t>Define a Circular Linked List</a:t>
          </a:r>
          <a:endParaRPr lang="en-US" sz="3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 err="1" smtClean="0"/>
            <a:t>Wrtie</a:t>
          </a:r>
          <a:r>
            <a:rPr lang="en-US" sz="3600" dirty="0" smtClean="0"/>
            <a:t> a program to implement a CLL</a:t>
          </a:r>
          <a:endParaRPr lang="en-US" sz="3600" dirty="0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  <dgm:t>
        <a:bodyPr/>
        <a:lstStyle/>
        <a:p>
          <a:endParaRPr lang="en-US"/>
        </a:p>
      </dgm:t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  <dgm:t>
        <a:bodyPr/>
        <a:lstStyle/>
        <a:p>
          <a:endParaRPr lang="en-US"/>
        </a:p>
      </dgm:t>
    </dgm:pt>
  </dgm:ptLst>
  <dgm:cxnLst>
    <dgm:cxn modelId="{7434905D-2880-4EB4-9E26-3CB6DAE80305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43D4A1B8-C696-44A7-BC05-03982F100F90}" type="presOf" srcId="{A3B4F848-7886-4B10-8E34-39E0B844A474}" destId="{9F756ADD-FC73-43E2-8907-B49F92DEF8EA}" srcOrd="0" destOrd="0" presId="urn:microsoft.com/office/officeart/2005/8/layout/process4"/>
    <dgm:cxn modelId="{6EBC8953-5BC3-46AF-829F-53A8C192E845}" type="presOf" srcId="{DFBD6BAB-0140-48B9-9073-E08FDCB01885}" destId="{0E541A4F-E68B-477F-BCA6-83AC868DBBCC}" srcOrd="0" destOrd="0" presId="urn:microsoft.com/office/officeart/2005/8/layout/process4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C8E37E2A-8C6E-4042-8AC8-71E3325885D8}" type="presParOf" srcId="{BCA40D55-9F97-4CA4-8859-68C842EAE88F}" destId="{3450E454-19DE-4E8A-ADE0-3AFF41C6C69B}" srcOrd="0" destOrd="0" presId="urn:microsoft.com/office/officeart/2005/8/layout/process4"/>
    <dgm:cxn modelId="{6A3D8B8B-604C-4C84-87E1-F4AF6FE7EB05}" type="presParOf" srcId="{3450E454-19DE-4E8A-ADE0-3AFF41C6C69B}" destId="{9F756ADD-FC73-43E2-8907-B49F92DEF8EA}" srcOrd="0" destOrd="0" presId="urn:microsoft.com/office/officeart/2005/8/layout/process4"/>
    <dgm:cxn modelId="{DC6840DC-76A2-4A20-87ED-43CA8BC464C9}" type="presParOf" srcId="{BCA40D55-9F97-4CA4-8859-68C842EAE88F}" destId="{33B2812D-626E-40CB-8956-89B965634A15}" srcOrd="1" destOrd="0" presId="urn:microsoft.com/office/officeart/2005/8/layout/process4"/>
    <dgm:cxn modelId="{94244108-4762-44EE-9224-908F6F7E2BE2}" type="presParOf" srcId="{BCA40D55-9F97-4CA4-8859-68C842EAE88F}" destId="{14438BF2-0C50-4C1B-A99E-B1909E184016}" srcOrd="2" destOrd="0" presId="urn:microsoft.com/office/officeart/2005/8/layout/process4"/>
    <dgm:cxn modelId="{D0DD4BD9-B3C4-4B16-992C-5C337DDE3B0C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tabLst>
              <a:tab pos="5994400" algn="l"/>
            </a:tabLst>
          </a:pPr>
          <a:r>
            <a:rPr lang="en-US" sz="3600" kern="1200" dirty="0" err="1" smtClean="0"/>
            <a:t>Wrtie</a:t>
          </a:r>
          <a:r>
            <a:rPr lang="en-US" sz="3600" kern="1200" dirty="0" smtClean="0"/>
            <a:t> a program to implement a CLL</a:t>
          </a:r>
          <a:endParaRPr lang="en-US" sz="360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Define a Circular Linked List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Circular Linked List</a:t>
            </a:r>
            <a: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 </a:t>
            </a:r>
            <a: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</a:t>
            </a:r>
            <a:r>
              <a:rPr lang="en-US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Advanced Data Structures and Algorithms</a:t>
            </a: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R1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UC5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31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</a:t>
            </a:r>
            <a:r>
              <a:rPr lang="en-IN" sz="1800" b="1" dirty="0" smtClean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:</a:t>
            </a: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384452-4160-9C26-85E1-F43C3EFF0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208906"/>
            <a:ext cx="3015084" cy="83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221226" y="3013502"/>
            <a:ext cx="11901948" cy="3147455"/>
            <a:chOff x="0" y="1991651"/>
            <a:chExt cx="5239339" cy="2930673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91592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 smtClean="0"/>
                <a:t>What is th</a:t>
              </a:r>
              <a:r>
                <a:rPr lang="en-US" sz="2800" dirty="0" smtClean="0"/>
                <a:t>e </a:t>
              </a:r>
              <a:r>
                <a:rPr lang="en-US" sz="2800" dirty="0" smtClean="0"/>
                <a:t>Difference between an array and a Linked List?</a:t>
              </a:r>
              <a:endParaRPr lang="en-US" sz="2800" dirty="0"/>
            </a:p>
            <a:p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39340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769501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4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427702" y="1126184"/>
            <a:ext cx="1176429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Session Outline</a:t>
            </a:r>
            <a:endParaRPr lang="en-US" sz="36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Types of List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Limitations of Singly Linked List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Need of a Circular Linked List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5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241093" y="3581578"/>
            <a:ext cx="6015649" cy="2539002"/>
            <a:chOff x="0" y="1991651"/>
            <a:chExt cx="5239339" cy="2539002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0" y="2006398"/>
              <a:ext cx="5239339" cy="252425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r>
                <a:rPr lang="en-US" sz="2800" dirty="0" smtClean="0"/>
                <a:t>Given a singly linked list. Think of the </a:t>
              </a:r>
              <a:r>
                <a:rPr lang="en-US" sz="2800" dirty="0" err="1" smtClean="0"/>
                <a:t>algo</a:t>
              </a:r>
              <a:r>
                <a:rPr lang="en-US" sz="2800" dirty="0" smtClean="0"/>
                <a:t> to insert an element at the end of linked list.</a:t>
              </a:r>
              <a:endParaRPr lang="en-US" sz="2800" dirty="0"/>
            </a:p>
            <a:p>
              <a:endParaRPr lang="en-US" sz="28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15549" y="3581578"/>
            <a:ext cx="5217750" cy="2539002"/>
            <a:chOff x="5758250" y="2062546"/>
            <a:chExt cx="4320000" cy="1995632"/>
          </a:xfrm>
        </p:grpSpPr>
        <p:sp>
          <p:nvSpPr>
            <p:cNvPr id="18" name="Rectangle 1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758250" y="2062546"/>
              <a:ext cx="4320000" cy="199563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endParaRPr lang="en-US" sz="28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 (Think – Pair – Share)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5549" y="3596325"/>
            <a:ext cx="5217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Think – pair and share with groups.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0575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96D904C-B16F-C35A-AEC7-884D473BA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190725"/>
            <a:ext cx="5577591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73" y="1883602"/>
            <a:ext cx="7805898" cy="365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23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9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02" y="755351"/>
            <a:ext cx="10795098" cy="11664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Creating a Circular Linked List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F1046-6BBA-7AE8-6FDB-46D2211E5A80}"/>
              </a:ext>
            </a:extLst>
          </p:cNvPr>
          <p:cNvSpPr txBox="1"/>
          <p:nvPr/>
        </p:nvSpPr>
        <p:spPr>
          <a:xfrm>
            <a:off x="1332590" y="1742159"/>
            <a:ext cx="101609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Note: </a:t>
            </a:r>
          </a:p>
          <a:p>
            <a:r>
              <a:rPr lang="en-US" sz="3600" b="1" dirty="0" smtClean="0"/>
              <a:t>A </a:t>
            </a:r>
            <a:r>
              <a:rPr lang="en-US" sz="3600" b="1" dirty="0" err="1" smtClean="0">
                <a:solidFill>
                  <a:srgbClr val="00B0F0"/>
                </a:solidFill>
              </a:rPr>
              <a:t>LastPointer</a:t>
            </a:r>
            <a:r>
              <a:rPr lang="en-US" sz="3600" b="1" dirty="0" smtClean="0"/>
              <a:t> is maintained at the last node.</a:t>
            </a:r>
          </a:p>
          <a:p>
            <a:r>
              <a:rPr lang="en-US" sz="3600" b="1" dirty="0" smtClean="0"/>
              <a:t>There is no head pointer</a:t>
            </a:r>
          </a:p>
          <a:p>
            <a:r>
              <a:rPr lang="en-US" sz="3600" b="1" dirty="0" smtClean="0"/>
              <a:t>The last node points to the first node</a:t>
            </a:r>
            <a:endParaRPr lang="en-IN" sz="36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347" y="4460876"/>
            <a:ext cx="9525000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00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935" y="836666"/>
            <a:ext cx="2912390" cy="2496600"/>
          </a:xfrm>
        </p:spPr>
        <p:txBody>
          <a:bodyPr/>
          <a:lstStyle/>
          <a:p>
            <a:pPr algn="ctr"/>
            <a:r>
              <a:rPr lang="en-US" dirty="0" smtClean="0"/>
              <a:t>Insertion in a CLL</a:t>
            </a: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3177" y="882381"/>
            <a:ext cx="6049219" cy="175284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Galgotias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241156" y="2999482"/>
            <a:ext cx="874104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if </a:t>
            </a:r>
            <a:r>
              <a:rPr lang="en-IN" sz="3200" dirty="0"/>
              <a:t>(last == null) {</a:t>
            </a:r>
          </a:p>
          <a:p>
            <a:r>
              <a:rPr lang="en-IN" sz="3200" dirty="0" smtClean="0"/>
              <a:t>// </a:t>
            </a:r>
            <a:r>
              <a:rPr lang="en-IN" sz="3200" dirty="0"/>
              <a:t>Create a new node and make it point to itself</a:t>
            </a:r>
          </a:p>
          <a:p>
            <a:r>
              <a:rPr lang="en-IN" sz="3200" dirty="0"/>
              <a:t>            Node </a:t>
            </a:r>
            <a:r>
              <a:rPr lang="en-IN" sz="3200" dirty="0" err="1"/>
              <a:t>newNode</a:t>
            </a:r>
            <a:r>
              <a:rPr lang="en-IN" sz="3200" dirty="0"/>
              <a:t> = new Node(data);</a:t>
            </a:r>
          </a:p>
          <a:p>
            <a:r>
              <a:rPr lang="en-IN" sz="3200" dirty="0"/>
              <a:t>            last = </a:t>
            </a:r>
            <a:r>
              <a:rPr lang="en-IN" sz="3200" dirty="0" err="1"/>
              <a:t>newNode</a:t>
            </a:r>
            <a:r>
              <a:rPr lang="en-IN" sz="3200" dirty="0"/>
              <a:t>;</a:t>
            </a:r>
          </a:p>
          <a:p>
            <a:r>
              <a:rPr lang="en-IN" sz="3200" dirty="0"/>
              <a:t>            </a:t>
            </a:r>
            <a:r>
              <a:rPr lang="en-IN" sz="3200" dirty="0" err="1"/>
              <a:t>last.next</a:t>
            </a:r>
            <a:r>
              <a:rPr lang="en-IN" sz="3200" dirty="0"/>
              <a:t> = last;</a:t>
            </a:r>
          </a:p>
          <a:p>
            <a:r>
              <a:rPr lang="en-IN" sz="3200" dirty="0"/>
              <a:t>            return last;</a:t>
            </a:r>
          </a:p>
          <a:p>
            <a:r>
              <a:rPr lang="en-IN" sz="3200" dirty="0"/>
              <a:t>       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638" y="159558"/>
            <a:ext cx="1060084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If there is no node, create a new node and assign last to the new node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10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Insert at Beginning</a:t>
            </a:r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174" y="1690688"/>
            <a:ext cx="8657651" cy="292882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Galgotias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838200" y="4903157"/>
            <a:ext cx="105740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Create a new node and point the last node to the first node.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3080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Insert at Begin – Function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Void </a:t>
            </a:r>
            <a:r>
              <a:rPr lang="en-IN" dirty="0" err="1" smtClean="0"/>
              <a:t>insertAtBegin</a:t>
            </a:r>
            <a:r>
              <a:rPr lang="en-IN" dirty="0" smtClean="0"/>
              <a:t>( </a:t>
            </a:r>
            <a:r>
              <a:rPr lang="en-IN" dirty="0" err="1" smtClean="0"/>
              <a:t>int</a:t>
            </a:r>
            <a:r>
              <a:rPr lang="en-IN" dirty="0" smtClean="0"/>
              <a:t> data){  </a:t>
            </a:r>
            <a:endParaRPr lang="en-IN" dirty="0"/>
          </a:p>
          <a:p>
            <a:pPr marL="457200" lvl="1" indent="0">
              <a:buNone/>
            </a:pPr>
            <a:r>
              <a:rPr lang="en-IN" sz="2800" dirty="0" smtClean="0"/>
              <a:t>Node </a:t>
            </a:r>
            <a:r>
              <a:rPr lang="en-IN" sz="2800" dirty="0" err="1"/>
              <a:t>newNode</a:t>
            </a:r>
            <a:r>
              <a:rPr lang="en-IN" sz="2800" dirty="0"/>
              <a:t> = new Node(data</a:t>
            </a:r>
            <a:r>
              <a:rPr lang="en-IN" sz="2800" dirty="0" smtClean="0"/>
              <a:t>);</a:t>
            </a:r>
          </a:p>
          <a:p>
            <a:pPr marL="457200" lvl="1" indent="0">
              <a:buNone/>
            </a:pPr>
            <a:r>
              <a:rPr lang="en-IN" sz="2800" dirty="0"/>
              <a:t>Node </a:t>
            </a:r>
            <a:r>
              <a:rPr lang="en-IN" sz="2800" dirty="0" err="1"/>
              <a:t>curr</a:t>
            </a:r>
            <a:r>
              <a:rPr lang="en-IN" sz="2800" dirty="0"/>
              <a:t> = </a:t>
            </a:r>
            <a:r>
              <a:rPr lang="en-IN" sz="2800" dirty="0" err="1"/>
              <a:t>last.next</a:t>
            </a:r>
            <a:r>
              <a:rPr lang="en-IN" sz="2800" dirty="0"/>
              <a:t>;</a:t>
            </a:r>
          </a:p>
          <a:p>
            <a:pPr marL="457200" lvl="1" indent="0">
              <a:buNone/>
            </a:pPr>
            <a:r>
              <a:rPr lang="en-IN" sz="2800" dirty="0"/>
              <a:t> </a:t>
            </a:r>
            <a:r>
              <a:rPr lang="en-IN" sz="2800" dirty="0" err="1"/>
              <a:t>newNode.next</a:t>
            </a:r>
            <a:r>
              <a:rPr lang="en-IN" sz="2800" dirty="0"/>
              <a:t> = </a:t>
            </a:r>
            <a:r>
              <a:rPr lang="en-IN" sz="2800" dirty="0" err="1"/>
              <a:t>curr</a:t>
            </a:r>
            <a:r>
              <a:rPr lang="en-IN" sz="2800" dirty="0"/>
              <a:t>;</a:t>
            </a:r>
          </a:p>
          <a:p>
            <a:pPr marL="457200" lvl="1" indent="0">
              <a:buNone/>
            </a:pPr>
            <a:r>
              <a:rPr lang="en-IN" sz="2800" dirty="0"/>
              <a:t>            </a:t>
            </a:r>
            <a:r>
              <a:rPr lang="en-IN" sz="2800" dirty="0" err="1"/>
              <a:t>last.next</a:t>
            </a:r>
            <a:r>
              <a:rPr lang="en-IN" sz="2800" dirty="0"/>
              <a:t> = </a:t>
            </a:r>
            <a:r>
              <a:rPr lang="en-IN" sz="2800" dirty="0" err="1"/>
              <a:t>newNode</a:t>
            </a:r>
            <a:r>
              <a:rPr lang="en-IN" sz="2800" dirty="0"/>
              <a:t>;</a:t>
            </a:r>
          </a:p>
          <a:p>
            <a:pPr marL="457200" lvl="1" indent="0">
              <a:buNone/>
            </a:pPr>
            <a:r>
              <a:rPr lang="en-IN" sz="2800" dirty="0"/>
              <a:t>        </a:t>
            </a:r>
            <a:r>
              <a:rPr lang="en-IN" sz="2800" dirty="0" smtClean="0"/>
              <a:t>    </a:t>
            </a:r>
            <a:r>
              <a:rPr lang="en-IN" sz="2800" dirty="0"/>
              <a:t>return last</a:t>
            </a:r>
            <a:r>
              <a:rPr lang="en-IN" sz="2800" dirty="0" smtClean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Galgotias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096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4D51-A87A-308E-B442-64643A94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F50F57-90BF-878C-0D7D-C94A95FC12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A67E3-259F-D28C-6A8B-5C57363B0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F0B20-663D-7547-703E-D471E32B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8B1C76A-BCF7-AAB1-D30A-ECAFEAAB85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56ECCC-E7AF-9316-820D-8266BCEFD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9" name="Title 4">
            <a:extLst>
              <a:ext uri="{FF2B5EF4-FFF2-40B4-BE49-F238E27FC236}">
                <a16:creationId xmlns:a16="http://schemas.microsoft.com/office/drawing/2014/main" id="{1C5098B7-9DD0-E192-71EE-45BB6D5A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02" y="755351"/>
            <a:ext cx="10795098" cy="11664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Insert at End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510" y="1711390"/>
            <a:ext cx="9866674" cy="32953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510" y="5279132"/>
            <a:ext cx="72485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Update Tails next pointer to new node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set the tail to the new node, </a:t>
            </a:r>
          </a:p>
        </p:txBody>
      </p:sp>
    </p:spTree>
    <p:extLst>
      <p:ext uri="{BB962C8B-B14F-4D97-AF65-F5344CB8AC3E}">
        <p14:creationId xmlns:p14="http://schemas.microsoft.com/office/powerpoint/2010/main" val="3551130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6302E-49EB-9B8A-EDB0-66C1A404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F5E724-D462-338A-1E2B-9DFF7F68CB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1B0A6-45B9-8251-DF2D-BDD8555AB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A0148-E325-E996-524F-010A6B1A7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28EF49C-2A01-AB99-3D7F-6D78E0C0A5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03DF50-704F-4B6F-C1A7-EBA5B8885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9" name="Title 4">
            <a:extLst>
              <a:ext uri="{FF2B5EF4-FFF2-40B4-BE49-F238E27FC236}">
                <a16:creationId xmlns:a16="http://schemas.microsoft.com/office/drawing/2014/main" id="{ADB2EE05-691E-032E-B557-9031B864C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02" y="755351"/>
            <a:ext cx="10795098" cy="11664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Deletion in a CLL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DFC21-A356-E97E-854A-EF9388F879CB}"/>
              </a:ext>
            </a:extLst>
          </p:cNvPr>
          <p:cNvSpPr txBox="1"/>
          <p:nvPr/>
        </p:nvSpPr>
        <p:spPr>
          <a:xfrm>
            <a:off x="1332590" y="1742159"/>
            <a:ext cx="10160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Deletion at Begin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Deletion at 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Deletion in middle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70317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81EA-B945-77DA-DDEB-272FD729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EE5022-167B-8AC6-55FA-34EE4251154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BCF5D-A809-EE7D-7319-14596788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00849-B407-CC26-54DC-981ACA08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F51469F-650A-127E-B587-438331BF0C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01A733-6D0E-FA9D-8B0F-24E338A1E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9" name="Title 4">
            <a:extLst>
              <a:ext uri="{FF2B5EF4-FFF2-40B4-BE49-F238E27FC236}">
                <a16:creationId xmlns:a16="http://schemas.microsoft.com/office/drawing/2014/main" id="{D4626002-3C2D-068D-AD69-6FE3A58E1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665" y="45890"/>
            <a:ext cx="10795098" cy="11664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Deletion at Beginning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129" y="1100145"/>
            <a:ext cx="10107436" cy="21053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2566" y="3692593"/>
            <a:ext cx="107807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/>
              <a:t>Check </a:t>
            </a:r>
            <a:r>
              <a:rPr lang="en-IN" sz="2400" dirty="0"/>
              <a:t>if the list is empty or has only one node. If so, we handle those cases by deleting the node and updating the last pointer. </a:t>
            </a:r>
          </a:p>
        </p:txBody>
      </p:sp>
    </p:spTree>
    <p:extLst>
      <p:ext uri="{BB962C8B-B14F-4D97-AF65-F5344CB8AC3E}">
        <p14:creationId xmlns:p14="http://schemas.microsoft.com/office/powerpoint/2010/main" val="3655096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81EA-B945-77DA-DDEB-272FD729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EE5022-167B-8AC6-55FA-34EE4251154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BCF5D-A809-EE7D-7319-14596788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00849-B407-CC26-54DC-981ACA08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F51469F-650A-127E-B587-438331BF0C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01A733-6D0E-FA9D-8B0F-24E338A1E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9" name="Title 4">
            <a:extLst>
              <a:ext uri="{FF2B5EF4-FFF2-40B4-BE49-F238E27FC236}">
                <a16:creationId xmlns:a16="http://schemas.microsoft.com/office/drawing/2014/main" id="{D4626002-3C2D-068D-AD69-6FE3A58E1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665" y="45890"/>
            <a:ext cx="10795098" cy="11664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Deletion at Beginning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129" y="1100145"/>
            <a:ext cx="10107436" cy="21053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2566" y="3692593"/>
            <a:ext cx="107807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/>
              <a:t>We </a:t>
            </a:r>
            <a:r>
              <a:rPr lang="en-IN" sz="2400" dirty="0"/>
              <a:t>update the last node’s next pointer to skip the head and free the head node, returning the updated last pointer.</a:t>
            </a:r>
          </a:p>
        </p:txBody>
      </p:sp>
    </p:spTree>
    <p:extLst>
      <p:ext uri="{BB962C8B-B14F-4D97-AF65-F5344CB8AC3E}">
        <p14:creationId xmlns:p14="http://schemas.microsoft.com/office/powerpoint/2010/main" val="3978288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93C1A-4F41-8CA2-52F1-A84F170FB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23B555-DF51-A117-9E39-886489CF7A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7CE84-D4A7-271C-5A0C-03D8922E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714F8-D67D-38EF-7B75-E9C841DC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0431E57-434A-8C63-CFFD-145DB338FE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995EB3-BCB1-BC61-BFB9-87879D125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9" name="Title 4">
            <a:extLst>
              <a:ext uri="{FF2B5EF4-FFF2-40B4-BE49-F238E27FC236}">
                <a16:creationId xmlns:a16="http://schemas.microsoft.com/office/drawing/2014/main" id="{04DF0150-7760-FA85-2E7E-97D4C0DD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298" y="45890"/>
            <a:ext cx="10795098" cy="11664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 at Begin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BD35B-CB2E-4F77-F8B4-E1F2810977D5}"/>
              </a:ext>
            </a:extLst>
          </p:cNvPr>
          <p:cNvSpPr txBox="1"/>
          <p:nvPr/>
        </p:nvSpPr>
        <p:spPr>
          <a:xfrm>
            <a:off x="698298" y="1258219"/>
            <a:ext cx="107952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public static Node </a:t>
            </a:r>
            <a:r>
              <a:rPr lang="en-IN" sz="2400" b="1" dirty="0" err="1"/>
              <a:t>deleteFirstNode</a:t>
            </a:r>
            <a:r>
              <a:rPr lang="en-IN" sz="2400" b="1" dirty="0"/>
              <a:t>(Node last) {</a:t>
            </a:r>
          </a:p>
          <a:p>
            <a:r>
              <a:rPr lang="en-IN" sz="2400" b="1" dirty="0" smtClean="0"/>
              <a:t>Node </a:t>
            </a:r>
            <a:r>
              <a:rPr lang="en-IN" sz="2400" b="1" dirty="0"/>
              <a:t>head = </a:t>
            </a:r>
            <a:r>
              <a:rPr lang="en-IN" sz="2400" b="1" dirty="0" err="1"/>
              <a:t>last.next</a:t>
            </a:r>
            <a:r>
              <a:rPr lang="en-IN" sz="2400" b="1" dirty="0" smtClean="0"/>
              <a:t>;</a:t>
            </a:r>
            <a:endParaRPr lang="en-IN" sz="2400" b="1" dirty="0"/>
          </a:p>
          <a:p>
            <a:r>
              <a:rPr lang="en-IN" sz="2400" b="1" dirty="0"/>
              <a:t>        if (head == last) {</a:t>
            </a:r>
          </a:p>
          <a:p>
            <a:r>
              <a:rPr lang="en-IN" sz="2400" b="1" dirty="0"/>
              <a:t>            // If there is only one node in the list</a:t>
            </a:r>
          </a:p>
          <a:p>
            <a:r>
              <a:rPr lang="en-IN" sz="2400" b="1" dirty="0"/>
              <a:t>            last = null;</a:t>
            </a:r>
          </a:p>
          <a:p>
            <a:r>
              <a:rPr lang="en-IN" sz="2400" b="1" dirty="0"/>
              <a:t>        } else {</a:t>
            </a:r>
          </a:p>
          <a:p>
            <a:r>
              <a:rPr lang="en-IN" sz="2400" b="1" dirty="0"/>
              <a:t>            // More than one node in the list</a:t>
            </a:r>
          </a:p>
          <a:p>
            <a:r>
              <a:rPr lang="en-IN" sz="2400" b="1" dirty="0"/>
              <a:t>            </a:t>
            </a:r>
            <a:r>
              <a:rPr lang="en-IN" sz="2400" b="1" dirty="0" err="1"/>
              <a:t>last.next</a:t>
            </a:r>
            <a:r>
              <a:rPr lang="en-IN" sz="2400" b="1" dirty="0"/>
              <a:t> = </a:t>
            </a:r>
            <a:r>
              <a:rPr lang="en-IN" sz="2400" b="1" dirty="0" err="1"/>
              <a:t>head.next</a:t>
            </a:r>
            <a:r>
              <a:rPr lang="en-IN" sz="2400" b="1" dirty="0"/>
              <a:t>;</a:t>
            </a:r>
          </a:p>
          <a:p>
            <a:r>
              <a:rPr lang="en-IN" sz="2400" b="1" dirty="0"/>
              <a:t>        </a:t>
            </a:r>
            <a:r>
              <a:rPr lang="en-IN" sz="2400" b="1" dirty="0" smtClean="0"/>
              <a:t>}</a:t>
            </a:r>
            <a:endParaRPr lang="en-IN" sz="2400" b="1" dirty="0"/>
          </a:p>
          <a:p>
            <a:r>
              <a:rPr lang="en-IN" sz="2400" b="1" dirty="0"/>
              <a:t>        return last;</a:t>
            </a:r>
          </a:p>
          <a:p>
            <a:r>
              <a:rPr lang="en-IN" sz="2400" b="1" dirty="0"/>
              <a:t> </a:t>
            </a:r>
            <a:r>
              <a:rPr lang="en-IN" sz="2400" b="1" dirty="0" smtClean="0"/>
              <a:t>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89156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E42F7-D423-E0A5-B116-AE4301991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03D63D-E201-34F4-245A-A64E0106B6D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DD607-65E4-66A3-FFD8-5853A418A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200F-C6E8-0079-27EF-A86090D2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EDA3489-0281-944D-6FA4-86EE7A758A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117AEC-7DF9-9382-8523-90BCF6E9B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9" name="Title 4">
            <a:extLst>
              <a:ext uri="{FF2B5EF4-FFF2-40B4-BE49-F238E27FC236}">
                <a16:creationId xmlns:a16="http://schemas.microsoft.com/office/drawing/2014/main" id="{DD8190A6-8C7E-D31C-7D29-660B5205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298" y="45890"/>
            <a:ext cx="10795098" cy="11664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Deletion at End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998" y="1212329"/>
            <a:ext cx="9659698" cy="2848373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4688532"/>
            <a:ext cx="1079509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raverse to find the second last node, update its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pointer to the head, delete the last node, and return the updated last pointer. </a:t>
            </a:r>
          </a:p>
        </p:txBody>
      </p:sp>
    </p:spTree>
    <p:extLst>
      <p:ext uri="{BB962C8B-B14F-4D97-AF65-F5344CB8AC3E}">
        <p14:creationId xmlns:p14="http://schemas.microsoft.com/office/powerpoint/2010/main" val="1156528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BBCF98-7194-A5B3-66D3-440169D0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036879-2E50-808F-68A7-FB01CEB9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16" name="Picture 1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20737F5-4AA9-BC02-8957-C9DB2C2DFC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7E1C1E-F10A-E4F4-6797-225812D669BF}"/>
              </a:ext>
            </a:extLst>
          </p:cNvPr>
          <p:cNvSpPr txBox="1"/>
          <p:nvPr/>
        </p:nvSpPr>
        <p:spPr>
          <a:xfrm>
            <a:off x="453136" y="1575385"/>
            <a:ext cx="106873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b="1" dirty="0"/>
              <a:t>Problem: Find the Maximum and minimum Element in an Array</a:t>
            </a:r>
          </a:p>
          <a:p>
            <a:pPr fontAlgn="base"/>
            <a:r>
              <a:rPr lang="en-US" sz="2400" dirty="0"/>
              <a:t>Task:</a:t>
            </a:r>
          </a:p>
          <a:p>
            <a:pPr fontAlgn="base"/>
            <a:r>
              <a:rPr lang="en-US" sz="2400" dirty="0"/>
              <a:t>Write a program to find the maximum and minimum element in an array of size n.</a:t>
            </a:r>
          </a:p>
          <a:p>
            <a:pPr fontAlgn="base"/>
            <a:r>
              <a:rPr lang="en-US" sz="2400" dirty="0"/>
              <a:t>Questions for Analysis:</a:t>
            </a:r>
          </a:p>
          <a:p>
            <a:pPr fontAlgn="base"/>
            <a:r>
              <a:rPr lang="en-US" sz="2400" dirty="0"/>
              <a:t>1. 	Time Complexity:</a:t>
            </a:r>
          </a:p>
          <a:p>
            <a:pPr lvl="1" fontAlgn="base"/>
            <a:r>
              <a:rPr lang="en-US" sz="2400" dirty="0"/>
              <a:t>• 	What is the time complexity of your algorithm in terms of n?</a:t>
            </a:r>
          </a:p>
          <a:p>
            <a:pPr lvl="1" fontAlgn="base"/>
            <a:r>
              <a:rPr lang="en-US" sz="2400" dirty="0"/>
              <a:t>• 	Can you explain why?</a:t>
            </a:r>
          </a:p>
          <a:p>
            <a:pPr fontAlgn="base"/>
            <a:r>
              <a:rPr lang="en-US" sz="2400" dirty="0"/>
              <a:t>2. 	Space Complexity:</a:t>
            </a:r>
          </a:p>
          <a:p>
            <a:pPr lvl="1" fontAlgn="base"/>
            <a:r>
              <a:rPr lang="en-US" sz="2400" dirty="0"/>
              <a:t>• 	What is the space complexity of your algorithm?</a:t>
            </a:r>
          </a:p>
          <a:p>
            <a:pPr lvl="1" fontAlgn="base"/>
            <a:r>
              <a:rPr lang="en-US" sz="2400" dirty="0"/>
              <a:t>• 	Does your algorithm use any additional memory apart from the input  </a:t>
            </a:r>
          </a:p>
          <a:p>
            <a:pPr lvl="1" fontAlgn="base"/>
            <a:r>
              <a:rPr lang="en-US" sz="2400" dirty="0"/>
              <a:t>        array?</a:t>
            </a:r>
            <a:endParaRPr lang="en-US" sz="24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A700C5-B174-C336-C9F0-1560360B0E85}"/>
              </a:ext>
            </a:extLst>
          </p:cNvPr>
          <p:cNvSpPr txBox="1"/>
          <p:nvPr/>
        </p:nvSpPr>
        <p:spPr>
          <a:xfrm>
            <a:off x="2082800" y="976321"/>
            <a:ext cx="81533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Activity 2 (Pen Paper): Coding Problem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67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689" y="-115322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Delete at End – Function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296" y="1061756"/>
            <a:ext cx="7329408" cy="54430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public static Node </a:t>
            </a:r>
            <a:r>
              <a:rPr lang="en-IN" dirty="0" err="1"/>
              <a:t>deleteLastNode</a:t>
            </a:r>
            <a:r>
              <a:rPr lang="en-IN" dirty="0"/>
              <a:t>(Node last){</a:t>
            </a:r>
          </a:p>
          <a:p>
            <a:pPr marL="0" indent="0">
              <a:buNone/>
            </a:pPr>
            <a:r>
              <a:rPr lang="en-IN" dirty="0" smtClean="0"/>
              <a:t>Node </a:t>
            </a:r>
            <a:r>
              <a:rPr lang="en-IN" dirty="0"/>
              <a:t>head = </a:t>
            </a:r>
            <a:r>
              <a:rPr lang="en-IN" dirty="0" err="1"/>
              <a:t>last.next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smtClean="0"/>
              <a:t>        </a:t>
            </a:r>
            <a:r>
              <a:rPr lang="en-IN" dirty="0"/>
              <a:t>// If there is only one node in the list</a:t>
            </a:r>
          </a:p>
          <a:p>
            <a:pPr marL="0" indent="0">
              <a:buNone/>
            </a:pPr>
            <a:r>
              <a:rPr lang="en-IN" dirty="0"/>
              <a:t>        if (head == last) {</a:t>
            </a:r>
          </a:p>
          <a:p>
            <a:pPr marL="0" indent="0">
              <a:buNone/>
            </a:pPr>
            <a:r>
              <a:rPr lang="en-IN" dirty="0"/>
              <a:t>            last = null;</a:t>
            </a:r>
          </a:p>
          <a:p>
            <a:pPr marL="0" indent="0">
              <a:buNone/>
            </a:pPr>
            <a:r>
              <a:rPr lang="en-IN" dirty="0"/>
              <a:t>            return last;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    // Traverse the list to find the second last node</a:t>
            </a:r>
          </a:p>
          <a:p>
            <a:pPr marL="0" indent="0">
              <a:buNone/>
            </a:pPr>
            <a:r>
              <a:rPr lang="en-IN" dirty="0"/>
              <a:t>        Node </a:t>
            </a:r>
            <a:r>
              <a:rPr lang="en-IN" dirty="0" err="1"/>
              <a:t>curr</a:t>
            </a:r>
            <a:r>
              <a:rPr lang="en-IN" dirty="0"/>
              <a:t> = head;</a:t>
            </a:r>
          </a:p>
          <a:p>
            <a:pPr marL="0" indent="0">
              <a:buNone/>
            </a:pPr>
            <a:r>
              <a:rPr lang="en-IN" dirty="0"/>
              <a:t>        while (</a:t>
            </a:r>
            <a:r>
              <a:rPr lang="en-IN" dirty="0" err="1"/>
              <a:t>curr.next</a:t>
            </a:r>
            <a:r>
              <a:rPr lang="en-IN" dirty="0"/>
              <a:t> != last)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curr</a:t>
            </a:r>
            <a:r>
              <a:rPr lang="en-IN" dirty="0"/>
              <a:t> = </a:t>
            </a:r>
            <a:r>
              <a:rPr lang="en-IN" dirty="0" err="1"/>
              <a:t>curr.next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smtClean="0"/>
              <a:t>}        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Galgotias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7647122" y="3518778"/>
            <a:ext cx="454487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// Update the second last node's </a:t>
            </a:r>
            <a:endParaRPr lang="en-IN" sz="2400" dirty="0" smtClean="0"/>
          </a:p>
          <a:p>
            <a:r>
              <a:rPr lang="en-IN" sz="2400" dirty="0" smtClean="0"/>
              <a:t>next </a:t>
            </a:r>
            <a:r>
              <a:rPr lang="en-IN" sz="2400" dirty="0"/>
              <a:t>pointer </a:t>
            </a:r>
            <a:r>
              <a:rPr lang="en-IN" sz="2400" dirty="0" smtClean="0"/>
              <a:t>to </a:t>
            </a:r>
            <a:r>
              <a:rPr lang="en-IN" sz="2400" dirty="0"/>
              <a:t>point to head</a:t>
            </a:r>
          </a:p>
          <a:p>
            <a:r>
              <a:rPr lang="en-IN" sz="2400" dirty="0"/>
              <a:t>        </a:t>
            </a:r>
            <a:r>
              <a:rPr lang="en-IN" sz="2400" dirty="0" err="1"/>
              <a:t>curr.next</a:t>
            </a:r>
            <a:r>
              <a:rPr lang="en-IN" sz="2400" dirty="0"/>
              <a:t> = head;</a:t>
            </a:r>
          </a:p>
          <a:p>
            <a:r>
              <a:rPr lang="en-IN" sz="2400" dirty="0"/>
              <a:t>        last = </a:t>
            </a:r>
            <a:r>
              <a:rPr lang="en-IN" sz="2400" dirty="0" err="1"/>
              <a:t>curr</a:t>
            </a:r>
            <a:r>
              <a:rPr lang="en-IN" sz="2400" dirty="0"/>
              <a:t>;</a:t>
            </a:r>
          </a:p>
          <a:p>
            <a:r>
              <a:rPr lang="en-IN" sz="2400" dirty="0"/>
              <a:t>        return last;</a:t>
            </a:r>
          </a:p>
          <a:p>
            <a:r>
              <a:rPr lang="en-IN" sz="2400" dirty="0"/>
              <a:t>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553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448139" y="127960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C369D0-2DF4-195A-D8A0-390B335BC6C6}"/>
              </a:ext>
            </a:extLst>
          </p:cNvPr>
          <p:cNvSpPr txBox="1"/>
          <p:nvPr/>
        </p:nvSpPr>
        <p:spPr>
          <a:xfrm>
            <a:off x="0" y="1143426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Applications of Circular Linked Lists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It is used for time-sharing among different users, typically through a </a:t>
            </a:r>
            <a:r>
              <a:rPr lang="en-IN" sz="2800" b="1" dirty="0"/>
              <a:t>Round-Robin scheduling mechanism.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In multiplayer games, a circular linked list can be used to switch between players. After the last player's turn, the list cycles back to the first player.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Circular linked lists are often used in buffering applications, such as streaming data, where data is continuously produced and consumed.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In media players, circular linked lists can manage playlists, this allowing users to loop through songs continuously.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Browsers use circular linked lists to manage the cache. This allows you to navigate back through your browsing history efficiently by pressing the BACK button.</a:t>
            </a:r>
          </a:p>
        </p:txBody>
      </p:sp>
    </p:spTree>
    <p:extLst>
      <p:ext uri="{BB962C8B-B14F-4D97-AF65-F5344CB8AC3E}">
        <p14:creationId xmlns:p14="http://schemas.microsoft.com/office/powerpoint/2010/main" val="1760477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3FC14F6-7B57-DCCF-E6C1-F00D5A0C0026}"/>
              </a:ext>
            </a:extLst>
          </p:cNvPr>
          <p:cNvSpPr txBox="1">
            <a:spLocks/>
          </p:cNvSpPr>
          <p:nvPr/>
        </p:nvSpPr>
        <p:spPr>
          <a:xfrm>
            <a:off x="838200" y="839692"/>
            <a:ext cx="10515600" cy="629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 on the post session activities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80544" y="2294692"/>
            <a:ext cx="109527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 smtClean="0"/>
              <a:t>Write and implement the insertion and deletion operation of CLLs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124361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840"/>
            <a:ext cx="10515600" cy="62958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 Session: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2BCC8A-DA75-739D-5118-196EB9E2238A}"/>
              </a:ext>
            </a:extLst>
          </p:cNvPr>
          <p:cNvSpPr txBox="1"/>
          <p:nvPr/>
        </p:nvSpPr>
        <p:spPr>
          <a:xfrm>
            <a:off x="838200" y="2001658"/>
            <a:ext cx="107950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 smtClean="0"/>
              <a:t>Operations on Linked List – Insertion , Deletion, Traversal</a:t>
            </a:r>
            <a:endParaRPr lang="en-US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28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6319</TotalTime>
  <Words>796</Words>
  <Application>Microsoft Office PowerPoint</Application>
  <PresentationFormat>Widescreen</PresentationFormat>
  <Paragraphs>154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Office Theme</vt:lpstr>
      <vt:lpstr>Circular Linked List    Session No.:  Course Name: Advanced Data Structures and Algorithms Course Code: R1UC531B   Instructor Name: Duration: 50 mins Date of Conduction of Class:</vt:lpstr>
      <vt:lpstr>PowerPoint Presentation</vt:lpstr>
      <vt:lpstr>Learning Outcomes</vt:lpstr>
      <vt:lpstr>PowerPoint Presentation</vt:lpstr>
      <vt:lpstr>PowerPoint Presentation</vt:lpstr>
      <vt:lpstr>PowerPoint Presentation</vt:lpstr>
      <vt:lpstr>Creating a Circular Linked List</vt:lpstr>
      <vt:lpstr>Insertion in a CLL</vt:lpstr>
      <vt:lpstr>Insert at Beginning</vt:lpstr>
      <vt:lpstr>Insert at Begin – Function </vt:lpstr>
      <vt:lpstr>Insert at End</vt:lpstr>
      <vt:lpstr>Deletion in a CLL</vt:lpstr>
      <vt:lpstr>Deletion at Beginning</vt:lpstr>
      <vt:lpstr>Deletion at Beginning</vt:lpstr>
      <vt:lpstr>Delete at Begin</vt:lpstr>
      <vt:lpstr>Deletion at End</vt:lpstr>
      <vt:lpstr>PowerPoint Presentation</vt:lpstr>
      <vt:lpstr>Delete at End – Function </vt:lpstr>
      <vt:lpstr>PowerPoint Presentation</vt:lpstr>
      <vt:lpstr>PowerPoint Presentation</vt:lpstr>
      <vt:lpstr>Next Session: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Hp</cp:lastModifiedBy>
  <cp:revision>347</cp:revision>
  <dcterms:created xsi:type="dcterms:W3CDTF">2024-08-22T06:33:55Z</dcterms:created>
  <dcterms:modified xsi:type="dcterms:W3CDTF">2025-08-28T05:22:54Z</dcterms:modified>
</cp:coreProperties>
</file>